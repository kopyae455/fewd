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  <p:sldMasterId id="2147483650" r:id="rId5"/>
  </p:sldMasterIdLst>
  <p:notesMasterIdLst>
    <p:notesMasterId r:id="rId53"/>
  </p:notesMasterIdLst>
  <p:handoutMasterIdLst>
    <p:handoutMasterId r:id="rId54"/>
  </p:handoutMasterIdLst>
  <p:sldIdLst>
    <p:sldId id="261" r:id="rId6"/>
    <p:sldId id="263" r:id="rId7"/>
    <p:sldId id="264" r:id="rId8"/>
    <p:sldId id="364" r:id="rId9"/>
    <p:sldId id="275" r:id="rId10"/>
    <p:sldId id="276" r:id="rId11"/>
    <p:sldId id="277" r:id="rId12"/>
    <p:sldId id="257" r:id="rId13"/>
    <p:sldId id="258" r:id="rId14"/>
    <p:sldId id="260" r:id="rId15"/>
    <p:sldId id="278" r:id="rId16"/>
    <p:sldId id="283" r:id="rId17"/>
    <p:sldId id="280" r:id="rId18"/>
    <p:sldId id="281" r:id="rId19"/>
    <p:sldId id="282" r:id="rId20"/>
    <p:sldId id="266" r:id="rId21"/>
    <p:sldId id="365" r:id="rId22"/>
    <p:sldId id="284" r:id="rId23"/>
    <p:sldId id="321" r:id="rId24"/>
    <p:sldId id="322" r:id="rId25"/>
    <p:sldId id="323" r:id="rId26"/>
    <p:sldId id="324" r:id="rId27"/>
    <p:sldId id="325" r:id="rId28"/>
    <p:sldId id="326" r:id="rId29"/>
    <p:sldId id="327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66" r:id="rId41"/>
    <p:sldId id="338" r:id="rId42"/>
    <p:sldId id="340" r:id="rId43"/>
    <p:sldId id="341" r:id="rId44"/>
    <p:sldId id="343" r:id="rId45"/>
    <p:sldId id="356" r:id="rId46"/>
    <p:sldId id="350" r:id="rId47"/>
    <p:sldId id="352" r:id="rId48"/>
    <p:sldId id="355" r:id="rId49"/>
    <p:sldId id="271" r:id="rId50"/>
    <p:sldId id="268" r:id="rId51"/>
    <p:sldId id="262" r:id="rId5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9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6AAD"/>
    <a:srgbClr val="F47929"/>
    <a:srgbClr val="CB9535"/>
    <a:srgbClr val="974F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D7A346-69B5-4373-9ED6-C0B2AE2BF2A3}" v="36" dt="2024-03-07T05:28:17.7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81"/>
    <p:restoredTop sz="80222" autoAdjust="0"/>
  </p:normalViewPr>
  <p:slideViewPr>
    <p:cSldViewPr>
      <p:cViewPr varScale="1">
        <p:scale>
          <a:sx n="65" d="100"/>
          <a:sy n="65" d="100"/>
        </p:scale>
        <p:origin x="126" y="78"/>
      </p:cViewPr>
      <p:guideLst>
        <p:guide orient="horz" pos="2160"/>
        <p:guide pos="2880"/>
        <p:guide pos="9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7" d="100"/>
          <a:sy n="67" d="100"/>
        </p:scale>
        <p:origin x="-279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microsoft.com/office/2016/11/relationships/changesInfo" Target="changesInfos/changesInfo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theme" Target="theme/theme1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ew Pei Ling" userId="c3090c8e-0726-43ba-95b9-123e980a216d" providerId="ADAL" clId="{19D7A346-69B5-4373-9ED6-C0B2AE2BF2A3}"/>
    <pc:docChg chg="undo custSel delSld modSld modMainMaster">
      <pc:chgData name="Liew Pei Ling" userId="c3090c8e-0726-43ba-95b9-123e980a216d" providerId="ADAL" clId="{19D7A346-69B5-4373-9ED6-C0B2AE2BF2A3}" dt="2024-03-07T07:21:32.393" v="482" actId="6549"/>
      <pc:docMkLst>
        <pc:docMk/>
      </pc:docMkLst>
      <pc:sldChg chg="delSp modSp mod">
        <pc:chgData name="Liew Pei Ling" userId="c3090c8e-0726-43ba-95b9-123e980a216d" providerId="ADAL" clId="{19D7A346-69B5-4373-9ED6-C0B2AE2BF2A3}" dt="2024-03-06T09:15:56.994" v="53" actId="6549"/>
        <pc:sldMkLst>
          <pc:docMk/>
          <pc:sldMk cId="0" sldId="257"/>
        </pc:sldMkLst>
        <pc:spChg chg="mod">
          <ac:chgData name="Liew Pei Ling" userId="c3090c8e-0726-43ba-95b9-123e980a216d" providerId="ADAL" clId="{19D7A346-69B5-4373-9ED6-C0B2AE2BF2A3}" dt="2024-03-06T09:14:44.301" v="26" actId="1076"/>
          <ac:spMkLst>
            <pc:docMk/>
            <pc:sldMk cId="0" sldId="257"/>
            <ac:spMk id="2" creationId="{EB904DEB-7068-9211-7318-6B7EAEC4F77B}"/>
          </ac:spMkLst>
        </pc:spChg>
        <pc:spChg chg="mod">
          <ac:chgData name="Liew Pei Ling" userId="c3090c8e-0726-43ba-95b9-123e980a216d" providerId="ADAL" clId="{19D7A346-69B5-4373-9ED6-C0B2AE2BF2A3}" dt="2024-03-06T09:15:56.994" v="53" actId="6549"/>
          <ac:spMkLst>
            <pc:docMk/>
            <pc:sldMk cId="0" sldId="257"/>
            <ac:spMk id="3" creationId="{37B114AD-DCF5-3F6A-D27C-3A142541C635}"/>
          </ac:spMkLst>
        </pc:spChg>
        <pc:spChg chg="del mod">
          <ac:chgData name="Liew Pei Ling" userId="c3090c8e-0726-43ba-95b9-123e980a216d" providerId="ADAL" clId="{19D7A346-69B5-4373-9ED6-C0B2AE2BF2A3}" dt="2024-03-06T09:14:59.455" v="33"/>
          <ac:spMkLst>
            <pc:docMk/>
            <pc:sldMk cId="0" sldId="257"/>
            <ac:spMk id="4" creationId="{28945B86-9CDE-8E0D-147F-20EE9E66C1A6}"/>
          </ac:spMkLst>
        </pc:spChg>
      </pc:sldChg>
      <pc:sldChg chg="modSp mod">
        <pc:chgData name="Liew Pei Ling" userId="c3090c8e-0726-43ba-95b9-123e980a216d" providerId="ADAL" clId="{19D7A346-69B5-4373-9ED6-C0B2AE2BF2A3}" dt="2024-03-06T09:18:56.867" v="91" actId="20577"/>
        <pc:sldMkLst>
          <pc:docMk/>
          <pc:sldMk cId="0" sldId="258"/>
        </pc:sldMkLst>
        <pc:spChg chg="mod">
          <ac:chgData name="Liew Pei Ling" userId="c3090c8e-0726-43ba-95b9-123e980a216d" providerId="ADAL" clId="{19D7A346-69B5-4373-9ED6-C0B2AE2BF2A3}" dt="2024-03-06T09:16:42.476" v="55" actId="1076"/>
          <ac:spMkLst>
            <pc:docMk/>
            <pc:sldMk cId="0" sldId="258"/>
            <ac:spMk id="2" creationId="{602F15C7-7965-7C77-BB82-3A9DD5B50C37}"/>
          </ac:spMkLst>
        </pc:spChg>
        <pc:spChg chg="mod">
          <ac:chgData name="Liew Pei Ling" userId="c3090c8e-0726-43ba-95b9-123e980a216d" providerId="ADAL" clId="{19D7A346-69B5-4373-9ED6-C0B2AE2BF2A3}" dt="2024-03-06T09:18:56.867" v="91" actId="20577"/>
          <ac:spMkLst>
            <pc:docMk/>
            <pc:sldMk cId="0" sldId="258"/>
            <ac:spMk id="3" creationId="{95415EC9-18E9-4BD8-B2B2-01AF672C89D1}"/>
          </ac:spMkLst>
        </pc:spChg>
      </pc:sldChg>
      <pc:sldChg chg="modSp mod">
        <pc:chgData name="Liew Pei Ling" userId="c3090c8e-0726-43ba-95b9-123e980a216d" providerId="ADAL" clId="{19D7A346-69B5-4373-9ED6-C0B2AE2BF2A3}" dt="2024-03-06T09:20:05.894" v="97" actId="12"/>
        <pc:sldMkLst>
          <pc:docMk/>
          <pc:sldMk cId="0" sldId="260"/>
        </pc:sldMkLst>
        <pc:spChg chg="mod">
          <ac:chgData name="Liew Pei Ling" userId="c3090c8e-0726-43ba-95b9-123e980a216d" providerId="ADAL" clId="{19D7A346-69B5-4373-9ED6-C0B2AE2BF2A3}" dt="2024-03-06T09:19:40.623" v="93" actId="120"/>
          <ac:spMkLst>
            <pc:docMk/>
            <pc:sldMk cId="0" sldId="260"/>
            <ac:spMk id="2" creationId="{1570D149-708E-3CF6-594A-362F1B3D7A6C}"/>
          </ac:spMkLst>
        </pc:spChg>
        <pc:spChg chg="mod">
          <ac:chgData name="Liew Pei Ling" userId="c3090c8e-0726-43ba-95b9-123e980a216d" providerId="ADAL" clId="{19D7A346-69B5-4373-9ED6-C0B2AE2BF2A3}" dt="2024-03-06T09:20:05.894" v="97" actId="12"/>
          <ac:spMkLst>
            <pc:docMk/>
            <pc:sldMk cId="0" sldId="260"/>
            <ac:spMk id="3" creationId="{A6A3AC3C-10B1-FD86-F4D9-6DAA50CEE455}"/>
          </ac:spMkLst>
        </pc:spChg>
      </pc:sldChg>
      <pc:sldChg chg="modSp mod">
        <pc:chgData name="Liew Pei Ling" userId="c3090c8e-0726-43ba-95b9-123e980a216d" providerId="ADAL" clId="{19D7A346-69B5-4373-9ED6-C0B2AE2BF2A3}" dt="2024-03-07T05:29:18.507" v="462" actId="20577"/>
        <pc:sldMkLst>
          <pc:docMk/>
          <pc:sldMk cId="0" sldId="262"/>
        </pc:sldMkLst>
        <pc:spChg chg="mod">
          <ac:chgData name="Liew Pei Ling" userId="c3090c8e-0726-43ba-95b9-123e980a216d" providerId="ADAL" clId="{19D7A346-69B5-4373-9ED6-C0B2AE2BF2A3}" dt="2024-03-07T05:29:18.507" v="462" actId="20577"/>
          <ac:spMkLst>
            <pc:docMk/>
            <pc:sldMk cId="0" sldId="262"/>
            <ac:spMk id="2" creationId="{434562F5-297D-D6A9-0F38-77E9314074CA}"/>
          </ac:spMkLst>
        </pc:spChg>
      </pc:sldChg>
      <pc:sldChg chg="del">
        <pc:chgData name="Liew Pei Ling" userId="c3090c8e-0726-43ba-95b9-123e980a216d" providerId="ADAL" clId="{19D7A346-69B5-4373-9ED6-C0B2AE2BF2A3}" dt="2024-03-06T09:11:38.152" v="10" actId="47"/>
        <pc:sldMkLst>
          <pc:docMk/>
          <pc:sldMk cId="0" sldId="265"/>
        </pc:sldMkLst>
      </pc:sldChg>
      <pc:sldChg chg="modSp mod">
        <pc:chgData name="Liew Pei Ling" userId="c3090c8e-0726-43ba-95b9-123e980a216d" providerId="ADAL" clId="{19D7A346-69B5-4373-9ED6-C0B2AE2BF2A3}" dt="2024-03-07T05:01:49.910" v="236" actId="6549"/>
        <pc:sldMkLst>
          <pc:docMk/>
          <pc:sldMk cId="0" sldId="266"/>
        </pc:sldMkLst>
        <pc:spChg chg="mod">
          <ac:chgData name="Liew Pei Ling" userId="c3090c8e-0726-43ba-95b9-123e980a216d" providerId="ADAL" clId="{19D7A346-69B5-4373-9ED6-C0B2AE2BF2A3}" dt="2024-03-07T05:01:17.183" v="216" actId="1076"/>
          <ac:spMkLst>
            <pc:docMk/>
            <pc:sldMk cId="0" sldId="266"/>
            <ac:spMk id="2" creationId="{7EF728D5-08F4-BE17-A538-02478E7B33CF}"/>
          </ac:spMkLst>
        </pc:spChg>
        <pc:spChg chg="mod">
          <ac:chgData name="Liew Pei Ling" userId="c3090c8e-0726-43ba-95b9-123e980a216d" providerId="ADAL" clId="{19D7A346-69B5-4373-9ED6-C0B2AE2BF2A3}" dt="2024-03-07T05:01:49.910" v="236" actId="6549"/>
          <ac:spMkLst>
            <pc:docMk/>
            <pc:sldMk cId="0" sldId="266"/>
            <ac:spMk id="3" creationId="{D29EAFBD-D748-A6C5-669C-170A7C106DA1}"/>
          </ac:spMkLst>
        </pc:spChg>
      </pc:sldChg>
      <pc:sldChg chg="modSp mod">
        <pc:chgData name="Liew Pei Ling" userId="c3090c8e-0726-43ba-95b9-123e980a216d" providerId="ADAL" clId="{19D7A346-69B5-4373-9ED6-C0B2AE2BF2A3}" dt="2024-03-07T05:28:17.771" v="408" actId="1076"/>
        <pc:sldMkLst>
          <pc:docMk/>
          <pc:sldMk cId="0" sldId="268"/>
        </pc:sldMkLst>
        <pc:spChg chg="mod">
          <ac:chgData name="Liew Pei Ling" userId="c3090c8e-0726-43ba-95b9-123e980a216d" providerId="ADAL" clId="{19D7A346-69B5-4373-9ED6-C0B2AE2BF2A3}" dt="2024-03-07T05:28:17.771" v="408" actId="1076"/>
          <ac:spMkLst>
            <pc:docMk/>
            <pc:sldMk cId="0" sldId="268"/>
            <ac:spMk id="55299" creationId="{62E79B38-7466-82E2-687B-FDF8914C4242}"/>
          </ac:spMkLst>
        </pc:spChg>
      </pc:sldChg>
      <pc:sldChg chg="modSp mod">
        <pc:chgData name="Liew Pei Ling" userId="c3090c8e-0726-43ba-95b9-123e980a216d" providerId="ADAL" clId="{19D7A346-69B5-4373-9ED6-C0B2AE2BF2A3}" dt="2024-03-07T05:26:43.521" v="391" actId="1076"/>
        <pc:sldMkLst>
          <pc:docMk/>
          <pc:sldMk cId="0" sldId="271"/>
        </pc:sldMkLst>
        <pc:spChg chg="mod">
          <ac:chgData name="Liew Pei Ling" userId="c3090c8e-0726-43ba-95b9-123e980a216d" providerId="ADAL" clId="{19D7A346-69B5-4373-9ED6-C0B2AE2BF2A3}" dt="2024-03-07T05:26:43.521" v="391" actId="1076"/>
          <ac:spMkLst>
            <pc:docMk/>
            <pc:sldMk cId="0" sldId="271"/>
            <ac:spMk id="2" creationId="{FE3A68FD-4315-DCD6-1B98-B43FF7CA5E05}"/>
          </ac:spMkLst>
        </pc:spChg>
      </pc:sldChg>
      <pc:sldChg chg="modSp mod">
        <pc:chgData name="Liew Pei Ling" userId="c3090c8e-0726-43ba-95b9-123e980a216d" providerId="ADAL" clId="{19D7A346-69B5-4373-9ED6-C0B2AE2BF2A3}" dt="2024-03-06T09:12:30.569" v="13" actId="6549"/>
        <pc:sldMkLst>
          <pc:docMk/>
          <pc:sldMk cId="0" sldId="276"/>
        </pc:sldMkLst>
        <pc:spChg chg="mod">
          <ac:chgData name="Liew Pei Ling" userId="c3090c8e-0726-43ba-95b9-123e980a216d" providerId="ADAL" clId="{19D7A346-69B5-4373-9ED6-C0B2AE2BF2A3}" dt="2024-03-06T09:12:30.569" v="13" actId="6549"/>
          <ac:spMkLst>
            <pc:docMk/>
            <pc:sldMk cId="0" sldId="276"/>
            <ac:spMk id="3" creationId="{10307A8E-579D-7D8B-BB0C-8FDEF3C3B41C}"/>
          </ac:spMkLst>
        </pc:spChg>
        <pc:spChg chg="mod">
          <ac:chgData name="Liew Pei Ling" userId="c3090c8e-0726-43ba-95b9-123e980a216d" providerId="ADAL" clId="{19D7A346-69B5-4373-9ED6-C0B2AE2BF2A3}" dt="2024-03-06T09:12:04.959" v="12" actId="120"/>
          <ac:spMkLst>
            <pc:docMk/>
            <pc:sldMk cId="0" sldId="276"/>
            <ac:spMk id="15362" creationId="{7852AE37-3559-BAC2-6BB5-457608E1BCF3}"/>
          </ac:spMkLst>
        </pc:spChg>
      </pc:sldChg>
      <pc:sldChg chg="modSp mod modAnim">
        <pc:chgData name="Liew Pei Ling" userId="c3090c8e-0726-43ba-95b9-123e980a216d" providerId="ADAL" clId="{19D7A346-69B5-4373-9ED6-C0B2AE2BF2A3}" dt="2024-03-06T09:14:03.208" v="24"/>
        <pc:sldMkLst>
          <pc:docMk/>
          <pc:sldMk cId="0" sldId="277"/>
        </pc:sldMkLst>
        <pc:spChg chg="mod">
          <ac:chgData name="Liew Pei Ling" userId="c3090c8e-0726-43ba-95b9-123e980a216d" providerId="ADAL" clId="{19D7A346-69B5-4373-9ED6-C0B2AE2BF2A3}" dt="2024-03-06T09:13:47.582" v="23" actId="20577"/>
          <ac:spMkLst>
            <pc:docMk/>
            <pc:sldMk cId="0" sldId="277"/>
            <ac:spMk id="3" creationId="{F951EA17-7236-460F-FEFE-91B15C91FB28}"/>
          </ac:spMkLst>
        </pc:spChg>
        <pc:spChg chg="mod">
          <ac:chgData name="Liew Pei Ling" userId="c3090c8e-0726-43ba-95b9-123e980a216d" providerId="ADAL" clId="{19D7A346-69B5-4373-9ED6-C0B2AE2BF2A3}" dt="2024-03-06T09:12:41.167" v="15" actId="120"/>
          <ac:spMkLst>
            <pc:docMk/>
            <pc:sldMk cId="0" sldId="277"/>
            <ac:spMk id="16386" creationId="{438BB5EA-3917-22CC-B52C-DBA5EA78A9A1}"/>
          </ac:spMkLst>
        </pc:spChg>
      </pc:sldChg>
      <pc:sldChg chg="modSp mod">
        <pc:chgData name="Liew Pei Ling" userId="c3090c8e-0726-43ba-95b9-123e980a216d" providerId="ADAL" clId="{19D7A346-69B5-4373-9ED6-C0B2AE2BF2A3}" dt="2024-03-06T09:22:09.623" v="118" actId="1076"/>
        <pc:sldMkLst>
          <pc:docMk/>
          <pc:sldMk cId="0" sldId="278"/>
        </pc:sldMkLst>
        <pc:spChg chg="mod">
          <ac:chgData name="Liew Pei Ling" userId="c3090c8e-0726-43ba-95b9-123e980a216d" providerId="ADAL" clId="{19D7A346-69B5-4373-9ED6-C0B2AE2BF2A3}" dt="2024-03-06T09:21:20.844" v="108" actId="1076"/>
          <ac:spMkLst>
            <pc:docMk/>
            <pc:sldMk cId="0" sldId="278"/>
            <ac:spMk id="2" creationId="{91DF75CB-00E0-65AD-290F-8BB62FC1CFDB}"/>
          </ac:spMkLst>
        </pc:spChg>
        <pc:spChg chg="mod">
          <ac:chgData name="Liew Pei Ling" userId="c3090c8e-0726-43ba-95b9-123e980a216d" providerId="ADAL" clId="{19D7A346-69B5-4373-9ED6-C0B2AE2BF2A3}" dt="2024-03-06T09:22:09.623" v="118" actId="1076"/>
          <ac:spMkLst>
            <pc:docMk/>
            <pc:sldMk cId="0" sldId="278"/>
            <ac:spMk id="3" creationId="{C1F5E7B8-44D3-9836-2EDB-C54E4115E198}"/>
          </ac:spMkLst>
        </pc:spChg>
      </pc:sldChg>
      <pc:sldChg chg="modSp mod">
        <pc:chgData name="Liew Pei Ling" userId="c3090c8e-0726-43ba-95b9-123e980a216d" providerId="ADAL" clId="{19D7A346-69B5-4373-9ED6-C0B2AE2BF2A3}" dt="2024-03-06T09:24:59.550" v="145" actId="14100"/>
        <pc:sldMkLst>
          <pc:docMk/>
          <pc:sldMk cId="0" sldId="280"/>
        </pc:sldMkLst>
        <pc:spChg chg="mod">
          <ac:chgData name="Liew Pei Ling" userId="c3090c8e-0726-43ba-95b9-123e980a216d" providerId="ADAL" clId="{19D7A346-69B5-4373-9ED6-C0B2AE2BF2A3}" dt="2024-03-06T09:24:25.085" v="139" actId="14100"/>
          <ac:spMkLst>
            <pc:docMk/>
            <pc:sldMk cId="0" sldId="280"/>
            <ac:spMk id="2" creationId="{9392FE8C-6EC9-5EC9-E936-B47BA8C9B3EA}"/>
          </ac:spMkLst>
        </pc:spChg>
        <pc:spChg chg="mod">
          <ac:chgData name="Liew Pei Ling" userId="c3090c8e-0726-43ba-95b9-123e980a216d" providerId="ADAL" clId="{19D7A346-69B5-4373-9ED6-C0B2AE2BF2A3}" dt="2024-03-06T09:24:59.550" v="145" actId="14100"/>
          <ac:spMkLst>
            <pc:docMk/>
            <pc:sldMk cId="0" sldId="280"/>
            <ac:spMk id="3" creationId="{B56FA4C4-7C4C-028E-7138-90F2D0E7DD40}"/>
          </ac:spMkLst>
        </pc:spChg>
      </pc:sldChg>
      <pc:sldChg chg="modSp mod">
        <pc:chgData name="Liew Pei Ling" userId="c3090c8e-0726-43ba-95b9-123e980a216d" providerId="ADAL" clId="{19D7A346-69B5-4373-9ED6-C0B2AE2BF2A3}" dt="2024-03-06T09:35:55.068" v="160" actId="1076"/>
        <pc:sldMkLst>
          <pc:docMk/>
          <pc:sldMk cId="0" sldId="281"/>
        </pc:sldMkLst>
        <pc:spChg chg="mod">
          <ac:chgData name="Liew Pei Ling" userId="c3090c8e-0726-43ba-95b9-123e980a216d" providerId="ADAL" clId="{19D7A346-69B5-4373-9ED6-C0B2AE2BF2A3}" dt="2024-03-06T09:35:55.068" v="160" actId="1076"/>
          <ac:spMkLst>
            <pc:docMk/>
            <pc:sldMk cId="0" sldId="281"/>
            <ac:spMk id="2" creationId="{F8FB5F1F-02C6-2EC7-6FC5-41BE26A7703B}"/>
          </ac:spMkLst>
        </pc:spChg>
        <pc:spChg chg="mod">
          <ac:chgData name="Liew Pei Ling" userId="c3090c8e-0726-43ba-95b9-123e980a216d" providerId="ADAL" clId="{19D7A346-69B5-4373-9ED6-C0B2AE2BF2A3}" dt="2024-03-06T09:35:31.647" v="158" actId="12"/>
          <ac:spMkLst>
            <pc:docMk/>
            <pc:sldMk cId="0" sldId="281"/>
            <ac:spMk id="3" creationId="{528DA1F6-25C7-49B4-6EBF-A3BF516B35AB}"/>
          </ac:spMkLst>
        </pc:spChg>
      </pc:sldChg>
      <pc:sldChg chg="modSp mod">
        <pc:chgData name="Liew Pei Ling" userId="c3090c8e-0726-43ba-95b9-123e980a216d" providerId="ADAL" clId="{19D7A346-69B5-4373-9ED6-C0B2AE2BF2A3}" dt="2024-03-07T05:00:51.640" v="214" actId="1076"/>
        <pc:sldMkLst>
          <pc:docMk/>
          <pc:sldMk cId="0" sldId="282"/>
        </pc:sldMkLst>
        <pc:spChg chg="mod">
          <ac:chgData name="Liew Pei Ling" userId="c3090c8e-0726-43ba-95b9-123e980a216d" providerId="ADAL" clId="{19D7A346-69B5-4373-9ED6-C0B2AE2BF2A3}" dt="2024-03-07T05:00:41.399" v="209" actId="1076"/>
          <ac:spMkLst>
            <pc:docMk/>
            <pc:sldMk cId="0" sldId="282"/>
            <ac:spMk id="2" creationId="{62656349-0F06-7DFB-B4C5-21E94AA7A0B5}"/>
          </ac:spMkLst>
        </pc:spChg>
        <pc:spChg chg="mod">
          <ac:chgData name="Liew Pei Ling" userId="c3090c8e-0726-43ba-95b9-123e980a216d" providerId="ADAL" clId="{19D7A346-69B5-4373-9ED6-C0B2AE2BF2A3}" dt="2024-03-07T05:00:51.640" v="214" actId="1076"/>
          <ac:spMkLst>
            <pc:docMk/>
            <pc:sldMk cId="0" sldId="282"/>
            <ac:spMk id="3" creationId="{E54FEEF4-E2D4-E2A0-0B51-6CA992A50BD4}"/>
          </ac:spMkLst>
        </pc:spChg>
      </pc:sldChg>
      <pc:sldChg chg="modSp mod">
        <pc:chgData name="Liew Pei Ling" userId="c3090c8e-0726-43ba-95b9-123e980a216d" providerId="ADAL" clId="{19D7A346-69B5-4373-9ED6-C0B2AE2BF2A3}" dt="2024-03-06T09:24:08.341" v="135" actId="1076"/>
        <pc:sldMkLst>
          <pc:docMk/>
          <pc:sldMk cId="0" sldId="283"/>
        </pc:sldMkLst>
        <pc:spChg chg="mod">
          <ac:chgData name="Liew Pei Ling" userId="c3090c8e-0726-43ba-95b9-123e980a216d" providerId="ADAL" clId="{19D7A346-69B5-4373-9ED6-C0B2AE2BF2A3}" dt="2024-03-06T09:22:23.291" v="120" actId="1076"/>
          <ac:spMkLst>
            <pc:docMk/>
            <pc:sldMk cId="0" sldId="283"/>
            <ac:spMk id="2" creationId="{EBF705B0-16CE-57CF-399B-FEE578CA11BC}"/>
          </ac:spMkLst>
        </pc:spChg>
        <pc:spChg chg="mod">
          <ac:chgData name="Liew Pei Ling" userId="c3090c8e-0726-43ba-95b9-123e980a216d" providerId="ADAL" clId="{19D7A346-69B5-4373-9ED6-C0B2AE2BF2A3}" dt="2024-03-06T09:24:08.341" v="135" actId="1076"/>
          <ac:spMkLst>
            <pc:docMk/>
            <pc:sldMk cId="0" sldId="283"/>
            <ac:spMk id="5" creationId="{1C79BA2C-222A-1073-23F1-897F49F2B679}"/>
          </ac:spMkLst>
        </pc:spChg>
        <pc:picChg chg="mod">
          <ac:chgData name="Liew Pei Ling" userId="c3090c8e-0726-43ba-95b9-123e980a216d" providerId="ADAL" clId="{19D7A346-69B5-4373-9ED6-C0B2AE2BF2A3}" dt="2024-03-06T09:24:01.156" v="134" actId="14100"/>
          <ac:picMkLst>
            <pc:docMk/>
            <pc:sldMk cId="0" sldId="283"/>
            <ac:picMk id="21508" creationId="{879E1349-75FA-2A07-50BF-F983FBEC3DC8}"/>
          </ac:picMkLst>
        </pc:picChg>
      </pc:sldChg>
      <pc:sldChg chg="modSp mod">
        <pc:chgData name="Liew Pei Ling" userId="c3090c8e-0726-43ba-95b9-123e980a216d" providerId="ADAL" clId="{19D7A346-69B5-4373-9ED6-C0B2AE2BF2A3}" dt="2024-03-07T05:03:44.181" v="260" actId="33524"/>
        <pc:sldMkLst>
          <pc:docMk/>
          <pc:sldMk cId="0" sldId="321"/>
        </pc:sldMkLst>
        <pc:spChg chg="mod">
          <ac:chgData name="Liew Pei Ling" userId="c3090c8e-0726-43ba-95b9-123e980a216d" providerId="ADAL" clId="{19D7A346-69B5-4373-9ED6-C0B2AE2BF2A3}" dt="2024-03-07T05:02:58.541" v="240" actId="255"/>
          <ac:spMkLst>
            <pc:docMk/>
            <pc:sldMk cId="0" sldId="321"/>
            <ac:spMk id="28674" creationId="{8A0C2C07-EEE3-1382-AE4E-3C7AB25F7344}"/>
          </ac:spMkLst>
        </pc:spChg>
        <pc:spChg chg="mod">
          <ac:chgData name="Liew Pei Ling" userId="c3090c8e-0726-43ba-95b9-123e980a216d" providerId="ADAL" clId="{19D7A346-69B5-4373-9ED6-C0B2AE2BF2A3}" dt="2024-03-07T05:03:44.181" v="260" actId="33524"/>
          <ac:spMkLst>
            <pc:docMk/>
            <pc:sldMk cId="0" sldId="321"/>
            <ac:spMk id="28675" creationId="{48937647-CA53-C1FD-0947-3944621E560C}"/>
          </ac:spMkLst>
        </pc:spChg>
        <pc:picChg chg="mod">
          <ac:chgData name="Liew Pei Ling" userId="c3090c8e-0726-43ba-95b9-123e980a216d" providerId="ADAL" clId="{19D7A346-69B5-4373-9ED6-C0B2AE2BF2A3}" dt="2024-03-07T05:03:09.527" v="244" actId="1076"/>
          <ac:picMkLst>
            <pc:docMk/>
            <pc:sldMk cId="0" sldId="321"/>
            <ac:picMk id="28676" creationId="{44E7C459-6CF6-18D8-A9B3-DE20F477E1A6}"/>
          </ac:picMkLst>
        </pc:picChg>
      </pc:sldChg>
      <pc:sldChg chg="modSp mod">
        <pc:chgData name="Liew Pei Ling" userId="c3090c8e-0726-43ba-95b9-123e980a216d" providerId="ADAL" clId="{19D7A346-69B5-4373-9ED6-C0B2AE2BF2A3}" dt="2024-03-07T05:05:55.841" v="274" actId="20577"/>
        <pc:sldMkLst>
          <pc:docMk/>
          <pc:sldMk cId="0" sldId="322"/>
        </pc:sldMkLst>
        <pc:spChg chg="mod">
          <ac:chgData name="Liew Pei Ling" userId="c3090c8e-0726-43ba-95b9-123e980a216d" providerId="ADAL" clId="{19D7A346-69B5-4373-9ED6-C0B2AE2BF2A3}" dt="2024-03-07T05:05:55.841" v="274" actId="20577"/>
          <ac:spMkLst>
            <pc:docMk/>
            <pc:sldMk cId="0" sldId="322"/>
            <ac:spMk id="29699" creationId="{060772A2-D3CB-1F92-759A-15A145BAD5F1}"/>
          </ac:spMkLst>
        </pc:spChg>
      </pc:sldChg>
      <pc:sldChg chg="modSp">
        <pc:chgData name="Liew Pei Ling" userId="c3090c8e-0726-43ba-95b9-123e980a216d" providerId="ADAL" clId="{19D7A346-69B5-4373-9ED6-C0B2AE2BF2A3}" dt="2024-03-07T05:06:26.127" v="276" actId="1076"/>
        <pc:sldMkLst>
          <pc:docMk/>
          <pc:sldMk cId="0" sldId="324"/>
        </pc:sldMkLst>
        <pc:spChg chg="mod">
          <ac:chgData name="Liew Pei Ling" userId="c3090c8e-0726-43ba-95b9-123e980a216d" providerId="ADAL" clId="{19D7A346-69B5-4373-9ED6-C0B2AE2BF2A3}" dt="2024-03-07T05:06:26.127" v="276" actId="1076"/>
          <ac:spMkLst>
            <pc:docMk/>
            <pc:sldMk cId="0" sldId="324"/>
            <ac:spMk id="3" creationId="{52B52501-AD2D-52EC-64A5-4E5E4793A2EB}"/>
          </ac:spMkLst>
        </pc:spChg>
      </pc:sldChg>
      <pc:sldChg chg="modSp">
        <pc:chgData name="Liew Pei Ling" userId="c3090c8e-0726-43ba-95b9-123e980a216d" providerId="ADAL" clId="{19D7A346-69B5-4373-9ED6-C0B2AE2BF2A3}" dt="2024-03-07T05:06:22.575" v="275" actId="1076"/>
        <pc:sldMkLst>
          <pc:docMk/>
          <pc:sldMk cId="0" sldId="325"/>
        </pc:sldMkLst>
        <pc:spChg chg="mod">
          <ac:chgData name="Liew Pei Ling" userId="c3090c8e-0726-43ba-95b9-123e980a216d" providerId="ADAL" clId="{19D7A346-69B5-4373-9ED6-C0B2AE2BF2A3}" dt="2024-03-07T05:06:22.575" v="275" actId="1076"/>
          <ac:spMkLst>
            <pc:docMk/>
            <pc:sldMk cId="0" sldId="325"/>
            <ac:spMk id="3" creationId="{92F715F8-BC20-A84E-90B4-E3B6306B732A}"/>
          </ac:spMkLst>
        </pc:spChg>
      </pc:sldChg>
      <pc:sldChg chg="modSp">
        <pc:chgData name="Liew Pei Ling" userId="c3090c8e-0726-43ba-95b9-123e980a216d" providerId="ADAL" clId="{19D7A346-69B5-4373-9ED6-C0B2AE2BF2A3}" dt="2024-03-07T05:06:35.558" v="277" actId="1076"/>
        <pc:sldMkLst>
          <pc:docMk/>
          <pc:sldMk cId="0" sldId="326"/>
        </pc:sldMkLst>
        <pc:spChg chg="mod">
          <ac:chgData name="Liew Pei Ling" userId="c3090c8e-0726-43ba-95b9-123e980a216d" providerId="ADAL" clId="{19D7A346-69B5-4373-9ED6-C0B2AE2BF2A3}" dt="2024-03-07T05:06:35.558" v="277" actId="1076"/>
          <ac:spMkLst>
            <pc:docMk/>
            <pc:sldMk cId="0" sldId="326"/>
            <ac:spMk id="3" creationId="{86CEA7CA-137D-BBF8-E4ED-9909F471E40E}"/>
          </ac:spMkLst>
        </pc:spChg>
      </pc:sldChg>
      <pc:sldChg chg="modSp mod">
        <pc:chgData name="Liew Pei Ling" userId="c3090c8e-0726-43ba-95b9-123e980a216d" providerId="ADAL" clId="{19D7A346-69B5-4373-9ED6-C0B2AE2BF2A3}" dt="2024-03-07T05:09:14.874" v="282" actId="20577"/>
        <pc:sldMkLst>
          <pc:docMk/>
          <pc:sldMk cId="0" sldId="330"/>
        </pc:sldMkLst>
        <pc:spChg chg="mod">
          <ac:chgData name="Liew Pei Ling" userId="c3090c8e-0726-43ba-95b9-123e980a216d" providerId="ADAL" clId="{19D7A346-69B5-4373-9ED6-C0B2AE2BF2A3}" dt="2024-03-07T05:08:38.964" v="278" actId="120"/>
          <ac:spMkLst>
            <pc:docMk/>
            <pc:sldMk cId="0" sldId="330"/>
            <ac:spMk id="37890" creationId="{4ACD13EC-BD68-B435-1EB4-BAA22ED1B8CD}"/>
          </ac:spMkLst>
        </pc:spChg>
        <pc:spChg chg="mod">
          <ac:chgData name="Liew Pei Ling" userId="c3090c8e-0726-43ba-95b9-123e980a216d" providerId="ADAL" clId="{19D7A346-69B5-4373-9ED6-C0B2AE2BF2A3}" dt="2024-03-07T05:09:14.874" v="282" actId="20577"/>
          <ac:spMkLst>
            <pc:docMk/>
            <pc:sldMk cId="0" sldId="330"/>
            <ac:spMk id="37891" creationId="{E5ACD2DB-066D-EAA3-AF85-69FC96728021}"/>
          </ac:spMkLst>
        </pc:spChg>
      </pc:sldChg>
      <pc:sldChg chg="modSp mod">
        <pc:chgData name="Liew Pei Ling" userId="c3090c8e-0726-43ba-95b9-123e980a216d" providerId="ADAL" clId="{19D7A346-69B5-4373-9ED6-C0B2AE2BF2A3}" dt="2024-03-07T05:09:41.584" v="285" actId="255"/>
        <pc:sldMkLst>
          <pc:docMk/>
          <pc:sldMk cId="0" sldId="332"/>
        </pc:sldMkLst>
        <pc:spChg chg="mod">
          <ac:chgData name="Liew Pei Ling" userId="c3090c8e-0726-43ba-95b9-123e980a216d" providerId="ADAL" clId="{19D7A346-69B5-4373-9ED6-C0B2AE2BF2A3}" dt="2024-03-07T05:09:41.584" v="285" actId="255"/>
          <ac:spMkLst>
            <pc:docMk/>
            <pc:sldMk cId="0" sldId="332"/>
            <ac:spMk id="39939" creationId="{75964A5B-BA6C-4871-ADEE-9255952CC5F5}"/>
          </ac:spMkLst>
        </pc:spChg>
      </pc:sldChg>
      <pc:sldChg chg="modSp mod">
        <pc:chgData name="Liew Pei Ling" userId="c3090c8e-0726-43ba-95b9-123e980a216d" providerId="ADAL" clId="{19D7A346-69B5-4373-9ED6-C0B2AE2BF2A3}" dt="2024-03-07T05:10:03.534" v="287" actId="12"/>
        <pc:sldMkLst>
          <pc:docMk/>
          <pc:sldMk cId="0" sldId="333"/>
        </pc:sldMkLst>
        <pc:spChg chg="mod">
          <ac:chgData name="Liew Pei Ling" userId="c3090c8e-0726-43ba-95b9-123e980a216d" providerId="ADAL" clId="{19D7A346-69B5-4373-9ED6-C0B2AE2BF2A3}" dt="2024-03-07T05:10:03.534" v="287" actId="12"/>
          <ac:spMkLst>
            <pc:docMk/>
            <pc:sldMk cId="0" sldId="333"/>
            <ac:spMk id="3" creationId="{E046B5B3-3D23-3688-F70A-B489E986E8EA}"/>
          </ac:spMkLst>
        </pc:spChg>
      </pc:sldChg>
      <pc:sldChg chg="modSp mod">
        <pc:chgData name="Liew Pei Ling" userId="c3090c8e-0726-43ba-95b9-123e980a216d" providerId="ADAL" clId="{19D7A346-69B5-4373-9ED6-C0B2AE2BF2A3}" dt="2024-03-07T05:12:02.658" v="296" actId="20577"/>
        <pc:sldMkLst>
          <pc:docMk/>
          <pc:sldMk cId="0" sldId="335"/>
        </pc:sldMkLst>
        <pc:spChg chg="mod">
          <ac:chgData name="Liew Pei Ling" userId="c3090c8e-0726-43ba-95b9-123e980a216d" providerId="ADAL" clId="{19D7A346-69B5-4373-9ED6-C0B2AE2BF2A3}" dt="2024-03-07T05:12:02.658" v="296" actId="20577"/>
          <ac:spMkLst>
            <pc:docMk/>
            <pc:sldMk cId="0" sldId="335"/>
            <ac:spMk id="43011" creationId="{1882BF91-2A06-E238-44E4-2A8623DE49BA}"/>
          </ac:spMkLst>
        </pc:spChg>
      </pc:sldChg>
      <pc:sldChg chg="modSp mod">
        <pc:chgData name="Liew Pei Ling" userId="c3090c8e-0726-43ba-95b9-123e980a216d" providerId="ADAL" clId="{19D7A346-69B5-4373-9ED6-C0B2AE2BF2A3}" dt="2024-03-07T05:14:43.460" v="300" actId="114"/>
        <pc:sldMkLst>
          <pc:docMk/>
          <pc:sldMk cId="0" sldId="337"/>
        </pc:sldMkLst>
        <pc:spChg chg="mod">
          <ac:chgData name="Liew Pei Ling" userId="c3090c8e-0726-43ba-95b9-123e980a216d" providerId="ADAL" clId="{19D7A346-69B5-4373-9ED6-C0B2AE2BF2A3}" dt="2024-03-07T05:14:43.460" v="300" actId="114"/>
          <ac:spMkLst>
            <pc:docMk/>
            <pc:sldMk cId="0" sldId="337"/>
            <ac:spMk id="3" creationId="{32D4D8D0-D34C-259C-5C1F-D514EEC70983}"/>
          </ac:spMkLst>
        </pc:spChg>
      </pc:sldChg>
      <pc:sldChg chg="modSp mod">
        <pc:chgData name="Liew Pei Ling" userId="c3090c8e-0726-43ba-95b9-123e980a216d" providerId="ADAL" clId="{19D7A346-69B5-4373-9ED6-C0B2AE2BF2A3}" dt="2024-03-07T05:18:05.305" v="337" actId="20577"/>
        <pc:sldMkLst>
          <pc:docMk/>
          <pc:sldMk cId="0" sldId="340"/>
        </pc:sldMkLst>
        <pc:spChg chg="mod">
          <ac:chgData name="Liew Pei Ling" userId="c3090c8e-0726-43ba-95b9-123e980a216d" providerId="ADAL" clId="{19D7A346-69B5-4373-9ED6-C0B2AE2BF2A3}" dt="2024-03-07T05:18:05.305" v="337" actId="20577"/>
          <ac:spMkLst>
            <pc:docMk/>
            <pc:sldMk cId="0" sldId="340"/>
            <ac:spMk id="4" creationId="{A5AEC392-1B80-0EFA-AAF4-0FD6F565BCB4}"/>
          </ac:spMkLst>
        </pc:spChg>
        <pc:spChg chg="mod">
          <ac:chgData name="Liew Pei Ling" userId="c3090c8e-0726-43ba-95b9-123e980a216d" providerId="ADAL" clId="{19D7A346-69B5-4373-9ED6-C0B2AE2BF2A3}" dt="2024-03-07T05:15:13.803" v="303" actId="120"/>
          <ac:spMkLst>
            <pc:docMk/>
            <pc:sldMk cId="0" sldId="340"/>
            <ac:spMk id="47107" creationId="{0E4D2CAF-C7F3-EF04-8009-107DDBFAAD6D}"/>
          </ac:spMkLst>
        </pc:spChg>
      </pc:sldChg>
      <pc:sldChg chg="modSp mod">
        <pc:chgData name="Liew Pei Ling" userId="c3090c8e-0726-43ba-95b9-123e980a216d" providerId="ADAL" clId="{19D7A346-69B5-4373-9ED6-C0B2AE2BF2A3}" dt="2024-03-07T05:20:02.882" v="347" actId="20577"/>
        <pc:sldMkLst>
          <pc:docMk/>
          <pc:sldMk cId="0" sldId="343"/>
        </pc:sldMkLst>
        <pc:spChg chg="mod">
          <ac:chgData name="Liew Pei Ling" userId="c3090c8e-0726-43ba-95b9-123e980a216d" providerId="ADAL" clId="{19D7A346-69B5-4373-9ED6-C0B2AE2BF2A3}" dt="2024-03-07T05:20:02.882" v="347" actId="20577"/>
          <ac:spMkLst>
            <pc:docMk/>
            <pc:sldMk cId="0" sldId="343"/>
            <ac:spMk id="7" creationId="{4595B615-FEEC-63B7-D842-39968A69DAE9}"/>
          </ac:spMkLst>
        </pc:spChg>
        <pc:spChg chg="mod">
          <ac:chgData name="Liew Pei Ling" userId="c3090c8e-0726-43ba-95b9-123e980a216d" providerId="ADAL" clId="{19D7A346-69B5-4373-9ED6-C0B2AE2BF2A3}" dt="2024-03-07T05:19:43.867" v="339" actId="120"/>
          <ac:spMkLst>
            <pc:docMk/>
            <pc:sldMk cId="0" sldId="343"/>
            <ac:spMk id="49155" creationId="{9DA20D92-3B1E-C3C5-04D3-E545B08C1895}"/>
          </ac:spMkLst>
        </pc:spChg>
      </pc:sldChg>
      <pc:sldChg chg="modSp mod">
        <pc:chgData name="Liew Pei Ling" userId="c3090c8e-0726-43ba-95b9-123e980a216d" providerId="ADAL" clId="{19D7A346-69B5-4373-9ED6-C0B2AE2BF2A3}" dt="2024-03-07T05:23:40.496" v="371" actId="12"/>
        <pc:sldMkLst>
          <pc:docMk/>
          <pc:sldMk cId="0" sldId="350"/>
        </pc:sldMkLst>
        <pc:spChg chg="mod">
          <ac:chgData name="Liew Pei Ling" userId="c3090c8e-0726-43ba-95b9-123e980a216d" providerId="ADAL" clId="{19D7A346-69B5-4373-9ED6-C0B2AE2BF2A3}" dt="2024-03-07T05:23:35.754" v="369" actId="113"/>
          <ac:spMkLst>
            <pc:docMk/>
            <pc:sldMk cId="0" sldId="350"/>
            <ac:spMk id="51203" creationId="{42BC6131-0B7B-2673-E017-3FF4DC257971}"/>
          </ac:spMkLst>
        </pc:spChg>
        <pc:spChg chg="mod">
          <ac:chgData name="Liew Pei Ling" userId="c3090c8e-0726-43ba-95b9-123e980a216d" providerId="ADAL" clId="{19D7A346-69B5-4373-9ED6-C0B2AE2BF2A3}" dt="2024-03-07T05:23:40.496" v="371" actId="12"/>
          <ac:spMkLst>
            <pc:docMk/>
            <pc:sldMk cId="0" sldId="350"/>
            <ac:spMk id="51204" creationId="{CA506AE7-C885-9F40-7897-CDAA11F8A652}"/>
          </ac:spMkLst>
        </pc:spChg>
      </pc:sldChg>
      <pc:sldChg chg="modSp mod">
        <pc:chgData name="Liew Pei Ling" userId="c3090c8e-0726-43ba-95b9-123e980a216d" providerId="ADAL" clId="{19D7A346-69B5-4373-9ED6-C0B2AE2BF2A3}" dt="2024-03-07T05:24:44.382" v="378" actId="14100"/>
        <pc:sldMkLst>
          <pc:docMk/>
          <pc:sldMk cId="0" sldId="352"/>
        </pc:sldMkLst>
        <pc:spChg chg="mod">
          <ac:chgData name="Liew Pei Ling" userId="c3090c8e-0726-43ba-95b9-123e980a216d" providerId="ADAL" clId="{19D7A346-69B5-4373-9ED6-C0B2AE2BF2A3}" dt="2024-03-07T05:24:35.559" v="375" actId="255"/>
          <ac:spMkLst>
            <pc:docMk/>
            <pc:sldMk cId="0" sldId="352"/>
            <ac:spMk id="3" creationId="{04C3D7A8-C6AE-3C73-E5E9-0304D53B8A5E}"/>
          </ac:spMkLst>
        </pc:spChg>
        <pc:spChg chg="mod">
          <ac:chgData name="Liew Pei Ling" userId="c3090c8e-0726-43ba-95b9-123e980a216d" providerId="ADAL" clId="{19D7A346-69B5-4373-9ED6-C0B2AE2BF2A3}" dt="2024-03-07T05:24:28.265" v="373" actId="113"/>
          <ac:spMkLst>
            <pc:docMk/>
            <pc:sldMk cId="0" sldId="352"/>
            <ac:spMk id="52227" creationId="{80DCFC14-2837-EFCB-FFC8-75BD519640B7}"/>
          </ac:spMkLst>
        </pc:spChg>
        <pc:picChg chg="mod">
          <ac:chgData name="Liew Pei Ling" userId="c3090c8e-0726-43ba-95b9-123e980a216d" providerId="ADAL" clId="{19D7A346-69B5-4373-9ED6-C0B2AE2BF2A3}" dt="2024-03-07T05:24:44.382" v="378" actId="14100"/>
          <ac:picMkLst>
            <pc:docMk/>
            <pc:sldMk cId="0" sldId="352"/>
            <ac:picMk id="52228" creationId="{A3C45D4F-A245-9496-7CFB-84B9A1B64032}"/>
          </ac:picMkLst>
        </pc:picChg>
      </pc:sldChg>
      <pc:sldChg chg="modSp mod">
        <pc:chgData name="Liew Pei Ling" userId="c3090c8e-0726-43ba-95b9-123e980a216d" providerId="ADAL" clId="{19D7A346-69B5-4373-9ED6-C0B2AE2BF2A3}" dt="2024-03-07T05:26:16.645" v="388" actId="20577"/>
        <pc:sldMkLst>
          <pc:docMk/>
          <pc:sldMk cId="0" sldId="355"/>
        </pc:sldMkLst>
        <pc:spChg chg="mod">
          <ac:chgData name="Liew Pei Ling" userId="c3090c8e-0726-43ba-95b9-123e980a216d" providerId="ADAL" clId="{19D7A346-69B5-4373-9ED6-C0B2AE2BF2A3}" dt="2024-03-07T05:26:16.645" v="388" actId="20577"/>
          <ac:spMkLst>
            <pc:docMk/>
            <pc:sldMk cId="0" sldId="355"/>
            <ac:spMk id="5" creationId="{AF398DEC-8F7B-A083-8B8C-4A3F0970471A}"/>
          </ac:spMkLst>
        </pc:spChg>
        <pc:spChg chg="mod">
          <ac:chgData name="Liew Pei Ling" userId="c3090c8e-0726-43ba-95b9-123e980a216d" providerId="ADAL" clId="{19D7A346-69B5-4373-9ED6-C0B2AE2BF2A3}" dt="2024-03-07T05:25:54.065" v="380" actId="120"/>
          <ac:spMkLst>
            <pc:docMk/>
            <pc:sldMk cId="0" sldId="355"/>
            <ac:spMk id="53251" creationId="{B773AF67-23DF-AB3C-A0B3-BE5DD1EE8E0A}"/>
          </ac:spMkLst>
        </pc:spChg>
      </pc:sldChg>
      <pc:sldChg chg="modSp mod">
        <pc:chgData name="Liew Pei Ling" userId="c3090c8e-0726-43ba-95b9-123e980a216d" providerId="ADAL" clId="{19D7A346-69B5-4373-9ED6-C0B2AE2BF2A3}" dt="2024-03-07T05:23:24.219" v="367" actId="120"/>
        <pc:sldMkLst>
          <pc:docMk/>
          <pc:sldMk cId="0" sldId="356"/>
        </pc:sldMkLst>
        <pc:spChg chg="mod">
          <ac:chgData name="Liew Pei Ling" userId="c3090c8e-0726-43ba-95b9-123e980a216d" providerId="ADAL" clId="{19D7A346-69B5-4373-9ED6-C0B2AE2BF2A3}" dt="2024-03-07T05:23:17.150" v="365" actId="6549"/>
          <ac:spMkLst>
            <pc:docMk/>
            <pc:sldMk cId="0" sldId="356"/>
            <ac:spMk id="3" creationId="{6552B352-FFFB-9F0E-E55C-05C5471D31C3}"/>
          </ac:spMkLst>
        </pc:spChg>
        <pc:spChg chg="mod">
          <ac:chgData name="Liew Pei Ling" userId="c3090c8e-0726-43ba-95b9-123e980a216d" providerId="ADAL" clId="{19D7A346-69B5-4373-9ED6-C0B2AE2BF2A3}" dt="2024-03-07T05:23:24.219" v="367" actId="120"/>
          <ac:spMkLst>
            <pc:docMk/>
            <pc:sldMk cId="0" sldId="356"/>
            <ac:spMk id="50178" creationId="{D9DA9C0E-0BCF-10D9-D98B-11868FD91FF0}"/>
          </ac:spMkLst>
        </pc:spChg>
      </pc:sldChg>
      <pc:sldChg chg="addSp delSp modSp mod">
        <pc:chgData name="Liew Pei Ling" userId="c3090c8e-0726-43ba-95b9-123e980a216d" providerId="ADAL" clId="{19D7A346-69B5-4373-9ED6-C0B2AE2BF2A3}" dt="2024-03-07T07:20:37.498" v="473" actId="207"/>
        <pc:sldMkLst>
          <pc:docMk/>
          <pc:sldMk cId="0" sldId="364"/>
        </pc:sldMkLst>
        <pc:spChg chg="add del mod">
          <ac:chgData name="Liew Pei Ling" userId="c3090c8e-0726-43ba-95b9-123e980a216d" providerId="ADAL" clId="{19D7A346-69B5-4373-9ED6-C0B2AE2BF2A3}" dt="2024-03-06T09:10:13.544" v="1" actId="478"/>
          <ac:spMkLst>
            <pc:docMk/>
            <pc:sldMk cId="0" sldId="364"/>
            <ac:spMk id="3" creationId="{7518CB65-25C8-5681-5C2E-475A70FA82E9}"/>
          </ac:spMkLst>
        </pc:spChg>
        <pc:graphicFrameChg chg="del">
          <ac:chgData name="Liew Pei Ling" userId="c3090c8e-0726-43ba-95b9-123e980a216d" providerId="ADAL" clId="{19D7A346-69B5-4373-9ED6-C0B2AE2BF2A3}" dt="2024-03-06T09:10:09.977" v="0" actId="478"/>
          <ac:graphicFrameMkLst>
            <pc:docMk/>
            <pc:sldMk cId="0" sldId="364"/>
            <ac:graphicFrameMk id="4" creationId="{084A67CF-1EF9-74B4-00B7-5925CE8C8B7A}"/>
          </ac:graphicFrameMkLst>
        </pc:graphicFrameChg>
        <pc:graphicFrameChg chg="add mod modGraphic">
          <ac:chgData name="Liew Pei Ling" userId="c3090c8e-0726-43ba-95b9-123e980a216d" providerId="ADAL" clId="{19D7A346-69B5-4373-9ED6-C0B2AE2BF2A3}" dt="2024-03-07T07:20:37.498" v="473" actId="207"/>
          <ac:graphicFrameMkLst>
            <pc:docMk/>
            <pc:sldMk cId="0" sldId="364"/>
            <ac:graphicFrameMk id="5" creationId="{46120EFB-DC32-DFF3-480C-CF61627558B9}"/>
          </ac:graphicFrameMkLst>
        </pc:graphicFrameChg>
      </pc:sldChg>
      <pc:sldChg chg="modSp mod">
        <pc:chgData name="Liew Pei Ling" userId="c3090c8e-0726-43ba-95b9-123e980a216d" providerId="ADAL" clId="{19D7A346-69B5-4373-9ED6-C0B2AE2BF2A3}" dt="2024-03-07T05:02:20.181" v="237" actId="2711"/>
        <pc:sldMkLst>
          <pc:docMk/>
          <pc:sldMk cId="1907103149" sldId="365"/>
        </pc:sldMkLst>
        <pc:spChg chg="mod">
          <ac:chgData name="Liew Pei Ling" userId="c3090c8e-0726-43ba-95b9-123e980a216d" providerId="ADAL" clId="{19D7A346-69B5-4373-9ED6-C0B2AE2BF2A3}" dt="2024-03-07T05:02:20.181" v="237" actId="2711"/>
          <ac:spMkLst>
            <pc:docMk/>
            <pc:sldMk cId="1907103149" sldId="365"/>
            <ac:spMk id="3" creationId="{93FFACE7-12A3-E3A8-839E-67681859F342}"/>
          </ac:spMkLst>
        </pc:spChg>
      </pc:sldChg>
      <pc:sldChg chg="modSp mod">
        <pc:chgData name="Liew Pei Ling" userId="c3090c8e-0726-43ba-95b9-123e980a216d" providerId="ADAL" clId="{19D7A346-69B5-4373-9ED6-C0B2AE2BF2A3}" dt="2024-03-07T05:15:05.401" v="301" actId="2711"/>
        <pc:sldMkLst>
          <pc:docMk/>
          <pc:sldMk cId="1621992114" sldId="366"/>
        </pc:sldMkLst>
        <pc:spChg chg="mod">
          <ac:chgData name="Liew Pei Ling" userId="c3090c8e-0726-43ba-95b9-123e980a216d" providerId="ADAL" clId="{19D7A346-69B5-4373-9ED6-C0B2AE2BF2A3}" dt="2024-03-07T05:15:05.401" v="301" actId="2711"/>
          <ac:spMkLst>
            <pc:docMk/>
            <pc:sldMk cId="1621992114" sldId="366"/>
            <ac:spMk id="3" creationId="{85D852F9-215C-86C1-DA8B-22283FA20833}"/>
          </ac:spMkLst>
        </pc:spChg>
      </pc:sldChg>
      <pc:sldMasterChg chg="modSp mod">
        <pc:chgData name="Liew Pei Ling" userId="c3090c8e-0726-43ba-95b9-123e980a216d" providerId="ADAL" clId="{19D7A346-69B5-4373-9ED6-C0B2AE2BF2A3}" dt="2024-03-07T07:21:32.393" v="482" actId="6549"/>
        <pc:sldMasterMkLst>
          <pc:docMk/>
          <pc:sldMasterMk cId="0" sldId="2147483648"/>
        </pc:sldMasterMkLst>
        <pc:spChg chg="mod">
          <ac:chgData name="Liew Pei Ling" userId="c3090c8e-0726-43ba-95b9-123e980a216d" providerId="ADAL" clId="{19D7A346-69B5-4373-9ED6-C0B2AE2BF2A3}" dt="2024-03-07T07:21:32.393" v="482" actId="6549"/>
          <ac:spMkLst>
            <pc:docMk/>
            <pc:sldMasterMk cId="0" sldId="2147483648"/>
            <ac:spMk id="2" creationId="{1CCEC94E-A332-3595-DAAD-89F39750B3F7}"/>
          </ac:spMkLst>
        </pc:sp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8E49285-A8CE-461C-8C35-67BC95EEABFF}" type="doc">
      <dgm:prSet loTypeId="urn:microsoft.com/office/officeart/2011/layout/Circle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A4438203-1E8B-4F62-BBD3-AD404B5EE00E}">
      <dgm:prSet phldrT="[Text]" custT="1"/>
      <dgm:spPr/>
      <dgm:t>
        <a:bodyPr/>
        <a:lstStyle/>
        <a:p>
          <a:r>
            <a:rPr lang="en-US" sz="1100" b="1" dirty="0">
              <a:solidFill>
                <a:schemeClr val="accent6"/>
              </a:solidFill>
            </a:rPr>
            <a:t>Requirements</a:t>
          </a:r>
          <a:endParaRPr lang="en-GB" sz="1100" b="1" dirty="0">
            <a:solidFill>
              <a:schemeClr val="accent6"/>
            </a:solidFill>
          </a:endParaRPr>
        </a:p>
      </dgm:t>
    </dgm:pt>
    <dgm:pt modelId="{3238421B-97CC-4DB7-92A2-87165D2A4D02}" type="parTrans" cxnId="{E70EC745-D773-40F5-B203-3F9CE4DD616D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6ACE0F75-1EF2-4C87-A8C8-F5DD836CA43D}" type="sibTrans" cxnId="{E70EC745-D773-40F5-B203-3F9CE4DD616D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4902DD63-E093-4BF0-B4FA-BACEFC38C9EE}">
      <dgm:prSet phldrT="[Text]" custT="1"/>
      <dgm:spPr/>
      <dgm:t>
        <a:bodyPr/>
        <a:lstStyle/>
        <a:p>
          <a:r>
            <a:rPr lang="en-US" sz="1100" b="1" dirty="0">
              <a:solidFill>
                <a:schemeClr val="accent6"/>
              </a:solidFill>
            </a:rPr>
            <a:t>Design</a:t>
          </a:r>
          <a:endParaRPr lang="en-GB" sz="1100" b="1" dirty="0">
            <a:solidFill>
              <a:schemeClr val="accent6"/>
            </a:solidFill>
          </a:endParaRPr>
        </a:p>
      </dgm:t>
    </dgm:pt>
    <dgm:pt modelId="{789E4591-84BA-4278-90F3-17F923097E61}" type="parTrans" cxnId="{814413C5-A4FC-40F3-A54C-E7537DBFA25B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9E993511-D0F7-49FA-B9F0-DD14D6E8E1CA}" type="sibTrans" cxnId="{814413C5-A4FC-40F3-A54C-E7537DBFA25B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29027114-16DD-48B9-A266-691CF777B8BA}">
      <dgm:prSet phldrT="[Text]" custT="1"/>
      <dgm:spPr/>
      <dgm:t>
        <a:bodyPr/>
        <a:lstStyle/>
        <a:p>
          <a:r>
            <a:rPr lang="en-US" sz="1100" b="1" dirty="0">
              <a:solidFill>
                <a:schemeClr val="accent6"/>
              </a:solidFill>
            </a:rPr>
            <a:t>Development</a:t>
          </a:r>
          <a:endParaRPr lang="en-GB" sz="1100" b="1" dirty="0">
            <a:solidFill>
              <a:schemeClr val="accent6"/>
            </a:solidFill>
          </a:endParaRPr>
        </a:p>
      </dgm:t>
    </dgm:pt>
    <dgm:pt modelId="{FE886556-4345-4950-96CB-9737BDA18C4F}" type="parTrans" cxnId="{76CAE6F1-3590-491D-AFC5-596D86D39DCB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C3B8D68C-71AE-43D1-945E-31F2C0BCC40E}" type="sibTrans" cxnId="{76CAE6F1-3590-491D-AFC5-596D86D39DCB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54E65D87-3A97-4A35-BC31-A14708EDEDCC}">
      <dgm:prSet phldrT="[Text]" custT="1"/>
      <dgm:spPr/>
      <dgm:t>
        <a:bodyPr/>
        <a:lstStyle/>
        <a:p>
          <a:r>
            <a:rPr lang="en-US" sz="1100" b="1" dirty="0">
              <a:solidFill>
                <a:schemeClr val="accent6"/>
              </a:solidFill>
            </a:rPr>
            <a:t>Testing</a:t>
          </a:r>
          <a:endParaRPr lang="en-GB" sz="1100" b="1" dirty="0">
            <a:solidFill>
              <a:schemeClr val="accent6"/>
            </a:solidFill>
          </a:endParaRPr>
        </a:p>
      </dgm:t>
    </dgm:pt>
    <dgm:pt modelId="{5EA824EE-A4B8-4FBF-B871-23C54B685AC1}" type="parTrans" cxnId="{5D38E33C-92DC-40FF-B64F-2F80A2389E6B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8982573E-CBC2-415D-A1E3-CBBC2B66B3CE}" type="sibTrans" cxnId="{5D38E33C-92DC-40FF-B64F-2F80A2389E6B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E99F533D-5FA1-49DD-85C0-1FFDDA302020}">
      <dgm:prSet phldrT="[Text]" custT="1"/>
      <dgm:spPr/>
      <dgm:t>
        <a:bodyPr/>
        <a:lstStyle/>
        <a:p>
          <a:r>
            <a:rPr lang="en-US" sz="1100" b="1" dirty="0">
              <a:solidFill>
                <a:schemeClr val="accent6"/>
              </a:solidFill>
            </a:rPr>
            <a:t>Release &amp; Maintenance</a:t>
          </a:r>
          <a:endParaRPr lang="en-GB" sz="1100" b="1" dirty="0">
            <a:solidFill>
              <a:schemeClr val="accent6"/>
            </a:solidFill>
          </a:endParaRPr>
        </a:p>
      </dgm:t>
    </dgm:pt>
    <dgm:pt modelId="{B88E72C9-B16B-4249-BC33-00B548EEEB94}" type="parTrans" cxnId="{3F150FA9-BE8E-4900-A5A6-0B1E4D1C7D09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67CFA004-C054-4971-89BF-B40304B29600}" type="sibTrans" cxnId="{3F150FA9-BE8E-4900-A5A6-0B1E4D1C7D09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D1DAE7A1-4F16-4836-8821-5B14E7AEB9AC}">
      <dgm:prSet phldrT="[Text]" custT="1"/>
      <dgm:spPr/>
      <dgm:t>
        <a:bodyPr/>
        <a:lstStyle/>
        <a:p>
          <a:r>
            <a:rPr lang="en-US" sz="1200" b="1" dirty="0">
              <a:solidFill>
                <a:schemeClr val="accent6"/>
              </a:solidFill>
            </a:rPr>
            <a:t>Planning</a:t>
          </a:r>
          <a:endParaRPr lang="en-GB" sz="1100" b="1" dirty="0">
            <a:solidFill>
              <a:schemeClr val="accent6"/>
            </a:solidFill>
          </a:endParaRPr>
        </a:p>
      </dgm:t>
    </dgm:pt>
    <dgm:pt modelId="{0B4BBB53-19EB-4E7B-A106-F6CAACC595A4}" type="parTrans" cxnId="{7D080BEE-06A4-418B-B3E4-4BCB312E614A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D1516FFE-1EA9-4459-B017-53DD70771357}" type="sibTrans" cxnId="{7D080BEE-06A4-418B-B3E4-4BCB312E614A}">
      <dgm:prSet/>
      <dgm:spPr/>
      <dgm:t>
        <a:bodyPr/>
        <a:lstStyle/>
        <a:p>
          <a:endParaRPr lang="en-GB" sz="1100" b="1">
            <a:solidFill>
              <a:schemeClr val="accent6"/>
            </a:solidFill>
          </a:endParaRPr>
        </a:p>
      </dgm:t>
    </dgm:pt>
    <dgm:pt modelId="{98FD145E-5754-4AF6-97F1-56369EE9853C}" type="pres">
      <dgm:prSet presAssocID="{78E49285-A8CE-461C-8C35-67BC95EEABFF}" presName="Name0" presStyleCnt="0">
        <dgm:presLayoutVars>
          <dgm:chMax val="11"/>
          <dgm:chPref val="11"/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216D5C0C-ACD5-43D6-BB45-8605F33F1319}" type="pres">
      <dgm:prSet presAssocID="{E99F533D-5FA1-49DD-85C0-1FFDDA302020}" presName="Accent6" presStyleCnt="0"/>
      <dgm:spPr/>
    </dgm:pt>
    <dgm:pt modelId="{47143272-8F45-404F-8535-0ED62FBE5C38}" type="pres">
      <dgm:prSet presAssocID="{E99F533D-5FA1-49DD-85C0-1FFDDA302020}" presName="Accent" presStyleLbl="node1" presStyleIdx="0" presStyleCnt="6"/>
      <dgm:spPr/>
    </dgm:pt>
    <dgm:pt modelId="{A9A85F1E-92DE-4C02-BA76-9A051B048E6C}" type="pres">
      <dgm:prSet presAssocID="{E99F533D-5FA1-49DD-85C0-1FFDDA302020}" presName="ParentBackground6" presStyleCnt="0"/>
      <dgm:spPr/>
    </dgm:pt>
    <dgm:pt modelId="{4867BB29-CB15-4E0C-B7CF-6AFDDF5E26F8}" type="pres">
      <dgm:prSet presAssocID="{E99F533D-5FA1-49DD-85C0-1FFDDA302020}" presName="ParentBackground" presStyleLbl="fgAcc1" presStyleIdx="0" presStyleCnt="6"/>
      <dgm:spPr/>
      <dgm:t>
        <a:bodyPr/>
        <a:lstStyle/>
        <a:p>
          <a:endParaRPr lang="en-US"/>
        </a:p>
      </dgm:t>
    </dgm:pt>
    <dgm:pt modelId="{27E25AB5-AB35-4E30-9263-CD384F34CAB6}" type="pres">
      <dgm:prSet presAssocID="{E99F533D-5FA1-49DD-85C0-1FFDDA302020}" presName="Parent6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8CEF7D5-1F1E-43E2-BA84-B6C9F8F66871}" type="pres">
      <dgm:prSet presAssocID="{54E65D87-3A97-4A35-BC31-A14708EDEDCC}" presName="Accent5" presStyleCnt="0"/>
      <dgm:spPr/>
    </dgm:pt>
    <dgm:pt modelId="{1C3262E8-4799-4E88-AFB7-995439E3B3D0}" type="pres">
      <dgm:prSet presAssocID="{54E65D87-3A97-4A35-BC31-A14708EDEDCC}" presName="Accent" presStyleLbl="node1" presStyleIdx="1" presStyleCnt="6"/>
      <dgm:spPr/>
    </dgm:pt>
    <dgm:pt modelId="{7C84875F-E959-4A4A-B567-4327638FFF1F}" type="pres">
      <dgm:prSet presAssocID="{54E65D87-3A97-4A35-BC31-A14708EDEDCC}" presName="ParentBackground5" presStyleCnt="0"/>
      <dgm:spPr/>
    </dgm:pt>
    <dgm:pt modelId="{5587CF54-61DC-4B4E-8A91-4EC887DB861F}" type="pres">
      <dgm:prSet presAssocID="{54E65D87-3A97-4A35-BC31-A14708EDEDCC}" presName="ParentBackground" presStyleLbl="fgAcc1" presStyleIdx="1" presStyleCnt="6"/>
      <dgm:spPr/>
      <dgm:t>
        <a:bodyPr/>
        <a:lstStyle/>
        <a:p>
          <a:endParaRPr lang="en-US"/>
        </a:p>
      </dgm:t>
    </dgm:pt>
    <dgm:pt modelId="{6F912EFF-9F6B-4757-B41B-C19789532809}" type="pres">
      <dgm:prSet presAssocID="{54E65D87-3A97-4A35-BC31-A14708EDEDCC}" presName="Parent5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91E988-6624-412D-B491-8E057093F1EA}" type="pres">
      <dgm:prSet presAssocID="{29027114-16DD-48B9-A266-691CF777B8BA}" presName="Accent4" presStyleCnt="0"/>
      <dgm:spPr/>
    </dgm:pt>
    <dgm:pt modelId="{18D250E4-6A1E-4F16-965D-93184F997ED1}" type="pres">
      <dgm:prSet presAssocID="{29027114-16DD-48B9-A266-691CF777B8BA}" presName="Accent" presStyleLbl="node1" presStyleIdx="2" presStyleCnt="6"/>
      <dgm:spPr/>
    </dgm:pt>
    <dgm:pt modelId="{34599D53-61B5-45E4-ACD0-96B59D278A65}" type="pres">
      <dgm:prSet presAssocID="{29027114-16DD-48B9-A266-691CF777B8BA}" presName="ParentBackground4" presStyleCnt="0"/>
      <dgm:spPr/>
    </dgm:pt>
    <dgm:pt modelId="{90712637-5898-4421-B369-BD3DBFD20E4B}" type="pres">
      <dgm:prSet presAssocID="{29027114-16DD-48B9-A266-691CF777B8BA}" presName="ParentBackground" presStyleLbl="fgAcc1" presStyleIdx="2" presStyleCnt="6"/>
      <dgm:spPr/>
      <dgm:t>
        <a:bodyPr/>
        <a:lstStyle/>
        <a:p>
          <a:endParaRPr lang="en-US"/>
        </a:p>
      </dgm:t>
    </dgm:pt>
    <dgm:pt modelId="{E0F8C8ED-1977-4772-B1C5-801F7BB3AFCE}" type="pres">
      <dgm:prSet presAssocID="{29027114-16DD-48B9-A266-691CF777B8BA}" presName="Parent4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FC43B8-F69C-4E64-BD70-D016C067C999}" type="pres">
      <dgm:prSet presAssocID="{4902DD63-E093-4BF0-B4FA-BACEFC38C9EE}" presName="Accent3" presStyleCnt="0"/>
      <dgm:spPr/>
    </dgm:pt>
    <dgm:pt modelId="{B1D165B8-520E-4DD3-BBEC-B8D4A6BFC783}" type="pres">
      <dgm:prSet presAssocID="{4902DD63-E093-4BF0-B4FA-BACEFC38C9EE}" presName="Accent" presStyleLbl="node1" presStyleIdx="3" presStyleCnt="6"/>
      <dgm:spPr/>
    </dgm:pt>
    <dgm:pt modelId="{D62636DA-E510-4AD7-AB5C-0EB511CB1C22}" type="pres">
      <dgm:prSet presAssocID="{4902DD63-E093-4BF0-B4FA-BACEFC38C9EE}" presName="ParentBackground3" presStyleCnt="0"/>
      <dgm:spPr/>
    </dgm:pt>
    <dgm:pt modelId="{86132569-BB4B-484C-B6F8-749B51E041BD}" type="pres">
      <dgm:prSet presAssocID="{4902DD63-E093-4BF0-B4FA-BACEFC38C9EE}" presName="ParentBackground" presStyleLbl="fgAcc1" presStyleIdx="3" presStyleCnt="6"/>
      <dgm:spPr/>
      <dgm:t>
        <a:bodyPr/>
        <a:lstStyle/>
        <a:p>
          <a:endParaRPr lang="en-US"/>
        </a:p>
      </dgm:t>
    </dgm:pt>
    <dgm:pt modelId="{44B3D57E-BB7A-4309-8B3F-5DF4C61FDBE8}" type="pres">
      <dgm:prSet presAssocID="{4902DD63-E093-4BF0-B4FA-BACEFC38C9EE}" presName="Parent3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745684-4F69-4B72-A43F-DA8DBCFCDA05}" type="pres">
      <dgm:prSet presAssocID="{A4438203-1E8B-4F62-BBD3-AD404B5EE00E}" presName="Accent2" presStyleCnt="0"/>
      <dgm:spPr/>
    </dgm:pt>
    <dgm:pt modelId="{C1AA99D1-46E8-4C4C-9C40-9BB2974BD0AF}" type="pres">
      <dgm:prSet presAssocID="{A4438203-1E8B-4F62-BBD3-AD404B5EE00E}" presName="Accent" presStyleLbl="node1" presStyleIdx="4" presStyleCnt="6" custLinFactNeighborX="1427" custLinFactNeighborY="5543"/>
      <dgm:spPr/>
    </dgm:pt>
    <dgm:pt modelId="{800C5E2A-B4D4-4FEA-B975-0B3CC0AC7153}" type="pres">
      <dgm:prSet presAssocID="{A4438203-1E8B-4F62-BBD3-AD404B5EE00E}" presName="ParentBackground2" presStyleCnt="0"/>
      <dgm:spPr/>
    </dgm:pt>
    <dgm:pt modelId="{312E4C66-0906-45AC-BC73-9AFCB5EFA8B0}" type="pres">
      <dgm:prSet presAssocID="{A4438203-1E8B-4F62-BBD3-AD404B5EE00E}" presName="ParentBackground" presStyleLbl="fgAcc1" presStyleIdx="4" presStyleCnt="6"/>
      <dgm:spPr/>
      <dgm:t>
        <a:bodyPr/>
        <a:lstStyle/>
        <a:p>
          <a:endParaRPr lang="en-US"/>
        </a:p>
      </dgm:t>
    </dgm:pt>
    <dgm:pt modelId="{D399EBDC-4B5F-4F1F-AE54-6D112245D7E2}" type="pres">
      <dgm:prSet presAssocID="{A4438203-1E8B-4F62-BBD3-AD404B5EE00E}" presName="Parent2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628ECDB-8A3B-4962-BEDF-E5617F7FA4A3}" type="pres">
      <dgm:prSet presAssocID="{D1DAE7A1-4F16-4836-8821-5B14E7AEB9AC}" presName="Accent1" presStyleCnt="0"/>
      <dgm:spPr/>
    </dgm:pt>
    <dgm:pt modelId="{A5CB15EF-104E-4781-8C36-E3AC7CFECA7F}" type="pres">
      <dgm:prSet presAssocID="{D1DAE7A1-4F16-4836-8821-5B14E7AEB9AC}" presName="Accent" presStyleLbl="node1" presStyleIdx="5" presStyleCnt="6"/>
      <dgm:spPr/>
    </dgm:pt>
    <dgm:pt modelId="{B49CD5B1-8F4B-4B37-BE41-9F9CC18A7A6E}" type="pres">
      <dgm:prSet presAssocID="{D1DAE7A1-4F16-4836-8821-5B14E7AEB9AC}" presName="ParentBackground1" presStyleCnt="0"/>
      <dgm:spPr/>
    </dgm:pt>
    <dgm:pt modelId="{CDA82C3F-2000-4341-AC05-E45E3F2F9D96}" type="pres">
      <dgm:prSet presAssocID="{D1DAE7A1-4F16-4836-8821-5B14E7AEB9AC}" presName="ParentBackground" presStyleLbl="fgAcc1" presStyleIdx="5" presStyleCnt="6"/>
      <dgm:spPr/>
      <dgm:t>
        <a:bodyPr/>
        <a:lstStyle/>
        <a:p>
          <a:endParaRPr lang="en-US"/>
        </a:p>
      </dgm:t>
    </dgm:pt>
    <dgm:pt modelId="{E7CF3477-5E8D-42A9-B902-FC00BAC869FA}" type="pres">
      <dgm:prSet presAssocID="{D1DAE7A1-4F16-4836-8821-5B14E7AEB9AC}" presName="Parent1" presStyleLbl="revTx" presStyleIdx="0" presStyleCnt="0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D330363-441F-4DD6-9F1F-229328037EC1}" type="presOf" srcId="{54E65D87-3A97-4A35-BC31-A14708EDEDCC}" destId="{5587CF54-61DC-4B4E-8A91-4EC887DB861F}" srcOrd="0" destOrd="0" presId="urn:microsoft.com/office/officeart/2011/layout/CircleProcess"/>
    <dgm:cxn modelId="{E7C1B4DA-2A35-49E3-BB39-077218D22636}" type="presOf" srcId="{D1DAE7A1-4F16-4836-8821-5B14E7AEB9AC}" destId="{CDA82C3F-2000-4341-AC05-E45E3F2F9D96}" srcOrd="0" destOrd="0" presId="urn:microsoft.com/office/officeart/2011/layout/CircleProcess"/>
    <dgm:cxn modelId="{7D080BEE-06A4-418B-B3E4-4BCB312E614A}" srcId="{78E49285-A8CE-461C-8C35-67BC95EEABFF}" destId="{D1DAE7A1-4F16-4836-8821-5B14E7AEB9AC}" srcOrd="0" destOrd="0" parTransId="{0B4BBB53-19EB-4E7B-A106-F6CAACC595A4}" sibTransId="{D1516FFE-1EA9-4459-B017-53DD70771357}"/>
    <dgm:cxn modelId="{0575DBD2-FD2C-4B30-8325-A021EAA5D2CA}" type="presOf" srcId="{A4438203-1E8B-4F62-BBD3-AD404B5EE00E}" destId="{312E4C66-0906-45AC-BC73-9AFCB5EFA8B0}" srcOrd="0" destOrd="0" presId="urn:microsoft.com/office/officeart/2011/layout/CircleProcess"/>
    <dgm:cxn modelId="{1E7B3E28-A6C4-479E-9E82-60AD76009140}" type="presOf" srcId="{4902DD63-E093-4BF0-B4FA-BACEFC38C9EE}" destId="{86132569-BB4B-484C-B6F8-749B51E041BD}" srcOrd="0" destOrd="0" presId="urn:microsoft.com/office/officeart/2011/layout/CircleProcess"/>
    <dgm:cxn modelId="{0E27DF45-36B6-4852-9E4C-A9CCC96CF78F}" type="presOf" srcId="{29027114-16DD-48B9-A266-691CF777B8BA}" destId="{E0F8C8ED-1977-4772-B1C5-801F7BB3AFCE}" srcOrd="1" destOrd="0" presId="urn:microsoft.com/office/officeart/2011/layout/CircleProcess"/>
    <dgm:cxn modelId="{A36C827D-B8A8-47FF-963E-2AAF9F4DC462}" type="presOf" srcId="{E99F533D-5FA1-49DD-85C0-1FFDDA302020}" destId="{27E25AB5-AB35-4E30-9263-CD384F34CAB6}" srcOrd="1" destOrd="0" presId="urn:microsoft.com/office/officeart/2011/layout/CircleProcess"/>
    <dgm:cxn modelId="{8F2567EC-8D47-44B7-B96A-D6E72E9BF2BA}" type="presOf" srcId="{54E65D87-3A97-4A35-BC31-A14708EDEDCC}" destId="{6F912EFF-9F6B-4757-B41B-C19789532809}" srcOrd="1" destOrd="0" presId="urn:microsoft.com/office/officeart/2011/layout/CircleProcess"/>
    <dgm:cxn modelId="{76CAE6F1-3590-491D-AFC5-596D86D39DCB}" srcId="{78E49285-A8CE-461C-8C35-67BC95EEABFF}" destId="{29027114-16DD-48B9-A266-691CF777B8BA}" srcOrd="3" destOrd="0" parTransId="{FE886556-4345-4950-96CB-9737BDA18C4F}" sibTransId="{C3B8D68C-71AE-43D1-945E-31F2C0BCC40E}"/>
    <dgm:cxn modelId="{3F150FA9-BE8E-4900-A5A6-0B1E4D1C7D09}" srcId="{78E49285-A8CE-461C-8C35-67BC95EEABFF}" destId="{E99F533D-5FA1-49DD-85C0-1FFDDA302020}" srcOrd="5" destOrd="0" parTransId="{B88E72C9-B16B-4249-BC33-00B548EEEB94}" sibTransId="{67CFA004-C054-4971-89BF-B40304B29600}"/>
    <dgm:cxn modelId="{F18F18F6-68AF-48E7-BB32-9B3868787396}" type="presOf" srcId="{78E49285-A8CE-461C-8C35-67BC95EEABFF}" destId="{98FD145E-5754-4AF6-97F1-56369EE9853C}" srcOrd="0" destOrd="0" presId="urn:microsoft.com/office/officeart/2011/layout/CircleProcess"/>
    <dgm:cxn modelId="{408162E7-6283-4778-851F-2E490A065E51}" type="presOf" srcId="{D1DAE7A1-4F16-4836-8821-5B14E7AEB9AC}" destId="{E7CF3477-5E8D-42A9-B902-FC00BAC869FA}" srcOrd="1" destOrd="0" presId="urn:microsoft.com/office/officeart/2011/layout/CircleProcess"/>
    <dgm:cxn modelId="{106DD0BE-5D37-4D0D-A7FD-BB5CB31436E3}" type="presOf" srcId="{A4438203-1E8B-4F62-BBD3-AD404B5EE00E}" destId="{D399EBDC-4B5F-4F1F-AE54-6D112245D7E2}" srcOrd="1" destOrd="0" presId="urn:microsoft.com/office/officeart/2011/layout/CircleProcess"/>
    <dgm:cxn modelId="{D5606615-854B-4B54-BD17-B171E4C619A3}" type="presOf" srcId="{4902DD63-E093-4BF0-B4FA-BACEFC38C9EE}" destId="{44B3D57E-BB7A-4309-8B3F-5DF4C61FDBE8}" srcOrd="1" destOrd="0" presId="urn:microsoft.com/office/officeart/2011/layout/CircleProcess"/>
    <dgm:cxn modelId="{E70EC745-D773-40F5-B203-3F9CE4DD616D}" srcId="{78E49285-A8CE-461C-8C35-67BC95EEABFF}" destId="{A4438203-1E8B-4F62-BBD3-AD404B5EE00E}" srcOrd="1" destOrd="0" parTransId="{3238421B-97CC-4DB7-92A2-87165D2A4D02}" sibTransId="{6ACE0F75-1EF2-4C87-A8C8-F5DD836CA43D}"/>
    <dgm:cxn modelId="{5D38E33C-92DC-40FF-B64F-2F80A2389E6B}" srcId="{78E49285-A8CE-461C-8C35-67BC95EEABFF}" destId="{54E65D87-3A97-4A35-BC31-A14708EDEDCC}" srcOrd="4" destOrd="0" parTransId="{5EA824EE-A4B8-4FBF-B871-23C54B685AC1}" sibTransId="{8982573E-CBC2-415D-A1E3-CBBC2B66B3CE}"/>
    <dgm:cxn modelId="{248446FA-F595-4035-BD8C-A26CA707CD98}" type="presOf" srcId="{E99F533D-5FA1-49DD-85C0-1FFDDA302020}" destId="{4867BB29-CB15-4E0C-B7CF-6AFDDF5E26F8}" srcOrd="0" destOrd="0" presId="urn:microsoft.com/office/officeart/2011/layout/CircleProcess"/>
    <dgm:cxn modelId="{ED744CC7-3DFF-4D33-A758-DB34149C74B3}" type="presOf" srcId="{29027114-16DD-48B9-A266-691CF777B8BA}" destId="{90712637-5898-4421-B369-BD3DBFD20E4B}" srcOrd="0" destOrd="0" presId="urn:microsoft.com/office/officeart/2011/layout/CircleProcess"/>
    <dgm:cxn modelId="{814413C5-A4FC-40F3-A54C-E7537DBFA25B}" srcId="{78E49285-A8CE-461C-8C35-67BC95EEABFF}" destId="{4902DD63-E093-4BF0-B4FA-BACEFC38C9EE}" srcOrd="2" destOrd="0" parTransId="{789E4591-84BA-4278-90F3-17F923097E61}" sibTransId="{9E993511-D0F7-49FA-B9F0-DD14D6E8E1CA}"/>
    <dgm:cxn modelId="{4C01BA4D-1628-4757-874C-4EC8F55D793B}" type="presParOf" srcId="{98FD145E-5754-4AF6-97F1-56369EE9853C}" destId="{216D5C0C-ACD5-43D6-BB45-8605F33F1319}" srcOrd="0" destOrd="0" presId="urn:microsoft.com/office/officeart/2011/layout/CircleProcess"/>
    <dgm:cxn modelId="{C48B052F-B03B-482A-8220-5C015C81475C}" type="presParOf" srcId="{216D5C0C-ACD5-43D6-BB45-8605F33F1319}" destId="{47143272-8F45-404F-8535-0ED62FBE5C38}" srcOrd="0" destOrd="0" presId="urn:microsoft.com/office/officeart/2011/layout/CircleProcess"/>
    <dgm:cxn modelId="{9EB95165-689B-42A9-BF44-BEB989A96034}" type="presParOf" srcId="{98FD145E-5754-4AF6-97F1-56369EE9853C}" destId="{A9A85F1E-92DE-4C02-BA76-9A051B048E6C}" srcOrd="1" destOrd="0" presId="urn:microsoft.com/office/officeart/2011/layout/CircleProcess"/>
    <dgm:cxn modelId="{1F345A30-F202-4C65-8EC5-0E53B6041BDD}" type="presParOf" srcId="{A9A85F1E-92DE-4C02-BA76-9A051B048E6C}" destId="{4867BB29-CB15-4E0C-B7CF-6AFDDF5E26F8}" srcOrd="0" destOrd="0" presId="urn:microsoft.com/office/officeart/2011/layout/CircleProcess"/>
    <dgm:cxn modelId="{2A52FD58-E39C-4520-A0D8-CF6A3E16A3CE}" type="presParOf" srcId="{98FD145E-5754-4AF6-97F1-56369EE9853C}" destId="{27E25AB5-AB35-4E30-9263-CD384F34CAB6}" srcOrd="2" destOrd="0" presId="urn:microsoft.com/office/officeart/2011/layout/CircleProcess"/>
    <dgm:cxn modelId="{02536E5C-E932-4F21-A6EA-7D6909FD6270}" type="presParOf" srcId="{98FD145E-5754-4AF6-97F1-56369EE9853C}" destId="{08CEF7D5-1F1E-43E2-BA84-B6C9F8F66871}" srcOrd="3" destOrd="0" presId="urn:microsoft.com/office/officeart/2011/layout/CircleProcess"/>
    <dgm:cxn modelId="{F0D87664-2632-4A51-B604-B30CD01C17B0}" type="presParOf" srcId="{08CEF7D5-1F1E-43E2-BA84-B6C9F8F66871}" destId="{1C3262E8-4799-4E88-AFB7-995439E3B3D0}" srcOrd="0" destOrd="0" presId="urn:microsoft.com/office/officeart/2011/layout/CircleProcess"/>
    <dgm:cxn modelId="{042CDB88-CB14-43BC-AEE5-AB7BEE76920E}" type="presParOf" srcId="{98FD145E-5754-4AF6-97F1-56369EE9853C}" destId="{7C84875F-E959-4A4A-B567-4327638FFF1F}" srcOrd="4" destOrd="0" presId="urn:microsoft.com/office/officeart/2011/layout/CircleProcess"/>
    <dgm:cxn modelId="{9233EFB1-AA4E-40DC-88BA-79EC46CA9E3A}" type="presParOf" srcId="{7C84875F-E959-4A4A-B567-4327638FFF1F}" destId="{5587CF54-61DC-4B4E-8A91-4EC887DB861F}" srcOrd="0" destOrd="0" presId="urn:microsoft.com/office/officeart/2011/layout/CircleProcess"/>
    <dgm:cxn modelId="{FC501E3A-49D0-4CE9-98F3-8DF41B72DD68}" type="presParOf" srcId="{98FD145E-5754-4AF6-97F1-56369EE9853C}" destId="{6F912EFF-9F6B-4757-B41B-C19789532809}" srcOrd="5" destOrd="0" presId="urn:microsoft.com/office/officeart/2011/layout/CircleProcess"/>
    <dgm:cxn modelId="{5EDD4C3D-3052-4924-BB77-6FC9C22F4A24}" type="presParOf" srcId="{98FD145E-5754-4AF6-97F1-56369EE9853C}" destId="{2F91E988-6624-412D-B491-8E057093F1EA}" srcOrd="6" destOrd="0" presId="urn:microsoft.com/office/officeart/2011/layout/CircleProcess"/>
    <dgm:cxn modelId="{E0FAC470-986D-4DF0-8C78-84AD752CB5CE}" type="presParOf" srcId="{2F91E988-6624-412D-B491-8E057093F1EA}" destId="{18D250E4-6A1E-4F16-965D-93184F997ED1}" srcOrd="0" destOrd="0" presId="urn:microsoft.com/office/officeart/2011/layout/CircleProcess"/>
    <dgm:cxn modelId="{3486B29D-247E-4307-9D2A-10D7FD4AF2C8}" type="presParOf" srcId="{98FD145E-5754-4AF6-97F1-56369EE9853C}" destId="{34599D53-61B5-45E4-ACD0-96B59D278A65}" srcOrd="7" destOrd="0" presId="urn:microsoft.com/office/officeart/2011/layout/CircleProcess"/>
    <dgm:cxn modelId="{970A1C3A-1CF8-431F-A67D-2729A5ED03CF}" type="presParOf" srcId="{34599D53-61B5-45E4-ACD0-96B59D278A65}" destId="{90712637-5898-4421-B369-BD3DBFD20E4B}" srcOrd="0" destOrd="0" presId="urn:microsoft.com/office/officeart/2011/layout/CircleProcess"/>
    <dgm:cxn modelId="{2C22E3CA-FCEA-4A7D-AE86-E76112AE7400}" type="presParOf" srcId="{98FD145E-5754-4AF6-97F1-56369EE9853C}" destId="{E0F8C8ED-1977-4772-B1C5-801F7BB3AFCE}" srcOrd="8" destOrd="0" presId="urn:microsoft.com/office/officeart/2011/layout/CircleProcess"/>
    <dgm:cxn modelId="{AF50C52B-E042-42BE-BB95-47321A26C20B}" type="presParOf" srcId="{98FD145E-5754-4AF6-97F1-56369EE9853C}" destId="{D9FC43B8-F69C-4E64-BD70-D016C067C999}" srcOrd="9" destOrd="0" presId="urn:microsoft.com/office/officeart/2011/layout/CircleProcess"/>
    <dgm:cxn modelId="{83E0D4C4-0988-491B-AAB4-7BA3EF8BAE2B}" type="presParOf" srcId="{D9FC43B8-F69C-4E64-BD70-D016C067C999}" destId="{B1D165B8-520E-4DD3-BBEC-B8D4A6BFC783}" srcOrd="0" destOrd="0" presId="urn:microsoft.com/office/officeart/2011/layout/CircleProcess"/>
    <dgm:cxn modelId="{08FAA823-96FA-44A4-978C-029BCC6BBEB3}" type="presParOf" srcId="{98FD145E-5754-4AF6-97F1-56369EE9853C}" destId="{D62636DA-E510-4AD7-AB5C-0EB511CB1C22}" srcOrd="10" destOrd="0" presId="urn:microsoft.com/office/officeart/2011/layout/CircleProcess"/>
    <dgm:cxn modelId="{E4F8DB63-956E-46AE-9DC1-1817AD469888}" type="presParOf" srcId="{D62636DA-E510-4AD7-AB5C-0EB511CB1C22}" destId="{86132569-BB4B-484C-B6F8-749B51E041BD}" srcOrd="0" destOrd="0" presId="urn:microsoft.com/office/officeart/2011/layout/CircleProcess"/>
    <dgm:cxn modelId="{9B371DE3-B4C8-4D23-A8D7-31FC1BF7641D}" type="presParOf" srcId="{98FD145E-5754-4AF6-97F1-56369EE9853C}" destId="{44B3D57E-BB7A-4309-8B3F-5DF4C61FDBE8}" srcOrd="11" destOrd="0" presId="urn:microsoft.com/office/officeart/2011/layout/CircleProcess"/>
    <dgm:cxn modelId="{35A02DFB-B295-4F2B-98CD-CF28F363865E}" type="presParOf" srcId="{98FD145E-5754-4AF6-97F1-56369EE9853C}" destId="{2F745684-4F69-4B72-A43F-DA8DBCFCDA05}" srcOrd="12" destOrd="0" presId="urn:microsoft.com/office/officeart/2011/layout/CircleProcess"/>
    <dgm:cxn modelId="{C3BBAFA1-4B6A-4AF4-B8E8-F7015C49C7C4}" type="presParOf" srcId="{2F745684-4F69-4B72-A43F-DA8DBCFCDA05}" destId="{C1AA99D1-46E8-4C4C-9C40-9BB2974BD0AF}" srcOrd="0" destOrd="0" presId="urn:microsoft.com/office/officeart/2011/layout/CircleProcess"/>
    <dgm:cxn modelId="{F6843101-63D6-45E2-80C6-CBE64822ADF7}" type="presParOf" srcId="{98FD145E-5754-4AF6-97F1-56369EE9853C}" destId="{800C5E2A-B4D4-4FEA-B975-0B3CC0AC7153}" srcOrd="13" destOrd="0" presId="urn:microsoft.com/office/officeart/2011/layout/CircleProcess"/>
    <dgm:cxn modelId="{4B46A55E-32DE-40F4-BECD-73A4081FFACE}" type="presParOf" srcId="{800C5E2A-B4D4-4FEA-B975-0B3CC0AC7153}" destId="{312E4C66-0906-45AC-BC73-9AFCB5EFA8B0}" srcOrd="0" destOrd="0" presId="urn:microsoft.com/office/officeart/2011/layout/CircleProcess"/>
    <dgm:cxn modelId="{EFA52BE5-C2C8-4DC0-8B26-2C1BBF7C63D6}" type="presParOf" srcId="{98FD145E-5754-4AF6-97F1-56369EE9853C}" destId="{D399EBDC-4B5F-4F1F-AE54-6D112245D7E2}" srcOrd="14" destOrd="0" presId="urn:microsoft.com/office/officeart/2011/layout/CircleProcess"/>
    <dgm:cxn modelId="{1E5C9354-AD94-4778-947B-BF0768AEBA9F}" type="presParOf" srcId="{98FD145E-5754-4AF6-97F1-56369EE9853C}" destId="{6628ECDB-8A3B-4962-BEDF-E5617F7FA4A3}" srcOrd="15" destOrd="0" presId="urn:microsoft.com/office/officeart/2011/layout/CircleProcess"/>
    <dgm:cxn modelId="{38B3A672-1A63-44EA-829E-1C0195CE91B7}" type="presParOf" srcId="{6628ECDB-8A3B-4962-BEDF-E5617F7FA4A3}" destId="{A5CB15EF-104E-4781-8C36-E3AC7CFECA7F}" srcOrd="0" destOrd="0" presId="urn:microsoft.com/office/officeart/2011/layout/CircleProcess"/>
    <dgm:cxn modelId="{7C61BE24-F5AE-4A45-902D-4DF14A19504E}" type="presParOf" srcId="{98FD145E-5754-4AF6-97F1-56369EE9853C}" destId="{B49CD5B1-8F4B-4B37-BE41-9F9CC18A7A6E}" srcOrd="16" destOrd="0" presId="urn:microsoft.com/office/officeart/2011/layout/CircleProcess"/>
    <dgm:cxn modelId="{0756307D-7C33-42D7-8A05-5CC59233151F}" type="presParOf" srcId="{B49CD5B1-8F4B-4B37-BE41-9F9CC18A7A6E}" destId="{CDA82C3F-2000-4341-AC05-E45E3F2F9D96}" srcOrd="0" destOrd="0" presId="urn:microsoft.com/office/officeart/2011/layout/CircleProcess"/>
    <dgm:cxn modelId="{3D373E23-5094-42EC-A746-DA5D0C2CE8D7}" type="presParOf" srcId="{98FD145E-5754-4AF6-97F1-56369EE9853C}" destId="{E7CF3477-5E8D-42A9-B902-FC00BAC869FA}" srcOrd="17" destOrd="0" presId="urn:microsoft.com/office/officeart/2011/layout/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01367B-AFEF-4E85-9083-D3858B194D9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F42A1592-DA56-4E73-93C1-954F58121285}">
      <dgm:prSet phldrT="[Text]"/>
      <dgm:spPr/>
      <dgm:t>
        <a:bodyPr/>
        <a:lstStyle/>
        <a:p>
          <a:r>
            <a:rPr lang="en-US" b="1" dirty="0"/>
            <a:t>v.1.1</a:t>
          </a:r>
          <a:endParaRPr lang="en-GB" b="1" dirty="0"/>
        </a:p>
      </dgm:t>
    </dgm:pt>
    <dgm:pt modelId="{6BDBB35F-3F75-4E8C-B1EB-2E4DDD1ACC97}" type="parTrans" cxnId="{20ADC7FC-357E-4D6C-85E5-A57485A6C449}">
      <dgm:prSet/>
      <dgm:spPr/>
      <dgm:t>
        <a:bodyPr/>
        <a:lstStyle/>
        <a:p>
          <a:endParaRPr lang="en-GB"/>
        </a:p>
      </dgm:t>
    </dgm:pt>
    <dgm:pt modelId="{8070E1F6-E616-48EE-9A08-EA989C200462}" type="sibTrans" cxnId="{20ADC7FC-357E-4D6C-85E5-A57485A6C449}">
      <dgm:prSet/>
      <dgm:spPr/>
      <dgm:t>
        <a:bodyPr/>
        <a:lstStyle/>
        <a:p>
          <a:endParaRPr lang="en-GB"/>
        </a:p>
      </dgm:t>
    </dgm:pt>
    <dgm:pt modelId="{D08021C6-E4CE-41B2-9ECC-0CFF00E8CA61}">
      <dgm:prSet phldrT="[Text]" custT="1"/>
      <dgm:spPr/>
      <dgm:t>
        <a:bodyPr/>
        <a:lstStyle/>
        <a:p>
          <a:r>
            <a:rPr lang="en-US" sz="2800" b="1" dirty="0"/>
            <a:t>1. </a:t>
          </a:r>
          <a:r>
            <a:rPr lang="en-US" sz="3200" b="1" dirty="0"/>
            <a:t>Introduction</a:t>
          </a:r>
        </a:p>
        <a:p>
          <a:r>
            <a:rPr lang="en-US" sz="2000" b="0" dirty="0"/>
            <a:t>Purpose, scope,..</a:t>
          </a:r>
        </a:p>
        <a:p>
          <a:endParaRPr lang="en-GB" sz="2800" b="1" dirty="0"/>
        </a:p>
      </dgm:t>
    </dgm:pt>
    <dgm:pt modelId="{A5CFB7E1-A287-483E-AF24-315159DDE160}" type="parTrans" cxnId="{008A3869-EBAE-4568-A301-91362CA21D42}">
      <dgm:prSet/>
      <dgm:spPr/>
      <dgm:t>
        <a:bodyPr/>
        <a:lstStyle/>
        <a:p>
          <a:endParaRPr lang="en-GB"/>
        </a:p>
      </dgm:t>
    </dgm:pt>
    <dgm:pt modelId="{171C944A-CEB4-425E-BB8A-F61DEE506FE2}" type="sibTrans" cxnId="{008A3869-EBAE-4568-A301-91362CA21D42}">
      <dgm:prSet/>
      <dgm:spPr/>
      <dgm:t>
        <a:bodyPr/>
        <a:lstStyle/>
        <a:p>
          <a:endParaRPr lang="en-GB"/>
        </a:p>
      </dgm:t>
    </dgm:pt>
    <dgm:pt modelId="{3C65D7EE-165A-4D74-8347-681408621559}">
      <dgm:prSet phldrT="[Text]" custT="1"/>
      <dgm:spPr/>
      <dgm:t>
        <a:bodyPr/>
        <a:lstStyle/>
        <a:p>
          <a:r>
            <a:rPr lang="en-US" sz="2800" b="1" dirty="0"/>
            <a:t>2. Description</a:t>
          </a:r>
        </a:p>
        <a:p>
          <a:r>
            <a:rPr lang="en-US" sz="1800" b="0" dirty="0"/>
            <a:t>Summary, users, restrictions</a:t>
          </a:r>
          <a:endParaRPr lang="en-GB" sz="2800" b="0" dirty="0"/>
        </a:p>
      </dgm:t>
    </dgm:pt>
    <dgm:pt modelId="{1B65F570-4542-4ECC-881E-CB3EF5AE79DC}" type="parTrans" cxnId="{2C3F7FDF-4542-425B-9EAC-0ED6451639A0}">
      <dgm:prSet/>
      <dgm:spPr/>
      <dgm:t>
        <a:bodyPr/>
        <a:lstStyle/>
        <a:p>
          <a:endParaRPr lang="en-GB"/>
        </a:p>
      </dgm:t>
    </dgm:pt>
    <dgm:pt modelId="{B1C637B8-2A74-4FD0-AC80-F2A8D2A60347}" type="sibTrans" cxnId="{2C3F7FDF-4542-425B-9EAC-0ED6451639A0}">
      <dgm:prSet/>
      <dgm:spPr/>
      <dgm:t>
        <a:bodyPr/>
        <a:lstStyle/>
        <a:p>
          <a:endParaRPr lang="en-GB"/>
        </a:p>
      </dgm:t>
    </dgm:pt>
    <dgm:pt modelId="{9F0B0BBF-893F-402E-9006-83D156B1EE39}">
      <dgm:prSet phldrT="[Text]" custT="1"/>
      <dgm:spPr/>
      <dgm:t>
        <a:bodyPr/>
        <a:lstStyle/>
        <a:p>
          <a:r>
            <a:rPr lang="en-US" sz="2800" b="1" dirty="0"/>
            <a:t>3. Requirements</a:t>
          </a:r>
        </a:p>
        <a:p>
          <a:r>
            <a:rPr lang="en-US" sz="1400" dirty="0"/>
            <a:t>   - functional</a:t>
          </a:r>
        </a:p>
        <a:p>
          <a:r>
            <a:rPr lang="en-US" sz="1400" dirty="0"/>
            <a:t>   - non-functional</a:t>
          </a:r>
        </a:p>
        <a:p>
          <a:r>
            <a:rPr lang="en-US" sz="1400" dirty="0"/>
            <a:t>   - performance</a:t>
          </a:r>
        </a:p>
        <a:p>
          <a:r>
            <a:rPr lang="en-US" sz="1400" dirty="0"/>
            <a:t>   - interfaces, wireframes, etc.</a:t>
          </a:r>
        </a:p>
        <a:p>
          <a:endParaRPr lang="en-GB" sz="1300" dirty="0"/>
        </a:p>
      </dgm:t>
    </dgm:pt>
    <dgm:pt modelId="{B163CB1C-95B2-459D-914A-E7E6609A2C12}" type="parTrans" cxnId="{8344FD5D-1546-4FDF-922D-47AF1A46E45E}">
      <dgm:prSet/>
      <dgm:spPr/>
      <dgm:t>
        <a:bodyPr/>
        <a:lstStyle/>
        <a:p>
          <a:endParaRPr lang="en-GB"/>
        </a:p>
      </dgm:t>
    </dgm:pt>
    <dgm:pt modelId="{C8446C16-CF43-400D-9B7D-FB3D1CEED042}" type="sibTrans" cxnId="{8344FD5D-1546-4FDF-922D-47AF1A46E45E}">
      <dgm:prSet/>
      <dgm:spPr/>
      <dgm:t>
        <a:bodyPr/>
        <a:lstStyle/>
        <a:p>
          <a:endParaRPr lang="en-GB"/>
        </a:p>
      </dgm:t>
    </dgm:pt>
    <dgm:pt modelId="{64AF9367-3A84-46DB-9352-8C348783B00C}" type="pres">
      <dgm:prSet presAssocID="{B601367B-AFEF-4E85-9083-D3858B194D98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C3C388F8-7EBC-4B7A-B380-708C735F62AC}" type="pres">
      <dgm:prSet presAssocID="{F42A1592-DA56-4E73-93C1-954F58121285}" presName="thickLine" presStyleLbl="alignNode1" presStyleIdx="0" presStyleCnt="1"/>
      <dgm:spPr/>
    </dgm:pt>
    <dgm:pt modelId="{5F775B3D-6568-4AC7-BBE0-5BFA2858DB7C}" type="pres">
      <dgm:prSet presAssocID="{F42A1592-DA56-4E73-93C1-954F58121285}" presName="horz1" presStyleCnt="0"/>
      <dgm:spPr/>
    </dgm:pt>
    <dgm:pt modelId="{D8413BF1-F652-4D45-933B-2261F1FD9905}" type="pres">
      <dgm:prSet presAssocID="{F42A1592-DA56-4E73-93C1-954F58121285}" presName="tx1" presStyleLbl="revTx" presStyleIdx="0" presStyleCnt="4"/>
      <dgm:spPr/>
      <dgm:t>
        <a:bodyPr/>
        <a:lstStyle/>
        <a:p>
          <a:endParaRPr lang="en-US"/>
        </a:p>
      </dgm:t>
    </dgm:pt>
    <dgm:pt modelId="{6AEF4811-D711-48F9-B772-53B22BCC61AC}" type="pres">
      <dgm:prSet presAssocID="{F42A1592-DA56-4E73-93C1-954F58121285}" presName="vert1" presStyleCnt="0"/>
      <dgm:spPr/>
    </dgm:pt>
    <dgm:pt modelId="{1A0082D5-2552-4A01-ADF9-20107DBE47DA}" type="pres">
      <dgm:prSet presAssocID="{D08021C6-E4CE-41B2-9ECC-0CFF00E8CA61}" presName="vertSpace2a" presStyleCnt="0"/>
      <dgm:spPr/>
    </dgm:pt>
    <dgm:pt modelId="{35E46041-3B0B-423D-8831-B88DDFEA7D08}" type="pres">
      <dgm:prSet presAssocID="{D08021C6-E4CE-41B2-9ECC-0CFF00E8CA61}" presName="horz2" presStyleCnt="0"/>
      <dgm:spPr/>
    </dgm:pt>
    <dgm:pt modelId="{6077DB00-DE41-4E8B-B441-27C78DBDC669}" type="pres">
      <dgm:prSet presAssocID="{D08021C6-E4CE-41B2-9ECC-0CFF00E8CA61}" presName="horzSpace2" presStyleCnt="0"/>
      <dgm:spPr/>
    </dgm:pt>
    <dgm:pt modelId="{FE223F32-1796-4391-AA43-1C740938283E}" type="pres">
      <dgm:prSet presAssocID="{D08021C6-E4CE-41B2-9ECC-0CFF00E8CA61}" presName="tx2" presStyleLbl="revTx" presStyleIdx="1" presStyleCnt="4" custScaleY="75471"/>
      <dgm:spPr/>
      <dgm:t>
        <a:bodyPr/>
        <a:lstStyle/>
        <a:p>
          <a:endParaRPr lang="en-US"/>
        </a:p>
      </dgm:t>
    </dgm:pt>
    <dgm:pt modelId="{26182EC4-48FF-43B2-BA96-B5CCDFF4E6D4}" type="pres">
      <dgm:prSet presAssocID="{D08021C6-E4CE-41B2-9ECC-0CFF00E8CA61}" presName="vert2" presStyleCnt="0"/>
      <dgm:spPr/>
    </dgm:pt>
    <dgm:pt modelId="{7328953E-B4FF-437F-925B-331485CE3F1C}" type="pres">
      <dgm:prSet presAssocID="{D08021C6-E4CE-41B2-9ECC-0CFF00E8CA61}" presName="thinLine2b" presStyleLbl="callout" presStyleIdx="0" presStyleCnt="3"/>
      <dgm:spPr/>
    </dgm:pt>
    <dgm:pt modelId="{D96CB147-3C81-43D8-A445-A9827EEFA647}" type="pres">
      <dgm:prSet presAssocID="{D08021C6-E4CE-41B2-9ECC-0CFF00E8CA61}" presName="vertSpace2b" presStyleCnt="0"/>
      <dgm:spPr/>
    </dgm:pt>
    <dgm:pt modelId="{272F32CE-9119-4037-AF76-339F2947EBA7}" type="pres">
      <dgm:prSet presAssocID="{3C65D7EE-165A-4D74-8347-681408621559}" presName="horz2" presStyleCnt="0"/>
      <dgm:spPr/>
    </dgm:pt>
    <dgm:pt modelId="{76D1C73E-B59E-467C-AE91-C9711B76FE36}" type="pres">
      <dgm:prSet presAssocID="{3C65D7EE-165A-4D74-8347-681408621559}" presName="horzSpace2" presStyleCnt="0"/>
      <dgm:spPr/>
    </dgm:pt>
    <dgm:pt modelId="{C87C7099-9F17-40ED-B034-AE05BAA8BB40}" type="pres">
      <dgm:prSet presAssocID="{3C65D7EE-165A-4D74-8347-681408621559}" presName="tx2" presStyleLbl="revTx" presStyleIdx="2" presStyleCnt="4" custScaleY="83431" custLinFactNeighborX="-1032" custLinFactNeighborY="7045"/>
      <dgm:spPr/>
      <dgm:t>
        <a:bodyPr/>
        <a:lstStyle/>
        <a:p>
          <a:endParaRPr lang="en-US"/>
        </a:p>
      </dgm:t>
    </dgm:pt>
    <dgm:pt modelId="{5988260E-8BFC-4D20-906C-E33ACFB67569}" type="pres">
      <dgm:prSet presAssocID="{3C65D7EE-165A-4D74-8347-681408621559}" presName="vert2" presStyleCnt="0"/>
      <dgm:spPr/>
    </dgm:pt>
    <dgm:pt modelId="{78FFC2B2-5B32-4BC0-9029-89FC2BD248E4}" type="pres">
      <dgm:prSet presAssocID="{3C65D7EE-165A-4D74-8347-681408621559}" presName="thinLine2b" presStyleLbl="callout" presStyleIdx="1" presStyleCnt="3"/>
      <dgm:spPr/>
    </dgm:pt>
    <dgm:pt modelId="{5B228821-848A-4B6A-99EE-A7A74BDE4B42}" type="pres">
      <dgm:prSet presAssocID="{3C65D7EE-165A-4D74-8347-681408621559}" presName="vertSpace2b" presStyleCnt="0"/>
      <dgm:spPr/>
    </dgm:pt>
    <dgm:pt modelId="{4C34EF0D-40E5-4F87-818B-64764F03DF20}" type="pres">
      <dgm:prSet presAssocID="{9F0B0BBF-893F-402E-9006-83D156B1EE39}" presName="horz2" presStyleCnt="0"/>
      <dgm:spPr/>
    </dgm:pt>
    <dgm:pt modelId="{38B82A8F-271A-4BAE-B756-C468E0A1FA69}" type="pres">
      <dgm:prSet presAssocID="{9F0B0BBF-893F-402E-9006-83D156B1EE39}" presName="horzSpace2" presStyleCnt="0"/>
      <dgm:spPr/>
    </dgm:pt>
    <dgm:pt modelId="{AFEF5140-817E-4AF6-8752-AB34E3A4BC31}" type="pres">
      <dgm:prSet presAssocID="{9F0B0BBF-893F-402E-9006-83D156B1EE39}" presName="tx2" presStyleLbl="revTx" presStyleIdx="3" presStyleCnt="4" custScaleY="110264"/>
      <dgm:spPr/>
      <dgm:t>
        <a:bodyPr/>
        <a:lstStyle/>
        <a:p>
          <a:endParaRPr lang="en-US"/>
        </a:p>
      </dgm:t>
    </dgm:pt>
    <dgm:pt modelId="{4E738456-AB66-4A60-8E46-F1ADDE6E91BA}" type="pres">
      <dgm:prSet presAssocID="{9F0B0BBF-893F-402E-9006-83D156B1EE39}" presName="vert2" presStyleCnt="0"/>
      <dgm:spPr/>
    </dgm:pt>
    <dgm:pt modelId="{6B1D318E-25A3-44CF-9BDD-638199D430D9}" type="pres">
      <dgm:prSet presAssocID="{9F0B0BBF-893F-402E-9006-83D156B1EE39}" presName="thinLine2b" presStyleLbl="callout" presStyleIdx="2" presStyleCnt="3"/>
      <dgm:spPr/>
    </dgm:pt>
    <dgm:pt modelId="{FE3679C3-97EC-4D7C-8656-4889003D802E}" type="pres">
      <dgm:prSet presAssocID="{9F0B0BBF-893F-402E-9006-83D156B1EE39}" presName="vertSpace2b" presStyleCnt="0"/>
      <dgm:spPr/>
    </dgm:pt>
  </dgm:ptLst>
  <dgm:cxnLst>
    <dgm:cxn modelId="{20ADC7FC-357E-4D6C-85E5-A57485A6C449}" srcId="{B601367B-AFEF-4E85-9083-D3858B194D98}" destId="{F42A1592-DA56-4E73-93C1-954F58121285}" srcOrd="0" destOrd="0" parTransId="{6BDBB35F-3F75-4E8C-B1EB-2E4DDD1ACC97}" sibTransId="{8070E1F6-E616-48EE-9A08-EA989C200462}"/>
    <dgm:cxn modelId="{6601F685-1379-43E9-93C7-71112CC80D21}" type="presOf" srcId="{B601367B-AFEF-4E85-9083-D3858B194D98}" destId="{64AF9367-3A84-46DB-9352-8C348783B00C}" srcOrd="0" destOrd="0" presId="urn:microsoft.com/office/officeart/2008/layout/LinedList"/>
    <dgm:cxn modelId="{008A3869-EBAE-4568-A301-91362CA21D42}" srcId="{F42A1592-DA56-4E73-93C1-954F58121285}" destId="{D08021C6-E4CE-41B2-9ECC-0CFF00E8CA61}" srcOrd="0" destOrd="0" parTransId="{A5CFB7E1-A287-483E-AF24-315159DDE160}" sibTransId="{171C944A-CEB4-425E-BB8A-F61DEE506FE2}"/>
    <dgm:cxn modelId="{0F25D337-F4D0-46B6-B448-7E8FA142B2F6}" type="presOf" srcId="{3C65D7EE-165A-4D74-8347-681408621559}" destId="{C87C7099-9F17-40ED-B034-AE05BAA8BB40}" srcOrd="0" destOrd="0" presId="urn:microsoft.com/office/officeart/2008/layout/LinedList"/>
    <dgm:cxn modelId="{96363829-670F-4B8A-8876-2CEDC7D068D4}" type="presOf" srcId="{D08021C6-E4CE-41B2-9ECC-0CFF00E8CA61}" destId="{FE223F32-1796-4391-AA43-1C740938283E}" srcOrd="0" destOrd="0" presId="urn:microsoft.com/office/officeart/2008/layout/LinedList"/>
    <dgm:cxn modelId="{C894E5B0-11EE-4B70-A360-3759A22CDE04}" type="presOf" srcId="{F42A1592-DA56-4E73-93C1-954F58121285}" destId="{D8413BF1-F652-4D45-933B-2261F1FD9905}" srcOrd="0" destOrd="0" presId="urn:microsoft.com/office/officeart/2008/layout/LinedList"/>
    <dgm:cxn modelId="{2C3F7FDF-4542-425B-9EAC-0ED6451639A0}" srcId="{F42A1592-DA56-4E73-93C1-954F58121285}" destId="{3C65D7EE-165A-4D74-8347-681408621559}" srcOrd="1" destOrd="0" parTransId="{1B65F570-4542-4ECC-881E-CB3EF5AE79DC}" sibTransId="{B1C637B8-2A74-4FD0-AC80-F2A8D2A60347}"/>
    <dgm:cxn modelId="{8344FD5D-1546-4FDF-922D-47AF1A46E45E}" srcId="{F42A1592-DA56-4E73-93C1-954F58121285}" destId="{9F0B0BBF-893F-402E-9006-83D156B1EE39}" srcOrd="2" destOrd="0" parTransId="{B163CB1C-95B2-459D-914A-E7E6609A2C12}" sibTransId="{C8446C16-CF43-400D-9B7D-FB3D1CEED042}"/>
    <dgm:cxn modelId="{6F75B2DB-531C-4D5C-B885-3B06A7C9CCAE}" type="presOf" srcId="{9F0B0BBF-893F-402E-9006-83D156B1EE39}" destId="{AFEF5140-817E-4AF6-8752-AB34E3A4BC31}" srcOrd="0" destOrd="0" presId="urn:microsoft.com/office/officeart/2008/layout/LinedList"/>
    <dgm:cxn modelId="{C16DB3F8-56D3-49DB-8CAD-153E6162868D}" type="presParOf" srcId="{64AF9367-3A84-46DB-9352-8C348783B00C}" destId="{C3C388F8-7EBC-4B7A-B380-708C735F62AC}" srcOrd="0" destOrd="0" presId="urn:microsoft.com/office/officeart/2008/layout/LinedList"/>
    <dgm:cxn modelId="{A62B2B60-15DE-4EEA-A318-9F3D126B5FAB}" type="presParOf" srcId="{64AF9367-3A84-46DB-9352-8C348783B00C}" destId="{5F775B3D-6568-4AC7-BBE0-5BFA2858DB7C}" srcOrd="1" destOrd="0" presId="urn:microsoft.com/office/officeart/2008/layout/LinedList"/>
    <dgm:cxn modelId="{C93FA0F3-A28D-4E52-AEBA-CAF2746AAC06}" type="presParOf" srcId="{5F775B3D-6568-4AC7-BBE0-5BFA2858DB7C}" destId="{D8413BF1-F652-4D45-933B-2261F1FD9905}" srcOrd="0" destOrd="0" presId="urn:microsoft.com/office/officeart/2008/layout/LinedList"/>
    <dgm:cxn modelId="{7179D4E5-0CC5-4409-A1B3-77F9E86A56A7}" type="presParOf" srcId="{5F775B3D-6568-4AC7-BBE0-5BFA2858DB7C}" destId="{6AEF4811-D711-48F9-B772-53B22BCC61AC}" srcOrd="1" destOrd="0" presId="urn:microsoft.com/office/officeart/2008/layout/LinedList"/>
    <dgm:cxn modelId="{F76DB973-5EFB-427E-88A5-60D68633CB92}" type="presParOf" srcId="{6AEF4811-D711-48F9-B772-53B22BCC61AC}" destId="{1A0082D5-2552-4A01-ADF9-20107DBE47DA}" srcOrd="0" destOrd="0" presId="urn:microsoft.com/office/officeart/2008/layout/LinedList"/>
    <dgm:cxn modelId="{E34E408B-0A2D-43F4-AAFA-58F70A711488}" type="presParOf" srcId="{6AEF4811-D711-48F9-B772-53B22BCC61AC}" destId="{35E46041-3B0B-423D-8831-B88DDFEA7D08}" srcOrd="1" destOrd="0" presId="urn:microsoft.com/office/officeart/2008/layout/LinedList"/>
    <dgm:cxn modelId="{8AB39E2B-1639-473C-8896-E675CFC4AAD2}" type="presParOf" srcId="{35E46041-3B0B-423D-8831-B88DDFEA7D08}" destId="{6077DB00-DE41-4E8B-B441-27C78DBDC669}" srcOrd="0" destOrd="0" presId="urn:microsoft.com/office/officeart/2008/layout/LinedList"/>
    <dgm:cxn modelId="{5EA63A3C-6B17-4325-AEC3-B55D301F9CE0}" type="presParOf" srcId="{35E46041-3B0B-423D-8831-B88DDFEA7D08}" destId="{FE223F32-1796-4391-AA43-1C740938283E}" srcOrd="1" destOrd="0" presId="urn:microsoft.com/office/officeart/2008/layout/LinedList"/>
    <dgm:cxn modelId="{F50835AA-2AFC-486B-AE5F-E8DB8991078A}" type="presParOf" srcId="{35E46041-3B0B-423D-8831-B88DDFEA7D08}" destId="{26182EC4-48FF-43B2-BA96-B5CCDFF4E6D4}" srcOrd="2" destOrd="0" presId="urn:microsoft.com/office/officeart/2008/layout/LinedList"/>
    <dgm:cxn modelId="{6EFEE221-A2B3-4E5B-8742-6C29FED5BB1F}" type="presParOf" srcId="{6AEF4811-D711-48F9-B772-53B22BCC61AC}" destId="{7328953E-B4FF-437F-925B-331485CE3F1C}" srcOrd="2" destOrd="0" presId="urn:microsoft.com/office/officeart/2008/layout/LinedList"/>
    <dgm:cxn modelId="{23A0F7A3-B3F6-4C82-87E6-A9C3CDDEB659}" type="presParOf" srcId="{6AEF4811-D711-48F9-B772-53B22BCC61AC}" destId="{D96CB147-3C81-43D8-A445-A9827EEFA647}" srcOrd="3" destOrd="0" presId="urn:microsoft.com/office/officeart/2008/layout/LinedList"/>
    <dgm:cxn modelId="{6BB06291-3BFB-4448-B0B0-0983C0A47F28}" type="presParOf" srcId="{6AEF4811-D711-48F9-B772-53B22BCC61AC}" destId="{272F32CE-9119-4037-AF76-339F2947EBA7}" srcOrd="4" destOrd="0" presId="urn:microsoft.com/office/officeart/2008/layout/LinedList"/>
    <dgm:cxn modelId="{F7CF1C9F-7142-481D-824D-E995533418ED}" type="presParOf" srcId="{272F32CE-9119-4037-AF76-339F2947EBA7}" destId="{76D1C73E-B59E-467C-AE91-C9711B76FE36}" srcOrd="0" destOrd="0" presId="urn:microsoft.com/office/officeart/2008/layout/LinedList"/>
    <dgm:cxn modelId="{DCA65616-0AD4-46EC-98F2-B11BDA2A8724}" type="presParOf" srcId="{272F32CE-9119-4037-AF76-339F2947EBA7}" destId="{C87C7099-9F17-40ED-B034-AE05BAA8BB40}" srcOrd="1" destOrd="0" presId="urn:microsoft.com/office/officeart/2008/layout/LinedList"/>
    <dgm:cxn modelId="{328FC6BF-C295-457A-B838-C18D49D4B939}" type="presParOf" srcId="{272F32CE-9119-4037-AF76-339F2947EBA7}" destId="{5988260E-8BFC-4D20-906C-E33ACFB67569}" srcOrd="2" destOrd="0" presId="urn:microsoft.com/office/officeart/2008/layout/LinedList"/>
    <dgm:cxn modelId="{24B11696-1FC7-4C40-AF70-8DBD4DFFB488}" type="presParOf" srcId="{6AEF4811-D711-48F9-B772-53B22BCC61AC}" destId="{78FFC2B2-5B32-4BC0-9029-89FC2BD248E4}" srcOrd="5" destOrd="0" presId="urn:microsoft.com/office/officeart/2008/layout/LinedList"/>
    <dgm:cxn modelId="{1284646D-B7F6-4B1D-AA70-BC1F0A23F442}" type="presParOf" srcId="{6AEF4811-D711-48F9-B772-53B22BCC61AC}" destId="{5B228821-848A-4B6A-99EE-A7A74BDE4B42}" srcOrd="6" destOrd="0" presId="urn:microsoft.com/office/officeart/2008/layout/LinedList"/>
    <dgm:cxn modelId="{71F442C2-2007-4980-A40D-116027DA33BD}" type="presParOf" srcId="{6AEF4811-D711-48F9-B772-53B22BCC61AC}" destId="{4C34EF0D-40E5-4F87-818B-64764F03DF20}" srcOrd="7" destOrd="0" presId="urn:microsoft.com/office/officeart/2008/layout/LinedList"/>
    <dgm:cxn modelId="{2D8505A0-AC71-4EF9-B292-EC89062783F3}" type="presParOf" srcId="{4C34EF0D-40E5-4F87-818B-64764F03DF20}" destId="{38B82A8F-271A-4BAE-B756-C468E0A1FA69}" srcOrd="0" destOrd="0" presId="urn:microsoft.com/office/officeart/2008/layout/LinedList"/>
    <dgm:cxn modelId="{1A922681-870E-4F90-BB2A-B9AB2E21CF1A}" type="presParOf" srcId="{4C34EF0D-40E5-4F87-818B-64764F03DF20}" destId="{AFEF5140-817E-4AF6-8752-AB34E3A4BC31}" srcOrd="1" destOrd="0" presId="urn:microsoft.com/office/officeart/2008/layout/LinedList"/>
    <dgm:cxn modelId="{D41A44FC-2A2B-4F13-AF99-5BBC88AA84CE}" type="presParOf" srcId="{4C34EF0D-40E5-4F87-818B-64764F03DF20}" destId="{4E738456-AB66-4A60-8E46-F1ADDE6E91BA}" srcOrd="2" destOrd="0" presId="urn:microsoft.com/office/officeart/2008/layout/LinedList"/>
    <dgm:cxn modelId="{A4CD5459-FD08-4FD7-80F5-04CF3BC73D9A}" type="presParOf" srcId="{6AEF4811-D711-48F9-B772-53B22BCC61AC}" destId="{6B1D318E-25A3-44CF-9BDD-638199D430D9}" srcOrd="8" destOrd="0" presId="urn:microsoft.com/office/officeart/2008/layout/LinedList"/>
    <dgm:cxn modelId="{086252FA-073F-4C8B-AF5B-DB5AC97A3280}" type="presParOf" srcId="{6AEF4811-D711-48F9-B772-53B22BCC61AC}" destId="{FE3679C3-97EC-4D7C-8656-4889003D802E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E39D314-AE67-40D1-AC06-1027CE06FDC2}" type="doc">
      <dgm:prSet loTypeId="urn:microsoft.com/office/officeart/2005/8/layout/chevron1" loCatId="process" qsTypeId="urn:microsoft.com/office/officeart/2005/8/quickstyle/simple5" qsCatId="simple" csTypeId="urn:microsoft.com/office/officeart/2005/8/colors/accent1_2" csCatId="accent1" phldr="1"/>
      <dgm:spPr/>
    </dgm:pt>
    <dgm:pt modelId="{E092FE73-0A55-4DD7-AC26-FC26740BF351}">
      <dgm:prSet phldrT="[Text]" custT="1"/>
      <dgm:spPr/>
      <dgm:t>
        <a:bodyPr/>
        <a:lstStyle/>
        <a:p>
          <a:r>
            <a:rPr lang="en-US" sz="1800" dirty="0"/>
            <a:t>Phase 1</a:t>
          </a:r>
          <a:endParaRPr lang="en-GB" sz="1800" dirty="0"/>
        </a:p>
      </dgm:t>
    </dgm:pt>
    <dgm:pt modelId="{27C82C2C-4116-43FB-B8F0-8C6CC22A3B09}" type="parTrans" cxnId="{81ECAC1D-2E99-4135-A089-A3F27BCA2E4E}">
      <dgm:prSet/>
      <dgm:spPr/>
      <dgm:t>
        <a:bodyPr/>
        <a:lstStyle/>
        <a:p>
          <a:endParaRPr lang="en-GB" sz="1050"/>
        </a:p>
      </dgm:t>
    </dgm:pt>
    <dgm:pt modelId="{B191EA7D-D2D7-4465-B435-96C8693186CF}" type="sibTrans" cxnId="{81ECAC1D-2E99-4135-A089-A3F27BCA2E4E}">
      <dgm:prSet/>
      <dgm:spPr/>
      <dgm:t>
        <a:bodyPr/>
        <a:lstStyle/>
        <a:p>
          <a:endParaRPr lang="en-GB" sz="1050"/>
        </a:p>
      </dgm:t>
    </dgm:pt>
    <dgm:pt modelId="{722E29B4-19ED-4534-BD80-2377FE7B5ABD}">
      <dgm:prSet phldrT="[Text]" custT="1"/>
      <dgm:spPr/>
      <dgm:t>
        <a:bodyPr/>
        <a:lstStyle/>
        <a:p>
          <a:r>
            <a:rPr lang="en-US" sz="1800" dirty="0"/>
            <a:t>Phase 2</a:t>
          </a:r>
          <a:endParaRPr lang="en-GB" sz="1800" dirty="0"/>
        </a:p>
      </dgm:t>
    </dgm:pt>
    <dgm:pt modelId="{35F1DFE5-A554-4B45-B963-22700A329F46}" type="parTrans" cxnId="{208682AD-2133-42D2-9834-055BB041AB9E}">
      <dgm:prSet/>
      <dgm:spPr/>
      <dgm:t>
        <a:bodyPr/>
        <a:lstStyle/>
        <a:p>
          <a:endParaRPr lang="en-GB" sz="1050"/>
        </a:p>
      </dgm:t>
    </dgm:pt>
    <dgm:pt modelId="{492C9423-385D-4D5F-8152-9C4F2EB7071C}" type="sibTrans" cxnId="{208682AD-2133-42D2-9834-055BB041AB9E}">
      <dgm:prSet/>
      <dgm:spPr/>
      <dgm:t>
        <a:bodyPr/>
        <a:lstStyle/>
        <a:p>
          <a:endParaRPr lang="en-GB" sz="1050"/>
        </a:p>
      </dgm:t>
    </dgm:pt>
    <dgm:pt modelId="{9E11BF31-34CB-4F63-92A5-1EFFC9A9D758}">
      <dgm:prSet phldrT="[Text]" custT="1"/>
      <dgm:spPr/>
      <dgm:t>
        <a:bodyPr/>
        <a:lstStyle/>
        <a:p>
          <a:r>
            <a:rPr lang="en-US" sz="1800" dirty="0"/>
            <a:t>Phase 3</a:t>
          </a:r>
          <a:endParaRPr lang="en-GB" sz="1800" dirty="0"/>
        </a:p>
      </dgm:t>
    </dgm:pt>
    <dgm:pt modelId="{19E57C36-6A0D-4CBF-9B17-A8E5C39A5E6E}" type="parTrans" cxnId="{76DE9FE1-5CD0-4FF0-8093-92A88A0813A5}">
      <dgm:prSet/>
      <dgm:spPr/>
      <dgm:t>
        <a:bodyPr/>
        <a:lstStyle/>
        <a:p>
          <a:endParaRPr lang="en-GB" sz="1050"/>
        </a:p>
      </dgm:t>
    </dgm:pt>
    <dgm:pt modelId="{2DD9757A-FD57-4415-8095-3CF009003429}" type="sibTrans" cxnId="{76DE9FE1-5CD0-4FF0-8093-92A88A0813A5}">
      <dgm:prSet/>
      <dgm:spPr/>
      <dgm:t>
        <a:bodyPr/>
        <a:lstStyle/>
        <a:p>
          <a:endParaRPr lang="en-GB" sz="1050"/>
        </a:p>
      </dgm:t>
    </dgm:pt>
    <dgm:pt modelId="{6DA04FAB-FB23-49E7-ABE4-D33358A6535B}" type="pres">
      <dgm:prSet presAssocID="{7E39D314-AE67-40D1-AC06-1027CE06FDC2}" presName="Name0" presStyleCnt="0">
        <dgm:presLayoutVars>
          <dgm:dir/>
          <dgm:animLvl val="lvl"/>
          <dgm:resizeHandles val="exact"/>
        </dgm:presLayoutVars>
      </dgm:prSet>
      <dgm:spPr/>
    </dgm:pt>
    <dgm:pt modelId="{785CA9D8-1708-483F-B31E-02EB590D10CE}" type="pres">
      <dgm:prSet presAssocID="{E092FE73-0A55-4DD7-AC26-FC26740BF35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EC9BC4-5ADC-488B-A6BC-0EC620A018ED}" type="pres">
      <dgm:prSet presAssocID="{B191EA7D-D2D7-4465-B435-96C8693186CF}" presName="parTxOnlySpace" presStyleCnt="0"/>
      <dgm:spPr/>
    </dgm:pt>
    <dgm:pt modelId="{4A74194A-4C20-4F01-AD73-5A0CAB29078F}" type="pres">
      <dgm:prSet presAssocID="{722E29B4-19ED-4534-BD80-2377FE7B5AB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C469A4-739C-4F40-B290-6D6543336FBC}" type="pres">
      <dgm:prSet presAssocID="{492C9423-385D-4D5F-8152-9C4F2EB7071C}" presName="parTxOnlySpace" presStyleCnt="0"/>
      <dgm:spPr/>
    </dgm:pt>
    <dgm:pt modelId="{3158D496-E458-4FC9-9A65-0A7C9745C13F}" type="pres">
      <dgm:prSet presAssocID="{9E11BF31-34CB-4F63-92A5-1EFFC9A9D75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DE9FE1-5CD0-4FF0-8093-92A88A0813A5}" srcId="{7E39D314-AE67-40D1-AC06-1027CE06FDC2}" destId="{9E11BF31-34CB-4F63-92A5-1EFFC9A9D758}" srcOrd="2" destOrd="0" parTransId="{19E57C36-6A0D-4CBF-9B17-A8E5C39A5E6E}" sibTransId="{2DD9757A-FD57-4415-8095-3CF009003429}"/>
    <dgm:cxn modelId="{208682AD-2133-42D2-9834-055BB041AB9E}" srcId="{7E39D314-AE67-40D1-AC06-1027CE06FDC2}" destId="{722E29B4-19ED-4534-BD80-2377FE7B5ABD}" srcOrd="1" destOrd="0" parTransId="{35F1DFE5-A554-4B45-B963-22700A329F46}" sibTransId="{492C9423-385D-4D5F-8152-9C4F2EB7071C}"/>
    <dgm:cxn modelId="{524EEF4C-5BF4-4F78-902C-BA3491378AEB}" type="presOf" srcId="{9E11BF31-34CB-4F63-92A5-1EFFC9A9D758}" destId="{3158D496-E458-4FC9-9A65-0A7C9745C13F}" srcOrd="0" destOrd="0" presId="urn:microsoft.com/office/officeart/2005/8/layout/chevron1"/>
    <dgm:cxn modelId="{9D04768E-8B36-4949-AFBD-809DD61D63E4}" type="presOf" srcId="{E092FE73-0A55-4DD7-AC26-FC26740BF351}" destId="{785CA9D8-1708-483F-B31E-02EB590D10CE}" srcOrd="0" destOrd="0" presId="urn:microsoft.com/office/officeart/2005/8/layout/chevron1"/>
    <dgm:cxn modelId="{212D6C52-1E86-4CA7-B42D-0E94EB7F068E}" type="presOf" srcId="{7E39D314-AE67-40D1-AC06-1027CE06FDC2}" destId="{6DA04FAB-FB23-49E7-ABE4-D33358A6535B}" srcOrd="0" destOrd="0" presId="urn:microsoft.com/office/officeart/2005/8/layout/chevron1"/>
    <dgm:cxn modelId="{81ECAC1D-2E99-4135-A089-A3F27BCA2E4E}" srcId="{7E39D314-AE67-40D1-AC06-1027CE06FDC2}" destId="{E092FE73-0A55-4DD7-AC26-FC26740BF351}" srcOrd="0" destOrd="0" parTransId="{27C82C2C-4116-43FB-B8F0-8C6CC22A3B09}" sibTransId="{B191EA7D-D2D7-4465-B435-96C8693186CF}"/>
    <dgm:cxn modelId="{75A64DF1-9D71-4D2E-9837-B7F8A7372BF8}" type="presOf" srcId="{722E29B4-19ED-4534-BD80-2377FE7B5ABD}" destId="{4A74194A-4C20-4F01-AD73-5A0CAB29078F}" srcOrd="0" destOrd="0" presId="urn:microsoft.com/office/officeart/2005/8/layout/chevron1"/>
    <dgm:cxn modelId="{11E26EFA-E503-4820-BF31-E573CA1971AA}" type="presParOf" srcId="{6DA04FAB-FB23-49E7-ABE4-D33358A6535B}" destId="{785CA9D8-1708-483F-B31E-02EB590D10CE}" srcOrd="0" destOrd="0" presId="urn:microsoft.com/office/officeart/2005/8/layout/chevron1"/>
    <dgm:cxn modelId="{5E7C3E5E-AF08-4044-8B75-740E652159D4}" type="presParOf" srcId="{6DA04FAB-FB23-49E7-ABE4-D33358A6535B}" destId="{67EC9BC4-5ADC-488B-A6BC-0EC620A018ED}" srcOrd="1" destOrd="0" presId="urn:microsoft.com/office/officeart/2005/8/layout/chevron1"/>
    <dgm:cxn modelId="{B798577E-E3C9-44A7-80B8-751CF9E50226}" type="presParOf" srcId="{6DA04FAB-FB23-49E7-ABE4-D33358A6535B}" destId="{4A74194A-4C20-4F01-AD73-5A0CAB29078F}" srcOrd="2" destOrd="0" presId="urn:microsoft.com/office/officeart/2005/8/layout/chevron1"/>
    <dgm:cxn modelId="{707AC9D8-8022-4537-ABA0-9A827073BA4E}" type="presParOf" srcId="{6DA04FAB-FB23-49E7-ABE4-D33358A6535B}" destId="{6BC469A4-739C-4F40-B290-6D6543336FBC}" srcOrd="3" destOrd="0" presId="urn:microsoft.com/office/officeart/2005/8/layout/chevron1"/>
    <dgm:cxn modelId="{8C3D0DF5-79C3-4B02-83C7-159F483E17A8}" type="presParOf" srcId="{6DA04FAB-FB23-49E7-ABE4-D33358A6535B}" destId="{3158D496-E458-4FC9-9A65-0A7C9745C13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E39D314-AE67-40D1-AC06-1027CE06FDC2}" type="doc">
      <dgm:prSet loTypeId="urn:microsoft.com/office/officeart/2005/8/layout/chevron1" loCatId="process" qsTypeId="urn:microsoft.com/office/officeart/2005/8/quickstyle/simple5" qsCatId="simple" csTypeId="urn:microsoft.com/office/officeart/2005/8/colors/accent1_2" csCatId="accent1" phldr="1"/>
      <dgm:spPr/>
    </dgm:pt>
    <dgm:pt modelId="{E092FE73-0A55-4DD7-AC26-FC26740BF351}">
      <dgm:prSet phldrT="[Text]" custT="1"/>
      <dgm:spPr/>
      <dgm:t>
        <a:bodyPr/>
        <a:lstStyle/>
        <a:p>
          <a:r>
            <a:rPr lang="en-US" sz="1100" dirty="0"/>
            <a:t>Phase 1</a:t>
          </a:r>
          <a:endParaRPr lang="en-GB" sz="1100" dirty="0"/>
        </a:p>
      </dgm:t>
    </dgm:pt>
    <dgm:pt modelId="{27C82C2C-4116-43FB-B8F0-8C6CC22A3B09}" type="parTrans" cxnId="{81ECAC1D-2E99-4135-A089-A3F27BCA2E4E}">
      <dgm:prSet/>
      <dgm:spPr/>
      <dgm:t>
        <a:bodyPr/>
        <a:lstStyle/>
        <a:p>
          <a:endParaRPr lang="en-GB" sz="1100"/>
        </a:p>
      </dgm:t>
    </dgm:pt>
    <dgm:pt modelId="{B191EA7D-D2D7-4465-B435-96C8693186CF}" type="sibTrans" cxnId="{81ECAC1D-2E99-4135-A089-A3F27BCA2E4E}">
      <dgm:prSet/>
      <dgm:spPr/>
      <dgm:t>
        <a:bodyPr/>
        <a:lstStyle/>
        <a:p>
          <a:endParaRPr lang="en-GB" sz="1100"/>
        </a:p>
      </dgm:t>
    </dgm:pt>
    <dgm:pt modelId="{722E29B4-19ED-4534-BD80-2377FE7B5ABD}">
      <dgm:prSet phldrT="[Text]" custT="1"/>
      <dgm:spPr/>
      <dgm:t>
        <a:bodyPr/>
        <a:lstStyle/>
        <a:p>
          <a:r>
            <a:rPr lang="en-US" sz="1100" dirty="0"/>
            <a:t>Phase 2</a:t>
          </a:r>
          <a:endParaRPr lang="en-GB" sz="1100" dirty="0"/>
        </a:p>
      </dgm:t>
    </dgm:pt>
    <dgm:pt modelId="{35F1DFE5-A554-4B45-B963-22700A329F46}" type="parTrans" cxnId="{208682AD-2133-42D2-9834-055BB041AB9E}">
      <dgm:prSet/>
      <dgm:spPr/>
      <dgm:t>
        <a:bodyPr/>
        <a:lstStyle/>
        <a:p>
          <a:endParaRPr lang="en-GB" sz="1100"/>
        </a:p>
      </dgm:t>
    </dgm:pt>
    <dgm:pt modelId="{492C9423-385D-4D5F-8152-9C4F2EB7071C}" type="sibTrans" cxnId="{208682AD-2133-42D2-9834-055BB041AB9E}">
      <dgm:prSet/>
      <dgm:spPr/>
      <dgm:t>
        <a:bodyPr/>
        <a:lstStyle/>
        <a:p>
          <a:endParaRPr lang="en-GB" sz="1100"/>
        </a:p>
      </dgm:t>
    </dgm:pt>
    <dgm:pt modelId="{9E11BF31-34CB-4F63-92A5-1EFFC9A9D758}">
      <dgm:prSet phldrT="[Text]" custT="1"/>
      <dgm:spPr/>
      <dgm:t>
        <a:bodyPr/>
        <a:lstStyle/>
        <a:p>
          <a:r>
            <a:rPr lang="en-US" sz="1100" dirty="0"/>
            <a:t>Phase 3</a:t>
          </a:r>
          <a:endParaRPr lang="en-GB" sz="1100" dirty="0"/>
        </a:p>
      </dgm:t>
    </dgm:pt>
    <dgm:pt modelId="{19E57C36-6A0D-4CBF-9B17-A8E5C39A5E6E}" type="parTrans" cxnId="{76DE9FE1-5CD0-4FF0-8093-92A88A0813A5}">
      <dgm:prSet/>
      <dgm:spPr/>
      <dgm:t>
        <a:bodyPr/>
        <a:lstStyle/>
        <a:p>
          <a:endParaRPr lang="en-GB" sz="1100"/>
        </a:p>
      </dgm:t>
    </dgm:pt>
    <dgm:pt modelId="{2DD9757A-FD57-4415-8095-3CF009003429}" type="sibTrans" cxnId="{76DE9FE1-5CD0-4FF0-8093-92A88A0813A5}">
      <dgm:prSet/>
      <dgm:spPr/>
      <dgm:t>
        <a:bodyPr/>
        <a:lstStyle/>
        <a:p>
          <a:endParaRPr lang="en-GB" sz="1100"/>
        </a:p>
      </dgm:t>
    </dgm:pt>
    <dgm:pt modelId="{6DA04FAB-FB23-49E7-ABE4-D33358A6535B}" type="pres">
      <dgm:prSet presAssocID="{7E39D314-AE67-40D1-AC06-1027CE06FDC2}" presName="Name0" presStyleCnt="0">
        <dgm:presLayoutVars>
          <dgm:dir/>
          <dgm:animLvl val="lvl"/>
          <dgm:resizeHandles val="exact"/>
        </dgm:presLayoutVars>
      </dgm:prSet>
      <dgm:spPr/>
    </dgm:pt>
    <dgm:pt modelId="{785CA9D8-1708-483F-B31E-02EB590D10CE}" type="pres">
      <dgm:prSet presAssocID="{E092FE73-0A55-4DD7-AC26-FC26740BF35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EC9BC4-5ADC-488B-A6BC-0EC620A018ED}" type="pres">
      <dgm:prSet presAssocID="{B191EA7D-D2D7-4465-B435-96C8693186CF}" presName="parTxOnlySpace" presStyleCnt="0"/>
      <dgm:spPr/>
    </dgm:pt>
    <dgm:pt modelId="{4A74194A-4C20-4F01-AD73-5A0CAB29078F}" type="pres">
      <dgm:prSet presAssocID="{722E29B4-19ED-4534-BD80-2377FE7B5AB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C469A4-739C-4F40-B290-6D6543336FBC}" type="pres">
      <dgm:prSet presAssocID="{492C9423-385D-4D5F-8152-9C4F2EB7071C}" presName="parTxOnlySpace" presStyleCnt="0"/>
      <dgm:spPr/>
    </dgm:pt>
    <dgm:pt modelId="{3158D496-E458-4FC9-9A65-0A7C9745C13F}" type="pres">
      <dgm:prSet presAssocID="{9E11BF31-34CB-4F63-92A5-1EFFC9A9D75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DE9FE1-5CD0-4FF0-8093-92A88A0813A5}" srcId="{7E39D314-AE67-40D1-AC06-1027CE06FDC2}" destId="{9E11BF31-34CB-4F63-92A5-1EFFC9A9D758}" srcOrd="2" destOrd="0" parTransId="{19E57C36-6A0D-4CBF-9B17-A8E5C39A5E6E}" sibTransId="{2DD9757A-FD57-4415-8095-3CF009003429}"/>
    <dgm:cxn modelId="{208682AD-2133-42D2-9834-055BB041AB9E}" srcId="{7E39D314-AE67-40D1-AC06-1027CE06FDC2}" destId="{722E29B4-19ED-4534-BD80-2377FE7B5ABD}" srcOrd="1" destOrd="0" parTransId="{35F1DFE5-A554-4B45-B963-22700A329F46}" sibTransId="{492C9423-385D-4D5F-8152-9C4F2EB7071C}"/>
    <dgm:cxn modelId="{524EEF4C-5BF4-4F78-902C-BA3491378AEB}" type="presOf" srcId="{9E11BF31-34CB-4F63-92A5-1EFFC9A9D758}" destId="{3158D496-E458-4FC9-9A65-0A7C9745C13F}" srcOrd="0" destOrd="0" presId="urn:microsoft.com/office/officeart/2005/8/layout/chevron1"/>
    <dgm:cxn modelId="{9D04768E-8B36-4949-AFBD-809DD61D63E4}" type="presOf" srcId="{E092FE73-0A55-4DD7-AC26-FC26740BF351}" destId="{785CA9D8-1708-483F-B31E-02EB590D10CE}" srcOrd="0" destOrd="0" presId="urn:microsoft.com/office/officeart/2005/8/layout/chevron1"/>
    <dgm:cxn modelId="{212D6C52-1E86-4CA7-B42D-0E94EB7F068E}" type="presOf" srcId="{7E39D314-AE67-40D1-AC06-1027CE06FDC2}" destId="{6DA04FAB-FB23-49E7-ABE4-D33358A6535B}" srcOrd="0" destOrd="0" presId="urn:microsoft.com/office/officeart/2005/8/layout/chevron1"/>
    <dgm:cxn modelId="{81ECAC1D-2E99-4135-A089-A3F27BCA2E4E}" srcId="{7E39D314-AE67-40D1-AC06-1027CE06FDC2}" destId="{E092FE73-0A55-4DD7-AC26-FC26740BF351}" srcOrd="0" destOrd="0" parTransId="{27C82C2C-4116-43FB-B8F0-8C6CC22A3B09}" sibTransId="{B191EA7D-D2D7-4465-B435-96C8693186CF}"/>
    <dgm:cxn modelId="{75A64DF1-9D71-4D2E-9837-B7F8A7372BF8}" type="presOf" srcId="{722E29B4-19ED-4534-BD80-2377FE7B5ABD}" destId="{4A74194A-4C20-4F01-AD73-5A0CAB29078F}" srcOrd="0" destOrd="0" presId="urn:microsoft.com/office/officeart/2005/8/layout/chevron1"/>
    <dgm:cxn modelId="{11E26EFA-E503-4820-BF31-E573CA1971AA}" type="presParOf" srcId="{6DA04FAB-FB23-49E7-ABE4-D33358A6535B}" destId="{785CA9D8-1708-483F-B31E-02EB590D10CE}" srcOrd="0" destOrd="0" presId="urn:microsoft.com/office/officeart/2005/8/layout/chevron1"/>
    <dgm:cxn modelId="{5E7C3E5E-AF08-4044-8B75-740E652159D4}" type="presParOf" srcId="{6DA04FAB-FB23-49E7-ABE4-D33358A6535B}" destId="{67EC9BC4-5ADC-488B-A6BC-0EC620A018ED}" srcOrd="1" destOrd="0" presId="urn:microsoft.com/office/officeart/2005/8/layout/chevron1"/>
    <dgm:cxn modelId="{B798577E-E3C9-44A7-80B8-751CF9E50226}" type="presParOf" srcId="{6DA04FAB-FB23-49E7-ABE4-D33358A6535B}" destId="{4A74194A-4C20-4F01-AD73-5A0CAB29078F}" srcOrd="2" destOrd="0" presId="urn:microsoft.com/office/officeart/2005/8/layout/chevron1"/>
    <dgm:cxn modelId="{707AC9D8-8022-4537-ABA0-9A827073BA4E}" type="presParOf" srcId="{6DA04FAB-FB23-49E7-ABE4-D33358A6535B}" destId="{6BC469A4-739C-4F40-B290-6D6543336FBC}" srcOrd="3" destOrd="0" presId="urn:microsoft.com/office/officeart/2005/8/layout/chevron1"/>
    <dgm:cxn modelId="{8C3D0DF5-79C3-4B02-83C7-159F483E17A8}" type="presParOf" srcId="{6DA04FAB-FB23-49E7-ABE4-D33358A6535B}" destId="{3158D496-E458-4FC9-9A65-0A7C9745C13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39D314-AE67-40D1-AC06-1027CE06FDC2}" type="doc">
      <dgm:prSet loTypeId="urn:microsoft.com/office/officeart/2005/8/layout/chevron1" loCatId="process" qsTypeId="urn:microsoft.com/office/officeart/2005/8/quickstyle/simple5" qsCatId="simple" csTypeId="urn:microsoft.com/office/officeart/2005/8/colors/accent1_2" csCatId="accent1" phldr="1"/>
      <dgm:spPr/>
    </dgm:pt>
    <dgm:pt modelId="{E092FE73-0A55-4DD7-AC26-FC26740BF351}">
      <dgm:prSet phldrT="[Text]" custT="1"/>
      <dgm:spPr/>
      <dgm:t>
        <a:bodyPr/>
        <a:lstStyle/>
        <a:p>
          <a:r>
            <a:rPr lang="en-US" sz="1100" dirty="0"/>
            <a:t>Phase 1</a:t>
          </a:r>
          <a:endParaRPr lang="en-GB" sz="1100" dirty="0"/>
        </a:p>
      </dgm:t>
    </dgm:pt>
    <dgm:pt modelId="{27C82C2C-4116-43FB-B8F0-8C6CC22A3B09}" type="parTrans" cxnId="{81ECAC1D-2E99-4135-A089-A3F27BCA2E4E}">
      <dgm:prSet/>
      <dgm:spPr/>
      <dgm:t>
        <a:bodyPr/>
        <a:lstStyle/>
        <a:p>
          <a:endParaRPr lang="en-GB" sz="1100"/>
        </a:p>
      </dgm:t>
    </dgm:pt>
    <dgm:pt modelId="{B191EA7D-D2D7-4465-B435-96C8693186CF}" type="sibTrans" cxnId="{81ECAC1D-2E99-4135-A089-A3F27BCA2E4E}">
      <dgm:prSet/>
      <dgm:spPr/>
      <dgm:t>
        <a:bodyPr/>
        <a:lstStyle/>
        <a:p>
          <a:endParaRPr lang="en-GB" sz="1100"/>
        </a:p>
      </dgm:t>
    </dgm:pt>
    <dgm:pt modelId="{722E29B4-19ED-4534-BD80-2377FE7B5ABD}">
      <dgm:prSet phldrT="[Text]" custT="1"/>
      <dgm:spPr/>
      <dgm:t>
        <a:bodyPr/>
        <a:lstStyle/>
        <a:p>
          <a:r>
            <a:rPr lang="en-US" sz="1100" dirty="0"/>
            <a:t>Phase 2</a:t>
          </a:r>
          <a:endParaRPr lang="en-GB" sz="1100" dirty="0"/>
        </a:p>
      </dgm:t>
    </dgm:pt>
    <dgm:pt modelId="{35F1DFE5-A554-4B45-B963-22700A329F46}" type="parTrans" cxnId="{208682AD-2133-42D2-9834-055BB041AB9E}">
      <dgm:prSet/>
      <dgm:spPr/>
      <dgm:t>
        <a:bodyPr/>
        <a:lstStyle/>
        <a:p>
          <a:endParaRPr lang="en-GB" sz="1100"/>
        </a:p>
      </dgm:t>
    </dgm:pt>
    <dgm:pt modelId="{492C9423-385D-4D5F-8152-9C4F2EB7071C}" type="sibTrans" cxnId="{208682AD-2133-42D2-9834-055BB041AB9E}">
      <dgm:prSet/>
      <dgm:spPr/>
      <dgm:t>
        <a:bodyPr/>
        <a:lstStyle/>
        <a:p>
          <a:endParaRPr lang="en-GB" sz="1100"/>
        </a:p>
      </dgm:t>
    </dgm:pt>
    <dgm:pt modelId="{9E11BF31-34CB-4F63-92A5-1EFFC9A9D758}">
      <dgm:prSet phldrT="[Text]" custT="1"/>
      <dgm:spPr/>
      <dgm:t>
        <a:bodyPr/>
        <a:lstStyle/>
        <a:p>
          <a:r>
            <a:rPr lang="en-US" sz="1100" dirty="0"/>
            <a:t>Phase 3</a:t>
          </a:r>
          <a:endParaRPr lang="en-GB" sz="1100" dirty="0"/>
        </a:p>
      </dgm:t>
    </dgm:pt>
    <dgm:pt modelId="{19E57C36-6A0D-4CBF-9B17-A8E5C39A5E6E}" type="parTrans" cxnId="{76DE9FE1-5CD0-4FF0-8093-92A88A0813A5}">
      <dgm:prSet/>
      <dgm:spPr/>
      <dgm:t>
        <a:bodyPr/>
        <a:lstStyle/>
        <a:p>
          <a:endParaRPr lang="en-GB" sz="1100"/>
        </a:p>
      </dgm:t>
    </dgm:pt>
    <dgm:pt modelId="{2DD9757A-FD57-4415-8095-3CF009003429}" type="sibTrans" cxnId="{76DE9FE1-5CD0-4FF0-8093-92A88A0813A5}">
      <dgm:prSet/>
      <dgm:spPr/>
      <dgm:t>
        <a:bodyPr/>
        <a:lstStyle/>
        <a:p>
          <a:endParaRPr lang="en-GB" sz="1100"/>
        </a:p>
      </dgm:t>
    </dgm:pt>
    <dgm:pt modelId="{6DA04FAB-FB23-49E7-ABE4-D33358A6535B}" type="pres">
      <dgm:prSet presAssocID="{7E39D314-AE67-40D1-AC06-1027CE06FDC2}" presName="Name0" presStyleCnt="0">
        <dgm:presLayoutVars>
          <dgm:dir/>
          <dgm:animLvl val="lvl"/>
          <dgm:resizeHandles val="exact"/>
        </dgm:presLayoutVars>
      </dgm:prSet>
      <dgm:spPr/>
    </dgm:pt>
    <dgm:pt modelId="{785CA9D8-1708-483F-B31E-02EB590D10CE}" type="pres">
      <dgm:prSet presAssocID="{E092FE73-0A55-4DD7-AC26-FC26740BF35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EC9BC4-5ADC-488B-A6BC-0EC620A018ED}" type="pres">
      <dgm:prSet presAssocID="{B191EA7D-D2D7-4465-B435-96C8693186CF}" presName="parTxOnlySpace" presStyleCnt="0"/>
      <dgm:spPr/>
    </dgm:pt>
    <dgm:pt modelId="{4A74194A-4C20-4F01-AD73-5A0CAB29078F}" type="pres">
      <dgm:prSet presAssocID="{722E29B4-19ED-4534-BD80-2377FE7B5AB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C469A4-739C-4F40-B290-6D6543336FBC}" type="pres">
      <dgm:prSet presAssocID="{492C9423-385D-4D5F-8152-9C4F2EB7071C}" presName="parTxOnlySpace" presStyleCnt="0"/>
      <dgm:spPr/>
    </dgm:pt>
    <dgm:pt modelId="{3158D496-E458-4FC9-9A65-0A7C9745C13F}" type="pres">
      <dgm:prSet presAssocID="{9E11BF31-34CB-4F63-92A5-1EFFC9A9D75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DE9FE1-5CD0-4FF0-8093-92A88A0813A5}" srcId="{7E39D314-AE67-40D1-AC06-1027CE06FDC2}" destId="{9E11BF31-34CB-4F63-92A5-1EFFC9A9D758}" srcOrd="2" destOrd="0" parTransId="{19E57C36-6A0D-4CBF-9B17-A8E5C39A5E6E}" sibTransId="{2DD9757A-FD57-4415-8095-3CF009003429}"/>
    <dgm:cxn modelId="{208682AD-2133-42D2-9834-055BB041AB9E}" srcId="{7E39D314-AE67-40D1-AC06-1027CE06FDC2}" destId="{722E29B4-19ED-4534-BD80-2377FE7B5ABD}" srcOrd="1" destOrd="0" parTransId="{35F1DFE5-A554-4B45-B963-22700A329F46}" sibTransId="{492C9423-385D-4D5F-8152-9C4F2EB7071C}"/>
    <dgm:cxn modelId="{524EEF4C-5BF4-4F78-902C-BA3491378AEB}" type="presOf" srcId="{9E11BF31-34CB-4F63-92A5-1EFFC9A9D758}" destId="{3158D496-E458-4FC9-9A65-0A7C9745C13F}" srcOrd="0" destOrd="0" presId="urn:microsoft.com/office/officeart/2005/8/layout/chevron1"/>
    <dgm:cxn modelId="{9D04768E-8B36-4949-AFBD-809DD61D63E4}" type="presOf" srcId="{E092FE73-0A55-4DD7-AC26-FC26740BF351}" destId="{785CA9D8-1708-483F-B31E-02EB590D10CE}" srcOrd="0" destOrd="0" presId="urn:microsoft.com/office/officeart/2005/8/layout/chevron1"/>
    <dgm:cxn modelId="{212D6C52-1E86-4CA7-B42D-0E94EB7F068E}" type="presOf" srcId="{7E39D314-AE67-40D1-AC06-1027CE06FDC2}" destId="{6DA04FAB-FB23-49E7-ABE4-D33358A6535B}" srcOrd="0" destOrd="0" presId="urn:microsoft.com/office/officeart/2005/8/layout/chevron1"/>
    <dgm:cxn modelId="{81ECAC1D-2E99-4135-A089-A3F27BCA2E4E}" srcId="{7E39D314-AE67-40D1-AC06-1027CE06FDC2}" destId="{E092FE73-0A55-4DD7-AC26-FC26740BF351}" srcOrd="0" destOrd="0" parTransId="{27C82C2C-4116-43FB-B8F0-8C6CC22A3B09}" sibTransId="{B191EA7D-D2D7-4465-B435-96C8693186CF}"/>
    <dgm:cxn modelId="{75A64DF1-9D71-4D2E-9837-B7F8A7372BF8}" type="presOf" srcId="{722E29B4-19ED-4534-BD80-2377FE7B5ABD}" destId="{4A74194A-4C20-4F01-AD73-5A0CAB29078F}" srcOrd="0" destOrd="0" presId="urn:microsoft.com/office/officeart/2005/8/layout/chevron1"/>
    <dgm:cxn modelId="{11E26EFA-E503-4820-BF31-E573CA1971AA}" type="presParOf" srcId="{6DA04FAB-FB23-49E7-ABE4-D33358A6535B}" destId="{785CA9D8-1708-483F-B31E-02EB590D10CE}" srcOrd="0" destOrd="0" presId="urn:microsoft.com/office/officeart/2005/8/layout/chevron1"/>
    <dgm:cxn modelId="{5E7C3E5E-AF08-4044-8B75-740E652159D4}" type="presParOf" srcId="{6DA04FAB-FB23-49E7-ABE4-D33358A6535B}" destId="{67EC9BC4-5ADC-488B-A6BC-0EC620A018ED}" srcOrd="1" destOrd="0" presId="urn:microsoft.com/office/officeart/2005/8/layout/chevron1"/>
    <dgm:cxn modelId="{B798577E-E3C9-44A7-80B8-751CF9E50226}" type="presParOf" srcId="{6DA04FAB-FB23-49E7-ABE4-D33358A6535B}" destId="{4A74194A-4C20-4F01-AD73-5A0CAB29078F}" srcOrd="2" destOrd="0" presId="urn:microsoft.com/office/officeart/2005/8/layout/chevron1"/>
    <dgm:cxn modelId="{707AC9D8-8022-4537-ABA0-9A827073BA4E}" type="presParOf" srcId="{6DA04FAB-FB23-49E7-ABE4-D33358A6535B}" destId="{6BC469A4-739C-4F40-B290-6D6543336FBC}" srcOrd="3" destOrd="0" presId="urn:microsoft.com/office/officeart/2005/8/layout/chevron1"/>
    <dgm:cxn modelId="{8C3D0DF5-79C3-4B02-83C7-159F483E17A8}" type="presParOf" srcId="{6DA04FAB-FB23-49E7-ABE4-D33358A6535B}" destId="{3158D496-E458-4FC9-9A65-0A7C9745C13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E39D314-AE67-40D1-AC06-1027CE06FDC2}" type="doc">
      <dgm:prSet loTypeId="urn:microsoft.com/office/officeart/2005/8/layout/chevron1" loCatId="process" qsTypeId="urn:microsoft.com/office/officeart/2005/8/quickstyle/simple5" qsCatId="simple" csTypeId="urn:microsoft.com/office/officeart/2005/8/colors/accent1_2" csCatId="accent1" phldr="1"/>
      <dgm:spPr/>
    </dgm:pt>
    <dgm:pt modelId="{E092FE73-0A55-4DD7-AC26-FC26740BF351}">
      <dgm:prSet phldrT="[Text]" custT="1"/>
      <dgm:spPr/>
      <dgm:t>
        <a:bodyPr/>
        <a:lstStyle/>
        <a:p>
          <a:r>
            <a:rPr lang="en-US" sz="1100" dirty="0"/>
            <a:t>Phase 1</a:t>
          </a:r>
          <a:endParaRPr lang="en-GB" sz="1100" dirty="0"/>
        </a:p>
      </dgm:t>
    </dgm:pt>
    <dgm:pt modelId="{27C82C2C-4116-43FB-B8F0-8C6CC22A3B09}" type="parTrans" cxnId="{81ECAC1D-2E99-4135-A089-A3F27BCA2E4E}">
      <dgm:prSet/>
      <dgm:spPr/>
      <dgm:t>
        <a:bodyPr/>
        <a:lstStyle/>
        <a:p>
          <a:endParaRPr lang="en-GB" sz="1100"/>
        </a:p>
      </dgm:t>
    </dgm:pt>
    <dgm:pt modelId="{B191EA7D-D2D7-4465-B435-96C8693186CF}" type="sibTrans" cxnId="{81ECAC1D-2E99-4135-A089-A3F27BCA2E4E}">
      <dgm:prSet/>
      <dgm:spPr/>
      <dgm:t>
        <a:bodyPr/>
        <a:lstStyle/>
        <a:p>
          <a:endParaRPr lang="en-GB" sz="1100"/>
        </a:p>
      </dgm:t>
    </dgm:pt>
    <dgm:pt modelId="{722E29B4-19ED-4534-BD80-2377FE7B5ABD}">
      <dgm:prSet phldrT="[Text]" custT="1"/>
      <dgm:spPr/>
      <dgm:t>
        <a:bodyPr/>
        <a:lstStyle/>
        <a:p>
          <a:r>
            <a:rPr lang="en-US" sz="1100" dirty="0"/>
            <a:t>Phase 2</a:t>
          </a:r>
          <a:endParaRPr lang="en-GB" sz="1100" dirty="0"/>
        </a:p>
      </dgm:t>
    </dgm:pt>
    <dgm:pt modelId="{35F1DFE5-A554-4B45-B963-22700A329F46}" type="parTrans" cxnId="{208682AD-2133-42D2-9834-055BB041AB9E}">
      <dgm:prSet/>
      <dgm:spPr/>
      <dgm:t>
        <a:bodyPr/>
        <a:lstStyle/>
        <a:p>
          <a:endParaRPr lang="en-GB" sz="1100"/>
        </a:p>
      </dgm:t>
    </dgm:pt>
    <dgm:pt modelId="{492C9423-385D-4D5F-8152-9C4F2EB7071C}" type="sibTrans" cxnId="{208682AD-2133-42D2-9834-055BB041AB9E}">
      <dgm:prSet/>
      <dgm:spPr/>
      <dgm:t>
        <a:bodyPr/>
        <a:lstStyle/>
        <a:p>
          <a:endParaRPr lang="en-GB" sz="1100"/>
        </a:p>
      </dgm:t>
    </dgm:pt>
    <dgm:pt modelId="{9E11BF31-34CB-4F63-92A5-1EFFC9A9D758}">
      <dgm:prSet phldrT="[Text]" custT="1"/>
      <dgm:spPr/>
      <dgm:t>
        <a:bodyPr/>
        <a:lstStyle/>
        <a:p>
          <a:r>
            <a:rPr lang="en-US" sz="1100" dirty="0"/>
            <a:t>Phase 3</a:t>
          </a:r>
          <a:endParaRPr lang="en-GB" sz="1100" dirty="0"/>
        </a:p>
      </dgm:t>
    </dgm:pt>
    <dgm:pt modelId="{19E57C36-6A0D-4CBF-9B17-A8E5C39A5E6E}" type="parTrans" cxnId="{76DE9FE1-5CD0-4FF0-8093-92A88A0813A5}">
      <dgm:prSet/>
      <dgm:spPr/>
      <dgm:t>
        <a:bodyPr/>
        <a:lstStyle/>
        <a:p>
          <a:endParaRPr lang="en-GB" sz="1100"/>
        </a:p>
      </dgm:t>
    </dgm:pt>
    <dgm:pt modelId="{2DD9757A-FD57-4415-8095-3CF009003429}" type="sibTrans" cxnId="{76DE9FE1-5CD0-4FF0-8093-92A88A0813A5}">
      <dgm:prSet/>
      <dgm:spPr/>
      <dgm:t>
        <a:bodyPr/>
        <a:lstStyle/>
        <a:p>
          <a:endParaRPr lang="en-GB" sz="1100"/>
        </a:p>
      </dgm:t>
    </dgm:pt>
    <dgm:pt modelId="{6DA04FAB-FB23-49E7-ABE4-D33358A6535B}" type="pres">
      <dgm:prSet presAssocID="{7E39D314-AE67-40D1-AC06-1027CE06FDC2}" presName="Name0" presStyleCnt="0">
        <dgm:presLayoutVars>
          <dgm:dir/>
          <dgm:animLvl val="lvl"/>
          <dgm:resizeHandles val="exact"/>
        </dgm:presLayoutVars>
      </dgm:prSet>
      <dgm:spPr/>
    </dgm:pt>
    <dgm:pt modelId="{785CA9D8-1708-483F-B31E-02EB590D10CE}" type="pres">
      <dgm:prSet presAssocID="{E092FE73-0A55-4DD7-AC26-FC26740BF351}" presName="parTxOnly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7EC9BC4-5ADC-488B-A6BC-0EC620A018ED}" type="pres">
      <dgm:prSet presAssocID="{B191EA7D-D2D7-4465-B435-96C8693186CF}" presName="parTxOnlySpace" presStyleCnt="0"/>
      <dgm:spPr/>
    </dgm:pt>
    <dgm:pt modelId="{4A74194A-4C20-4F01-AD73-5A0CAB29078F}" type="pres">
      <dgm:prSet presAssocID="{722E29B4-19ED-4534-BD80-2377FE7B5ABD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BC469A4-739C-4F40-B290-6D6543336FBC}" type="pres">
      <dgm:prSet presAssocID="{492C9423-385D-4D5F-8152-9C4F2EB7071C}" presName="parTxOnlySpace" presStyleCnt="0"/>
      <dgm:spPr/>
    </dgm:pt>
    <dgm:pt modelId="{3158D496-E458-4FC9-9A65-0A7C9745C13F}" type="pres">
      <dgm:prSet presAssocID="{9E11BF31-34CB-4F63-92A5-1EFFC9A9D75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DE9FE1-5CD0-4FF0-8093-92A88A0813A5}" srcId="{7E39D314-AE67-40D1-AC06-1027CE06FDC2}" destId="{9E11BF31-34CB-4F63-92A5-1EFFC9A9D758}" srcOrd="2" destOrd="0" parTransId="{19E57C36-6A0D-4CBF-9B17-A8E5C39A5E6E}" sibTransId="{2DD9757A-FD57-4415-8095-3CF009003429}"/>
    <dgm:cxn modelId="{208682AD-2133-42D2-9834-055BB041AB9E}" srcId="{7E39D314-AE67-40D1-AC06-1027CE06FDC2}" destId="{722E29B4-19ED-4534-BD80-2377FE7B5ABD}" srcOrd="1" destOrd="0" parTransId="{35F1DFE5-A554-4B45-B963-22700A329F46}" sibTransId="{492C9423-385D-4D5F-8152-9C4F2EB7071C}"/>
    <dgm:cxn modelId="{524EEF4C-5BF4-4F78-902C-BA3491378AEB}" type="presOf" srcId="{9E11BF31-34CB-4F63-92A5-1EFFC9A9D758}" destId="{3158D496-E458-4FC9-9A65-0A7C9745C13F}" srcOrd="0" destOrd="0" presId="urn:microsoft.com/office/officeart/2005/8/layout/chevron1"/>
    <dgm:cxn modelId="{9D04768E-8B36-4949-AFBD-809DD61D63E4}" type="presOf" srcId="{E092FE73-0A55-4DD7-AC26-FC26740BF351}" destId="{785CA9D8-1708-483F-B31E-02EB590D10CE}" srcOrd="0" destOrd="0" presId="urn:microsoft.com/office/officeart/2005/8/layout/chevron1"/>
    <dgm:cxn modelId="{212D6C52-1E86-4CA7-B42D-0E94EB7F068E}" type="presOf" srcId="{7E39D314-AE67-40D1-AC06-1027CE06FDC2}" destId="{6DA04FAB-FB23-49E7-ABE4-D33358A6535B}" srcOrd="0" destOrd="0" presId="urn:microsoft.com/office/officeart/2005/8/layout/chevron1"/>
    <dgm:cxn modelId="{81ECAC1D-2E99-4135-A089-A3F27BCA2E4E}" srcId="{7E39D314-AE67-40D1-AC06-1027CE06FDC2}" destId="{E092FE73-0A55-4DD7-AC26-FC26740BF351}" srcOrd="0" destOrd="0" parTransId="{27C82C2C-4116-43FB-B8F0-8C6CC22A3B09}" sibTransId="{B191EA7D-D2D7-4465-B435-96C8693186CF}"/>
    <dgm:cxn modelId="{75A64DF1-9D71-4D2E-9837-B7F8A7372BF8}" type="presOf" srcId="{722E29B4-19ED-4534-BD80-2377FE7B5ABD}" destId="{4A74194A-4C20-4F01-AD73-5A0CAB29078F}" srcOrd="0" destOrd="0" presId="urn:microsoft.com/office/officeart/2005/8/layout/chevron1"/>
    <dgm:cxn modelId="{11E26EFA-E503-4820-BF31-E573CA1971AA}" type="presParOf" srcId="{6DA04FAB-FB23-49E7-ABE4-D33358A6535B}" destId="{785CA9D8-1708-483F-B31E-02EB590D10CE}" srcOrd="0" destOrd="0" presId="urn:microsoft.com/office/officeart/2005/8/layout/chevron1"/>
    <dgm:cxn modelId="{5E7C3E5E-AF08-4044-8B75-740E652159D4}" type="presParOf" srcId="{6DA04FAB-FB23-49E7-ABE4-D33358A6535B}" destId="{67EC9BC4-5ADC-488B-A6BC-0EC620A018ED}" srcOrd="1" destOrd="0" presId="urn:microsoft.com/office/officeart/2005/8/layout/chevron1"/>
    <dgm:cxn modelId="{B798577E-E3C9-44A7-80B8-751CF9E50226}" type="presParOf" srcId="{6DA04FAB-FB23-49E7-ABE4-D33358A6535B}" destId="{4A74194A-4C20-4F01-AD73-5A0CAB29078F}" srcOrd="2" destOrd="0" presId="urn:microsoft.com/office/officeart/2005/8/layout/chevron1"/>
    <dgm:cxn modelId="{707AC9D8-8022-4537-ABA0-9A827073BA4E}" type="presParOf" srcId="{6DA04FAB-FB23-49E7-ABE4-D33358A6535B}" destId="{6BC469A4-739C-4F40-B290-6D6543336FBC}" srcOrd="3" destOrd="0" presId="urn:microsoft.com/office/officeart/2005/8/layout/chevron1"/>
    <dgm:cxn modelId="{8C3D0DF5-79C3-4B02-83C7-159F483E17A8}" type="presParOf" srcId="{6DA04FAB-FB23-49E7-ABE4-D33358A6535B}" destId="{3158D496-E458-4FC9-9A65-0A7C9745C13F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542E739-C0DC-4F93-86DD-B9EA46AD46A4}" type="doc">
      <dgm:prSet loTypeId="urn:microsoft.com/office/officeart/2005/8/layout/cycle3" loCatId="cycle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0F07FD1B-C70B-4139-920A-1FE174A094A5}">
      <dgm:prSet phldrT="[Text]"/>
      <dgm:spPr/>
      <dgm:t>
        <a:bodyPr/>
        <a:lstStyle/>
        <a:p>
          <a:r>
            <a:rPr lang="en-US" dirty="0"/>
            <a:t>Development</a:t>
          </a:r>
          <a:endParaRPr lang="en-GB" dirty="0"/>
        </a:p>
      </dgm:t>
    </dgm:pt>
    <dgm:pt modelId="{638A0644-C942-4B3D-BA72-CA22C302127A}" type="parTrans" cxnId="{53E87A35-6C29-46E3-92FB-0A25BDC22DDA}">
      <dgm:prSet/>
      <dgm:spPr/>
      <dgm:t>
        <a:bodyPr/>
        <a:lstStyle/>
        <a:p>
          <a:endParaRPr lang="en-GB"/>
        </a:p>
      </dgm:t>
    </dgm:pt>
    <dgm:pt modelId="{EDEC6B0C-5560-40FD-95F7-9014F48BF603}" type="sibTrans" cxnId="{53E87A35-6C29-46E3-92FB-0A25BDC22DDA}">
      <dgm:prSet/>
      <dgm:spPr/>
      <dgm:t>
        <a:bodyPr/>
        <a:lstStyle/>
        <a:p>
          <a:endParaRPr lang="en-GB"/>
        </a:p>
      </dgm:t>
    </dgm:pt>
    <dgm:pt modelId="{7849933F-75A3-41B6-9A6C-A534F88FC165}">
      <dgm:prSet phldrT="[Text]"/>
      <dgm:spPr/>
      <dgm:t>
        <a:bodyPr/>
        <a:lstStyle/>
        <a:p>
          <a:r>
            <a:rPr lang="en-US" dirty="0"/>
            <a:t>Testing</a:t>
          </a:r>
          <a:endParaRPr lang="en-GB" dirty="0"/>
        </a:p>
      </dgm:t>
    </dgm:pt>
    <dgm:pt modelId="{76526251-C750-47C3-87BC-CB49AF9B56C7}" type="parTrans" cxnId="{5C257ECC-3FAA-4A10-A354-05E420F77C79}">
      <dgm:prSet/>
      <dgm:spPr/>
      <dgm:t>
        <a:bodyPr/>
        <a:lstStyle/>
        <a:p>
          <a:endParaRPr lang="en-GB"/>
        </a:p>
      </dgm:t>
    </dgm:pt>
    <dgm:pt modelId="{4477B398-31DB-4469-93A2-9A3876659906}" type="sibTrans" cxnId="{5C257ECC-3FAA-4A10-A354-05E420F77C79}">
      <dgm:prSet/>
      <dgm:spPr/>
      <dgm:t>
        <a:bodyPr/>
        <a:lstStyle/>
        <a:p>
          <a:endParaRPr lang="en-GB"/>
        </a:p>
      </dgm:t>
    </dgm:pt>
    <dgm:pt modelId="{A4B78BC9-2203-4287-AFE0-8711A1DBD66D}">
      <dgm:prSet phldrT="[Text]"/>
      <dgm:spPr/>
      <dgm:t>
        <a:bodyPr/>
        <a:lstStyle/>
        <a:p>
          <a:r>
            <a:rPr lang="en-US" dirty="0"/>
            <a:t>Deploy</a:t>
          </a:r>
          <a:endParaRPr lang="en-GB" dirty="0"/>
        </a:p>
      </dgm:t>
    </dgm:pt>
    <dgm:pt modelId="{1DC86863-BF32-4DF9-8DF2-893225168C49}" type="parTrans" cxnId="{FF802E3B-A7DD-4897-ACF5-EC40E9E3E9F2}">
      <dgm:prSet/>
      <dgm:spPr/>
      <dgm:t>
        <a:bodyPr/>
        <a:lstStyle/>
        <a:p>
          <a:endParaRPr lang="en-GB"/>
        </a:p>
      </dgm:t>
    </dgm:pt>
    <dgm:pt modelId="{89121DD2-5D9B-4BED-94FD-1B4E22DEE598}" type="sibTrans" cxnId="{FF802E3B-A7DD-4897-ACF5-EC40E9E3E9F2}">
      <dgm:prSet/>
      <dgm:spPr/>
      <dgm:t>
        <a:bodyPr/>
        <a:lstStyle/>
        <a:p>
          <a:endParaRPr lang="en-GB"/>
        </a:p>
      </dgm:t>
    </dgm:pt>
    <dgm:pt modelId="{F2AFE709-81F9-47DD-BEE5-66F208507353}">
      <dgm:prSet phldrT="[Text]"/>
      <dgm:spPr/>
      <dgm:t>
        <a:bodyPr/>
        <a:lstStyle/>
        <a:p>
          <a:r>
            <a:rPr lang="en-US" dirty="0"/>
            <a:t>Requirements</a:t>
          </a:r>
          <a:endParaRPr lang="en-GB" dirty="0"/>
        </a:p>
      </dgm:t>
    </dgm:pt>
    <dgm:pt modelId="{7F5A27FC-1BBD-472F-9576-3CD329E68246}" type="parTrans" cxnId="{FB35691B-C22E-421B-8025-A8FD250CA7AC}">
      <dgm:prSet/>
      <dgm:spPr/>
      <dgm:t>
        <a:bodyPr/>
        <a:lstStyle/>
        <a:p>
          <a:endParaRPr lang="en-GB"/>
        </a:p>
      </dgm:t>
    </dgm:pt>
    <dgm:pt modelId="{F8C860EB-EA56-43A8-B901-3C4655C7173A}" type="sibTrans" cxnId="{FB35691B-C22E-421B-8025-A8FD250CA7AC}">
      <dgm:prSet/>
      <dgm:spPr/>
      <dgm:t>
        <a:bodyPr/>
        <a:lstStyle/>
        <a:p>
          <a:endParaRPr lang="en-GB"/>
        </a:p>
      </dgm:t>
    </dgm:pt>
    <dgm:pt modelId="{C4759967-ADD3-4981-BF78-66721F3AA86F}">
      <dgm:prSet phldrT="[Text]"/>
      <dgm:spPr/>
      <dgm:t>
        <a:bodyPr/>
        <a:lstStyle/>
        <a:p>
          <a:r>
            <a:rPr lang="en-US" dirty="0"/>
            <a:t>Design</a:t>
          </a:r>
          <a:endParaRPr lang="en-GB" dirty="0"/>
        </a:p>
      </dgm:t>
    </dgm:pt>
    <dgm:pt modelId="{C01F558B-5EAA-480A-B904-FBFEB0C28A82}" type="parTrans" cxnId="{B8063890-78ED-4969-AB08-F8AC128A28CA}">
      <dgm:prSet/>
      <dgm:spPr/>
      <dgm:t>
        <a:bodyPr/>
        <a:lstStyle/>
        <a:p>
          <a:endParaRPr lang="en-GB"/>
        </a:p>
      </dgm:t>
    </dgm:pt>
    <dgm:pt modelId="{EB0C2BC4-194E-4AD2-A122-D3555C959E0B}" type="sibTrans" cxnId="{B8063890-78ED-4969-AB08-F8AC128A28CA}">
      <dgm:prSet/>
      <dgm:spPr/>
      <dgm:t>
        <a:bodyPr/>
        <a:lstStyle/>
        <a:p>
          <a:endParaRPr lang="en-GB"/>
        </a:p>
      </dgm:t>
    </dgm:pt>
    <dgm:pt modelId="{9D752FDA-EECA-4E63-BBDC-855F99B68B53}" type="pres">
      <dgm:prSet presAssocID="{0542E739-C0DC-4F93-86DD-B9EA46AD46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D454085-F462-4A59-857E-8456DCC65EFA}" type="pres">
      <dgm:prSet presAssocID="{0542E739-C0DC-4F93-86DD-B9EA46AD46A4}" presName="cycle" presStyleCnt="0"/>
      <dgm:spPr/>
    </dgm:pt>
    <dgm:pt modelId="{6FF064CE-A8E6-48B6-BB5D-33ACFA59AF8A}" type="pres">
      <dgm:prSet presAssocID="{0F07FD1B-C70B-4139-920A-1FE174A094A5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8E87F9-DD85-4450-8F8C-183F54AC5254}" type="pres">
      <dgm:prSet presAssocID="{EDEC6B0C-5560-40FD-95F7-9014F48BF603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463CD965-4050-4512-85B2-D003A4A9EEB2}" type="pres">
      <dgm:prSet presAssocID="{7849933F-75A3-41B6-9A6C-A534F88FC165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257CB-771D-492F-8F2E-26057F2D89D6}" type="pres">
      <dgm:prSet presAssocID="{A4B78BC9-2203-4287-AFE0-8711A1DBD66D}" presName="nodeFollowingNodes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4D9971-197C-4DC1-BBD8-AC3CD40AC8F7}" type="pres">
      <dgm:prSet presAssocID="{F2AFE709-81F9-47DD-BEE5-66F208507353}" presName="nodeFollowingNodes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A33FAE-836E-4123-AA47-D30824693047}" type="pres">
      <dgm:prSet presAssocID="{C4759967-ADD3-4981-BF78-66721F3AA86F}" presName="nodeFollowingNodes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E87A35-6C29-46E3-92FB-0A25BDC22DDA}" srcId="{0542E739-C0DC-4F93-86DD-B9EA46AD46A4}" destId="{0F07FD1B-C70B-4139-920A-1FE174A094A5}" srcOrd="0" destOrd="0" parTransId="{638A0644-C942-4B3D-BA72-CA22C302127A}" sibTransId="{EDEC6B0C-5560-40FD-95F7-9014F48BF603}"/>
    <dgm:cxn modelId="{37DD8E41-9E98-4DDC-A717-EE9CD4AE2D79}" type="presOf" srcId="{C4759967-ADD3-4981-BF78-66721F3AA86F}" destId="{3FA33FAE-836E-4123-AA47-D30824693047}" srcOrd="0" destOrd="0" presId="urn:microsoft.com/office/officeart/2005/8/layout/cycle3"/>
    <dgm:cxn modelId="{84BF7297-5609-4949-8524-9FB7A563F9E0}" type="presOf" srcId="{F2AFE709-81F9-47DD-BEE5-66F208507353}" destId="{C64D9971-197C-4DC1-BBD8-AC3CD40AC8F7}" srcOrd="0" destOrd="0" presId="urn:microsoft.com/office/officeart/2005/8/layout/cycle3"/>
    <dgm:cxn modelId="{D83E9771-2239-488B-8D79-6EB8BE1C59DB}" type="presOf" srcId="{7849933F-75A3-41B6-9A6C-A534F88FC165}" destId="{463CD965-4050-4512-85B2-D003A4A9EEB2}" srcOrd="0" destOrd="0" presId="urn:microsoft.com/office/officeart/2005/8/layout/cycle3"/>
    <dgm:cxn modelId="{3FC3BFA5-C7CA-497B-B3D3-5B716C9E9194}" type="presOf" srcId="{0F07FD1B-C70B-4139-920A-1FE174A094A5}" destId="{6FF064CE-A8E6-48B6-BB5D-33ACFA59AF8A}" srcOrd="0" destOrd="0" presId="urn:microsoft.com/office/officeart/2005/8/layout/cycle3"/>
    <dgm:cxn modelId="{FF802E3B-A7DD-4897-ACF5-EC40E9E3E9F2}" srcId="{0542E739-C0DC-4F93-86DD-B9EA46AD46A4}" destId="{A4B78BC9-2203-4287-AFE0-8711A1DBD66D}" srcOrd="2" destOrd="0" parTransId="{1DC86863-BF32-4DF9-8DF2-893225168C49}" sibTransId="{89121DD2-5D9B-4BED-94FD-1B4E22DEE598}"/>
    <dgm:cxn modelId="{B8063890-78ED-4969-AB08-F8AC128A28CA}" srcId="{0542E739-C0DC-4F93-86DD-B9EA46AD46A4}" destId="{C4759967-ADD3-4981-BF78-66721F3AA86F}" srcOrd="4" destOrd="0" parTransId="{C01F558B-5EAA-480A-B904-FBFEB0C28A82}" sibTransId="{EB0C2BC4-194E-4AD2-A122-D3555C959E0B}"/>
    <dgm:cxn modelId="{20081A92-D3F0-42AA-971B-C2FD879AD921}" type="presOf" srcId="{0542E739-C0DC-4F93-86DD-B9EA46AD46A4}" destId="{9D752FDA-EECA-4E63-BBDC-855F99B68B53}" srcOrd="0" destOrd="0" presId="urn:microsoft.com/office/officeart/2005/8/layout/cycle3"/>
    <dgm:cxn modelId="{4DF3EA7E-4CD9-461D-9F6E-6BAF0254421B}" type="presOf" srcId="{EDEC6B0C-5560-40FD-95F7-9014F48BF603}" destId="{F18E87F9-DD85-4450-8F8C-183F54AC5254}" srcOrd="0" destOrd="0" presId="urn:microsoft.com/office/officeart/2005/8/layout/cycle3"/>
    <dgm:cxn modelId="{FB35691B-C22E-421B-8025-A8FD250CA7AC}" srcId="{0542E739-C0DC-4F93-86DD-B9EA46AD46A4}" destId="{F2AFE709-81F9-47DD-BEE5-66F208507353}" srcOrd="3" destOrd="0" parTransId="{7F5A27FC-1BBD-472F-9576-3CD329E68246}" sibTransId="{F8C860EB-EA56-43A8-B901-3C4655C7173A}"/>
    <dgm:cxn modelId="{5C257ECC-3FAA-4A10-A354-05E420F77C79}" srcId="{0542E739-C0DC-4F93-86DD-B9EA46AD46A4}" destId="{7849933F-75A3-41B6-9A6C-A534F88FC165}" srcOrd="1" destOrd="0" parTransId="{76526251-C750-47C3-87BC-CB49AF9B56C7}" sibTransId="{4477B398-31DB-4469-93A2-9A3876659906}"/>
    <dgm:cxn modelId="{8288BEFB-0988-4EC3-B8DE-2009BA8CDA0C}" type="presOf" srcId="{A4B78BC9-2203-4287-AFE0-8711A1DBD66D}" destId="{E2D257CB-771D-492F-8F2E-26057F2D89D6}" srcOrd="0" destOrd="0" presId="urn:microsoft.com/office/officeart/2005/8/layout/cycle3"/>
    <dgm:cxn modelId="{A0970A7D-F071-4245-AD83-84F5AC160DC6}" type="presParOf" srcId="{9D752FDA-EECA-4E63-BBDC-855F99B68B53}" destId="{CD454085-F462-4A59-857E-8456DCC65EFA}" srcOrd="0" destOrd="0" presId="urn:microsoft.com/office/officeart/2005/8/layout/cycle3"/>
    <dgm:cxn modelId="{EBDE512B-3D57-48B0-BB8E-9E6BB8B24C1E}" type="presParOf" srcId="{CD454085-F462-4A59-857E-8456DCC65EFA}" destId="{6FF064CE-A8E6-48B6-BB5D-33ACFA59AF8A}" srcOrd="0" destOrd="0" presId="urn:microsoft.com/office/officeart/2005/8/layout/cycle3"/>
    <dgm:cxn modelId="{E16BE44F-BC21-4275-B603-BDCBF7F1C911}" type="presParOf" srcId="{CD454085-F462-4A59-857E-8456DCC65EFA}" destId="{F18E87F9-DD85-4450-8F8C-183F54AC5254}" srcOrd="1" destOrd="0" presId="urn:microsoft.com/office/officeart/2005/8/layout/cycle3"/>
    <dgm:cxn modelId="{BE748B2D-0379-40D7-9632-FF0936F7CB46}" type="presParOf" srcId="{CD454085-F462-4A59-857E-8456DCC65EFA}" destId="{463CD965-4050-4512-85B2-D003A4A9EEB2}" srcOrd="2" destOrd="0" presId="urn:microsoft.com/office/officeart/2005/8/layout/cycle3"/>
    <dgm:cxn modelId="{CB7821FD-0CCE-4FD3-9117-D6F0CEAC687F}" type="presParOf" srcId="{CD454085-F462-4A59-857E-8456DCC65EFA}" destId="{E2D257CB-771D-492F-8F2E-26057F2D89D6}" srcOrd="3" destOrd="0" presId="urn:microsoft.com/office/officeart/2005/8/layout/cycle3"/>
    <dgm:cxn modelId="{48BE840D-773A-447E-903E-5E1B5618E607}" type="presParOf" srcId="{CD454085-F462-4A59-857E-8456DCC65EFA}" destId="{C64D9971-197C-4DC1-BBD8-AC3CD40AC8F7}" srcOrd="4" destOrd="0" presId="urn:microsoft.com/office/officeart/2005/8/layout/cycle3"/>
    <dgm:cxn modelId="{9F1F34B6-E60C-45A5-A087-CB4ABEAD7E17}" type="presParOf" srcId="{CD454085-F462-4A59-857E-8456DCC65EFA}" destId="{3FA33FAE-836E-4123-AA47-D30824693047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42E739-C0DC-4F93-86DD-B9EA46AD46A4}" type="doc">
      <dgm:prSet loTypeId="urn:microsoft.com/office/officeart/2005/8/layout/cycle3" loCatId="cycle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0F07FD1B-C70B-4139-920A-1FE174A094A5}">
      <dgm:prSet phldrT="[Text]"/>
      <dgm:spPr/>
      <dgm:t>
        <a:bodyPr/>
        <a:lstStyle/>
        <a:p>
          <a:r>
            <a:rPr lang="en-US" dirty="0"/>
            <a:t>Development</a:t>
          </a:r>
          <a:endParaRPr lang="en-GB" dirty="0"/>
        </a:p>
      </dgm:t>
    </dgm:pt>
    <dgm:pt modelId="{638A0644-C942-4B3D-BA72-CA22C302127A}" type="parTrans" cxnId="{53E87A35-6C29-46E3-92FB-0A25BDC22DDA}">
      <dgm:prSet/>
      <dgm:spPr/>
      <dgm:t>
        <a:bodyPr/>
        <a:lstStyle/>
        <a:p>
          <a:endParaRPr lang="en-GB"/>
        </a:p>
      </dgm:t>
    </dgm:pt>
    <dgm:pt modelId="{EDEC6B0C-5560-40FD-95F7-9014F48BF603}" type="sibTrans" cxnId="{53E87A35-6C29-46E3-92FB-0A25BDC22DDA}">
      <dgm:prSet/>
      <dgm:spPr/>
      <dgm:t>
        <a:bodyPr/>
        <a:lstStyle/>
        <a:p>
          <a:endParaRPr lang="en-GB"/>
        </a:p>
      </dgm:t>
    </dgm:pt>
    <dgm:pt modelId="{7849933F-75A3-41B6-9A6C-A534F88FC165}">
      <dgm:prSet phldrT="[Text]"/>
      <dgm:spPr/>
      <dgm:t>
        <a:bodyPr/>
        <a:lstStyle/>
        <a:p>
          <a:r>
            <a:rPr lang="en-US" dirty="0"/>
            <a:t>Testing</a:t>
          </a:r>
          <a:endParaRPr lang="en-GB" dirty="0"/>
        </a:p>
      </dgm:t>
    </dgm:pt>
    <dgm:pt modelId="{76526251-C750-47C3-87BC-CB49AF9B56C7}" type="parTrans" cxnId="{5C257ECC-3FAA-4A10-A354-05E420F77C79}">
      <dgm:prSet/>
      <dgm:spPr/>
      <dgm:t>
        <a:bodyPr/>
        <a:lstStyle/>
        <a:p>
          <a:endParaRPr lang="en-GB"/>
        </a:p>
      </dgm:t>
    </dgm:pt>
    <dgm:pt modelId="{4477B398-31DB-4469-93A2-9A3876659906}" type="sibTrans" cxnId="{5C257ECC-3FAA-4A10-A354-05E420F77C79}">
      <dgm:prSet/>
      <dgm:spPr/>
      <dgm:t>
        <a:bodyPr/>
        <a:lstStyle/>
        <a:p>
          <a:endParaRPr lang="en-GB"/>
        </a:p>
      </dgm:t>
    </dgm:pt>
    <dgm:pt modelId="{A4B78BC9-2203-4287-AFE0-8711A1DBD66D}">
      <dgm:prSet phldrT="[Text]"/>
      <dgm:spPr/>
      <dgm:t>
        <a:bodyPr/>
        <a:lstStyle/>
        <a:p>
          <a:r>
            <a:rPr lang="en-US" dirty="0"/>
            <a:t>Deploy</a:t>
          </a:r>
          <a:endParaRPr lang="en-GB" dirty="0"/>
        </a:p>
      </dgm:t>
    </dgm:pt>
    <dgm:pt modelId="{1DC86863-BF32-4DF9-8DF2-893225168C49}" type="parTrans" cxnId="{FF802E3B-A7DD-4897-ACF5-EC40E9E3E9F2}">
      <dgm:prSet/>
      <dgm:spPr/>
      <dgm:t>
        <a:bodyPr/>
        <a:lstStyle/>
        <a:p>
          <a:endParaRPr lang="en-GB"/>
        </a:p>
      </dgm:t>
    </dgm:pt>
    <dgm:pt modelId="{89121DD2-5D9B-4BED-94FD-1B4E22DEE598}" type="sibTrans" cxnId="{FF802E3B-A7DD-4897-ACF5-EC40E9E3E9F2}">
      <dgm:prSet/>
      <dgm:spPr/>
      <dgm:t>
        <a:bodyPr/>
        <a:lstStyle/>
        <a:p>
          <a:endParaRPr lang="en-GB"/>
        </a:p>
      </dgm:t>
    </dgm:pt>
    <dgm:pt modelId="{F2AFE709-81F9-47DD-BEE5-66F208507353}">
      <dgm:prSet phldrT="[Text]"/>
      <dgm:spPr/>
      <dgm:t>
        <a:bodyPr/>
        <a:lstStyle/>
        <a:p>
          <a:r>
            <a:rPr lang="en-US" dirty="0"/>
            <a:t>Requirements</a:t>
          </a:r>
          <a:endParaRPr lang="en-GB" dirty="0"/>
        </a:p>
      </dgm:t>
    </dgm:pt>
    <dgm:pt modelId="{7F5A27FC-1BBD-472F-9576-3CD329E68246}" type="parTrans" cxnId="{FB35691B-C22E-421B-8025-A8FD250CA7AC}">
      <dgm:prSet/>
      <dgm:spPr/>
      <dgm:t>
        <a:bodyPr/>
        <a:lstStyle/>
        <a:p>
          <a:endParaRPr lang="en-GB"/>
        </a:p>
      </dgm:t>
    </dgm:pt>
    <dgm:pt modelId="{F8C860EB-EA56-43A8-B901-3C4655C7173A}" type="sibTrans" cxnId="{FB35691B-C22E-421B-8025-A8FD250CA7AC}">
      <dgm:prSet/>
      <dgm:spPr/>
      <dgm:t>
        <a:bodyPr/>
        <a:lstStyle/>
        <a:p>
          <a:endParaRPr lang="en-GB"/>
        </a:p>
      </dgm:t>
    </dgm:pt>
    <dgm:pt modelId="{C4759967-ADD3-4981-BF78-66721F3AA86F}">
      <dgm:prSet phldrT="[Text]"/>
      <dgm:spPr/>
      <dgm:t>
        <a:bodyPr/>
        <a:lstStyle/>
        <a:p>
          <a:r>
            <a:rPr lang="en-US" dirty="0"/>
            <a:t>Design</a:t>
          </a:r>
          <a:endParaRPr lang="en-GB" dirty="0"/>
        </a:p>
      </dgm:t>
    </dgm:pt>
    <dgm:pt modelId="{C01F558B-5EAA-480A-B904-FBFEB0C28A82}" type="parTrans" cxnId="{B8063890-78ED-4969-AB08-F8AC128A28CA}">
      <dgm:prSet/>
      <dgm:spPr/>
      <dgm:t>
        <a:bodyPr/>
        <a:lstStyle/>
        <a:p>
          <a:endParaRPr lang="en-GB"/>
        </a:p>
      </dgm:t>
    </dgm:pt>
    <dgm:pt modelId="{EB0C2BC4-194E-4AD2-A122-D3555C959E0B}" type="sibTrans" cxnId="{B8063890-78ED-4969-AB08-F8AC128A28CA}">
      <dgm:prSet/>
      <dgm:spPr/>
      <dgm:t>
        <a:bodyPr/>
        <a:lstStyle/>
        <a:p>
          <a:endParaRPr lang="en-GB"/>
        </a:p>
      </dgm:t>
    </dgm:pt>
    <dgm:pt modelId="{9D752FDA-EECA-4E63-BBDC-855F99B68B53}" type="pres">
      <dgm:prSet presAssocID="{0542E739-C0DC-4F93-86DD-B9EA46AD46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D454085-F462-4A59-857E-8456DCC65EFA}" type="pres">
      <dgm:prSet presAssocID="{0542E739-C0DC-4F93-86DD-B9EA46AD46A4}" presName="cycle" presStyleCnt="0"/>
      <dgm:spPr/>
    </dgm:pt>
    <dgm:pt modelId="{6FF064CE-A8E6-48B6-BB5D-33ACFA59AF8A}" type="pres">
      <dgm:prSet presAssocID="{0F07FD1B-C70B-4139-920A-1FE174A094A5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8E87F9-DD85-4450-8F8C-183F54AC5254}" type="pres">
      <dgm:prSet presAssocID="{EDEC6B0C-5560-40FD-95F7-9014F48BF603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463CD965-4050-4512-85B2-D003A4A9EEB2}" type="pres">
      <dgm:prSet presAssocID="{7849933F-75A3-41B6-9A6C-A534F88FC165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257CB-771D-492F-8F2E-26057F2D89D6}" type="pres">
      <dgm:prSet presAssocID="{A4B78BC9-2203-4287-AFE0-8711A1DBD66D}" presName="nodeFollowingNodes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4D9971-197C-4DC1-BBD8-AC3CD40AC8F7}" type="pres">
      <dgm:prSet presAssocID="{F2AFE709-81F9-47DD-BEE5-66F208507353}" presName="nodeFollowingNodes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A33FAE-836E-4123-AA47-D30824693047}" type="pres">
      <dgm:prSet presAssocID="{C4759967-ADD3-4981-BF78-66721F3AA86F}" presName="nodeFollowingNodes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E87A35-6C29-46E3-92FB-0A25BDC22DDA}" srcId="{0542E739-C0DC-4F93-86DD-B9EA46AD46A4}" destId="{0F07FD1B-C70B-4139-920A-1FE174A094A5}" srcOrd="0" destOrd="0" parTransId="{638A0644-C942-4B3D-BA72-CA22C302127A}" sibTransId="{EDEC6B0C-5560-40FD-95F7-9014F48BF603}"/>
    <dgm:cxn modelId="{37DD8E41-9E98-4DDC-A717-EE9CD4AE2D79}" type="presOf" srcId="{C4759967-ADD3-4981-BF78-66721F3AA86F}" destId="{3FA33FAE-836E-4123-AA47-D30824693047}" srcOrd="0" destOrd="0" presId="urn:microsoft.com/office/officeart/2005/8/layout/cycle3"/>
    <dgm:cxn modelId="{84BF7297-5609-4949-8524-9FB7A563F9E0}" type="presOf" srcId="{F2AFE709-81F9-47DD-BEE5-66F208507353}" destId="{C64D9971-197C-4DC1-BBD8-AC3CD40AC8F7}" srcOrd="0" destOrd="0" presId="urn:microsoft.com/office/officeart/2005/8/layout/cycle3"/>
    <dgm:cxn modelId="{D83E9771-2239-488B-8D79-6EB8BE1C59DB}" type="presOf" srcId="{7849933F-75A3-41B6-9A6C-A534F88FC165}" destId="{463CD965-4050-4512-85B2-D003A4A9EEB2}" srcOrd="0" destOrd="0" presId="urn:microsoft.com/office/officeart/2005/8/layout/cycle3"/>
    <dgm:cxn modelId="{3FC3BFA5-C7CA-497B-B3D3-5B716C9E9194}" type="presOf" srcId="{0F07FD1B-C70B-4139-920A-1FE174A094A5}" destId="{6FF064CE-A8E6-48B6-BB5D-33ACFA59AF8A}" srcOrd="0" destOrd="0" presId="urn:microsoft.com/office/officeart/2005/8/layout/cycle3"/>
    <dgm:cxn modelId="{FF802E3B-A7DD-4897-ACF5-EC40E9E3E9F2}" srcId="{0542E739-C0DC-4F93-86DD-B9EA46AD46A4}" destId="{A4B78BC9-2203-4287-AFE0-8711A1DBD66D}" srcOrd="2" destOrd="0" parTransId="{1DC86863-BF32-4DF9-8DF2-893225168C49}" sibTransId="{89121DD2-5D9B-4BED-94FD-1B4E22DEE598}"/>
    <dgm:cxn modelId="{B8063890-78ED-4969-AB08-F8AC128A28CA}" srcId="{0542E739-C0DC-4F93-86DD-B9EA46AD46A4}" destId="{C4759967-ADD3-4981-BF78-66721F3AA86F}" srcOrd="4" destOrd="0" parTransId="{C01F558B-5EAA-480A-B904-FBFEB0C28A82}" sibTransId="{EB0C2BC4-194E-4AD2-A122-D3555C959E0B}"/>
    <dgm:cxn modelId="{20081A92-D3F0-42AA-971B-C2FD879AD921}" type="presOf" srcId="{0542E739-C0DC-4F93-86DD-B9EA46AD46A4}" destId="{9D752FDA-EECA-4E63-BBDC-855F99B68B53}" srcOrd="0" destOrd="0" presId="urn:microsoft.com/office/officeart/2005/8/layout/cycle3"/>
    <dgm:cxn modelId="{4DF3EA7E-4CD9-461D-9F6E-6BAF0254421B}" type="presOf" srcId="{EDEC6B0C-5560-40FD-95F7-9014F48BF603}" destId="{F18E87F9-DD85-4450-8F8C-183F54AC5254}" srcOrd="0" destOrd="0" presId="urn:microsoft.com/office/officeart/2005/8/layout/cycle3"/>
    <dgm:cxn modelId="{FB35691B-C22E-421B-8025-A8FD250CA7AC}" srcId="{0542E739-C0DC-4F93-86DD-B9EA46AD46A4}" destId="{F2AFE709-81F9-47DD-BEE5-66F208507353}" srcOrd="3" destOrd="0" parTransId="{7F5A27FC-1BBD-472F-9576-3CD329E68246}" sibTransId="{F8C860EB-EA56-43A8-B901-3C4655C7173A}"/>
    <dgm:cxn modelId="{5C257ECC-3FAA-4A10-A354-05E420F77C79}" srcId="{0542E739-C0DC-4F93-86DD-B9EA46AD46A4}" destId="{7849933F-75A3-41B6-9A6C-A534F88FC165}" srcOrd="1" destOrd="0" parTransId="{76526251-C750-47C3-87BC-CB49AF9B56C7}" sibTransId="{4477B398-31DB-4469-93A2-9A3876659906}"/>
    <dgm:cxn modelId="{8288BEFB-0988-4EC3-B8DE-2009BA8CDA0C}" type="presOf" srcId="{A4B78BC9-2203-4287-AFE0-8711A1DBD66D}" destId="{E2D257CB-771D-492F-8F2E-26057F2D89D6}" srcOrd="0" destOrd="0" presId="urn:microsoft.com/office/officeart/2005/8/layout/cycle3"/>
    <dgm:cxn modelId="{A0970A7D-F071-4245-AD83-84F5AC160DC6}" type="presParOf" srcId="{9D752FDA-EECA-4E63-BBDC-855F99B68B53}" destId="{CD454085-F462-4A59-857E-8456DCC65EFA}" srcOrd="0" destOrd="0" presId="urn:microsoft.com/office/officeart/2005/8/layout/cycle3"/>
    <dgm:cxn modelId="{EBDE512B-3D57-48B0-BB8E-9E6BB8B24C1E}" type="presParOf" srcId="{CD454085-F462-4A59-857E-8456DCC65EFA}" destId="{6FF064CE-A8E6-48B6-BB5D-33ACFA59AF8A}" srcOrd="0" destOrd="0" presId="urn:microsoft.com/office/officeart/2005/8/layout/cycle3"/>
    <dgm:cxn modelId="{E16BE44F-BC21-4275-B603-BDCBF7F1C911}" type="presParOf" srcId="{CD454085-F462-4A59-857E-8456DCC65EFA}" destId="{F18E87F9-DD85-4450-8F8C-183F54AC5254}" srcOrd="1" destOrd="0" presId="urn:microsoft.com/office/officeart/2005/8/layout/cycle3"/>
    <dgm:cxn modelId="{BE748B2D-0379-40D7-9632-FF0936F7CB46}" type="presParOf" srcId="{CD454085-F462-4A59-857E-8456DCC65EFA}" destId="{463CD965-4050-4512-85B2-D003A4A9EEB2}" srcOrd="2" destOrd="0" presId="urn:microsoft.com/office/officeart/2005/8/layout/cycle3"/>
    <dgm:cxn modelId="{CB7821FD-0CCE-4FD3-9117-D6F0CEAC687F}" type="presParOf" srcId="{CD454085-F462-4A59-857E-8456DCC65EFA}" destId="{E2D257CB-771D-492F-8F2E-26057F2D89D6}" srcOrd="3" destOrd="0" presId="urn:microsoft.com/office/officeart/2005/8/layout/cycle3"/>
    <dgm:cxn modelId="{48BE840D-773A-447E-903E-5E1B5618E607}" type="presParOf" srcId="{CD454085-F462-4A59-857E-8456DCC65EFA}" destId="{C64D9971-197C-4DC1-BBD8-AC3CD40AC8F7}" srcOrd="4" destOrd="0" presId="urn:microsoft.com/office/officeart/2005/8/layout/cycle3"/>
    <dgm:cxn modelId="{9F1F34B6-E60C-45A5-A087-CB4ABEAD7E17}" type="presParOf" srcId="{CD454085-F462-4A59-857E-8456DCC65EFA}" destId="{3FA33FAE-836E-4123-AA47-D30824693047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542E739-C0DC-4F93-86DD-B9EA46AD46A4}" type="doc">
      <dgm:prSet loTypeId="urn:microsoft.com/office/officeart/2005/8/layout/cycle3" loCatId="cycle" qsTypeId="urn:microsoft.com/office/officeart/2005/8/quickstyle/simple4" qsCatId="simple" csTypeId="urn:microsoft.com/office/officeart/2005/8/colors/accent6_5" csCatId="accent6" phldr="1"/>
      <dgm:spPr/>
      <dgm:t>
        <a:bodyPr/>
        <a:lstStyle/>
        <a:p>
          <a:endParaRPr lang="en-GB"/>
        </a:p>
      </dgm:t>
    </dgm:pt>
    <dgm:pt modelId="{0F07FD1B-C70B-4139-920A-1FE174A094A5}">
      <dgm:prSet phldrT="[Text]"/>
      <dgm:spPr/>
      <dgm:t>
        <a:bodyPr/>
        <a:lstStyle/>
        <a:p>
          <a:r>
            <a:rPr lang="en-US" dirty="0"/>
            <a:t>Development</a:t>
          </a:r>
          <a:endParaRPr lang="en-GB" dirty="0"/>
        </a:p>
      </dgm:t>
    </dgm:pt>
    <dgm:pt modelId="{638A0644-C942-4B3D-BA72-CA22C302127A}" type="parTrans" cxnId="{53E87A35-6C29-46E3-92FB-0A25BDC22DDA}">
      <dgm:prSet/>
      <dgm:spPr/>
      <dgm:t>
        <a:bodyPr/>
        <a:lstStyle/>
        <a:p>
          <a:endParaRPr lang="en-GB"/>
        </a:p>
      </dgm:t>
    </dgm:pt>
    <dgm:pt modelId="{EDEC6B0C-5560-40FD-95F7-9014F48BF603}" type="sibTrans" cxnId="{53E87A35-6C29-46E3-92FB-0A25BDC22DDA}">
      <dgm:prSet/>
      <dgm:spPr/>
      <dgm:t>
        <a:bodyPr/>
        <a:lstStyle/>
        <a:p>
          <a:endParaRPr lang="en-GB"/>
        </a:p>
      </dgm:t>
    </dgm:pt>
    <dgm:pt modelId="{7849933F-75A3-41B6-9A6C-A534F88FC165}">
      <dgm:prSet phldrT="[Text]"/>
      <dgm:spPr/>
      <dgm:t>
        <a:bodyPr/>
        <a:lstStyle/>
        <a:p>
          <a:r>
            <a:rPr lang="en-US" dirty="0"/>
            <a:t>Testing</a:t>
          </a:r>
          <a:endParaRPr lang="en-GB" dirty="0"/>
        </a:p>
      </dgm:t>
    </dgm:pt>
    <dgm:pt modelId="{76526251-C750-47C3-87BC-CB49AF9B56C7}" type="parTrans" cxnId="{5C257ECC-3FAA-4A10-A354-05E420F77C79}">
      <dgm:prSet/>
      <dgm:spPr/>
      <dgm:t>
        <a:bodyPr/>
        <a:lstStyle/>
        <a:p>
          <a:endParaRPr lang="en-GB"/>
        </a:p>
      </dgm:t>
    </dgm:pt>
    <dgm:pt modelId="{4477B398-31DB-4469-93A2-9A3876659906}" type="sibTrans" cxnId="{5C257ECC-3FAA-4A10-A354-05E420F77C79}">
      <dgm:prSet/>
      <dgm:spPr/>
      <dgm:t>
        <a:bodyPr/>
        <a:lstStyle/>
        <a:p>
          <a:endParaRPr lang="en-GB"/>
        </a:p>
      </dgm:t>
    </dgm:pt>
    <dgm:pt modelId="{A4B78BC9-2203-4287-AFE0-8711A1DBD66D}">
      <dgm:prSet phldrT="[Text]"/>
      <dgm:spPr/>
      <dgm:t>
        <a:bodyPr/>
        <a:lstStyle/>
        <a:p>
          <a:r>
            <a:rPr lang="en-US" dirty="0"/>
            <a:t>Deploy</a:t>
          </a:r>
          <a:endParaRPr lang="en-GB" dirty="0"/>
        </a:p>
      </dgm:t>
    </dgm:pt>
    <dgm:pt modelId="{1DC86863-BF32-4DF9-8DF2-893225168C49}" type="parTrans" cxnId="{FF802E3B-A7DD-4897-ACF5-EC40E9E3E9F2}">
      <dgm:prSet/>
      <dgm:spPr/>
      <dgm:t>
        <a:bodyPr/>
        <a:lstStyle/>
        <a:p>
          <a:endParaRPr lang="en-GB"/>
        </a:p>
      </dgm:t>
    </dgm:pt>
    <dgm:pt modelId="{89121DD2-5D9B-4BED-94FD-1B4E22DEE598}" type="sibTrans" cxnId="{FF802E3B-A7DD-4897-ACF5-EC40E9E3E9F2}">
      <dgm:prSet/>
      <dgm:spPr/>
      <dgm:t>
        <a:bodyPr/>
        <a:lstStyle/>
        <a:p>
          <a:endParaRPr lang="en-GB"/>
        </a:p>
      </dgm:t>
    </dgm:pt>
    <dgm:pt modelId="{F2AFE709-81F9-47DD-BEE5-66F208507353}">
      <dgm:prSet phldrT="[Text]"/>
      <dgm:spPr/>
      <dgm:t>
        <a:bodyPr/>
        <a:lstStyle/>
        <a:p>
          <a:r>
            <a:rPr lang="en-US" dirty="0"/>
            <a:t>Requirements</a:t>
          </a:r>
          <a:endParaRPr lang="en-GB" dirty="0"/>
        </a:p>
      </dgm:t>
    </dgm:pt>
    <dgm:pt modelId="{7F5A27FC-1BBD-472F-9576-3CD329E68246}" type="parTrans" cxnId="{FB35691B-C22E-421B-8025-A8FD250CA7AC}">
      <dgm:prSet/>
      <dgm:spPr/>
      <dgm:t>
        <a:bodyPr/>
        <a:lstStyle/>
        <a:p>
          <a:endParaRPr lang="en-GB"/>
        </a:p>
      </dgm:t>
    </dgm:pt>
    <dgm:pt modelId="{F8C860EB-EA56-43A8-B901-3C4655C7173A}" type="sibTrans" cxnId="{FB35691B-C22E-421B-8025-A8FD250CA7AC}">
      <dgm:prSet/>
      <dgm:spPr/>
      <dgm:t>
        <a:bodyPr/>
        <a:lstStyle/>
        <a:p>
          <a:endParaRPr lang="en-GB"/>
        </a:p>
      </dgm:t>
    </dgm:pt>
    <dgm:pt modelId="{C4759967-ADD3-4981-BF78-66721F3AA86F}">
      <dgm:prSet phldrT="[Text]"/>
      <dgm:spPr/>
      <dgm:t>
        <a:bodyPr/>
        <a:lstStyle/>
        <a:p>
          <a:r>
            <a:rPr lang="en-US" dirty="0"/>
            <a:t>Design</a:t>
          </a:r>
          <a:endParaRPr lang="en-GB" dirty="0"/>
        </a:p>
      </dgm:t>
    </dgm:pt>
    <dgm:pt modelId="{C01F558B-5EAA-480A-B904-FBFEB0C28A82}" type="parTrans" cxnId="{B8063890-78ED-4969-AB08-F8AC128A28CA}">
      <dgm:prSet/>
      <dgm:spPr/>
      <dgm:t>
        <a:bodyPr/>
        <a:lstStyle/>
        <a:p>
          <a:endParaRPr lang="en-GB"/>
        </a:p>
      </dgm:t>
    </dgm:pt>
    <dgm:pt modelId="{EB0C2BC4-194E-4AD2-A122-D3555C959E0B}" type="sibTrans" cxnId="{B8063890-78ED-4969-AB08-F8AC128A28CA}">
      <dgm:prSet/>
      <dgm:spPr/>
      <dgm:t>
        <a:bodyPr/>
        <a:lstStyle/>
        <a:p>
          <a:endParaRPr lang="en-GB"/>
        </a:p>
      </dgm:t>
    </dgm:pt>
    <dgm:pt modelId="{9D752FDA-EECA-4E63-BBDC-855F99B68B53}" type="pres">
      <dgm:prSet presAssocID="{0542E739-C0DC-4F93-86DD-B9EA46AD46A4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D454085-F462-4A59-857E-8456DCC65EFA}" type="pres">
      <dgm:prSet presAssocID="{0542E739-C0DC-4F93-86DD-B9EA46AD46A4}" presName="cycle" presStyleCnt="0"/>
      <dgm:spPr/>
    </dgm:pt>
    <dgm:pt modelId="{6FF064CE-A8E6-48B6-BB5D-33ACFA59AF8A}" type="pres">
      <dgm:prSet presAssocID="{0F07FD1B-C70B-4139-920A-1FE174A094A5}" presName="nodeFirs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8E87F9-DD85-4450-8F8C-183F54AC5254}" type="pres">
      <dgm:prSet presAssocID="{EDEC6B0C-5560-40FD-95F7-9014F48BF603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463CD965-4050-4512-85B2-D003A4A9EEB2}" type="pres">
      <dgm:prSet presAssocID="{7849933F-75A3-41B6-9A6C-A534F88FC165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D257CB-771D-492F-8F2E-26057F2D89D6}" type="pres">
      <dgm:prSet presAssocID="{A4B78BC9-2203-4287-AFE0-8711A1DBD66D}" presName="nodeFollowingNodes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4D9971-197C-4DC1-BBD8-AC3CD40AC8F7}" type="pres">
      <dgm:prSet presAssocID="{F2AFE709-81F9-47DD-BEE5-66F208507353}" presName="nodeFollowingNodes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FA33FAE-836E-4123-AA47-D30824693047}" type="pres">
      <dgm:prSet presAssocID="{C4759967-ADD3-4981-BF78-66721F3AA86F}" presName="nodeFollowingNodes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3E87A35-6C29-46E3-92FB-0A25BDC22DDA}" srcId="{0542E739-C0DC-4F93-86DD-B9EA46AD46A4}" destId="{0F07FD1B-C70B-4139-920A-1FE174A094A5}" srcOrd="0" destOrd="0" parTransId="{638A0644-C942-4B3D-BA72-CA22C302127A}" sibTransId="{EDEC6B0C-5560-40FD-95F7-9014F48BF603}"/>
    <dgm:cxn modelId="{37DD8E41-9E98-4DDC-A717-EE9CD4AE2D79}" type="presOf" srcId="{C4759967-ADD3-4981-BF78-66721F3AA86F}" destId="{3FA33FAE-836E-4123-AA47-D30824693047}" srcOrd="0" destOrd="0" presId="urn:microsoft.com/office/officeart/2005/8/layout/cycle3"/>
    <dgm:cxn modelId="{84BF7297-5609-4949-8524-9FB7A563F9E0}" type="presOf" srcId="{F2AFE709-81F9-47DD-BEE5-66F208507353}" destId="{C64D9971-197C-4DC1-BBD8-AC3CD40AC8F7}" srcOrd="0" destOrd="0" presId="urn:microsoft.com/office/officeart/2005/8/layout/cycle3"/>
    <dgm:cxn modelId="{D83E9771-2239-488B-8D79-6EB8BE1C59DB}" type="presOf" srcId="{7849933F-75A3-41B6-9A6C-A534F88FC165}" destId="{463CD965-4050-4512-85B2-D003A4A9EEB2}" srcOrd="0" destOrd="0" presId="urn:microsoft.com/office/officeart/2005/8/layout/cycle3"/>
    <dgm:cxn modelId="{3FC3BFA5-C7CA-497B-B3D3-5B716C9E9194}" type="presOf" srcId="{0F07FD1B-C70B-4139-920A-1FE174A094A5}" destId="{6FF064CE-A8E6-48B6-BB5D-33ACFA59AF8A}" srcOrd="0" destOrd="0" presId="urn:microsoft.com/office/officeart/2005/8/layout/cycle3"/>
    <dgm:cxn modelId="{FF802E3B-A7DD-4897-ACF5-EC40E9E3E9F2}" srcId="{0542E739-C0DC-4F93-86DD-B9EA46AD46A4}" destId="{A4B78BC9-2203-4287-AFE0-8711A1DBD66D}" srcOrd="2" destOrd="0" parTransId="{1DC86863-BF32-4DF9-8DF2-893225168C49}" sibTransId="{89121DD2-5D9B-4BED-94FD-1B4E22DEE598}"/>
    <dgm:cxn modelId="{B8063890-78ED-4969-AB08-F8AC128A28CA}" srcId="{0542E739-C0DC-4F93-86DD-B9EA46AD46A4}" destId="{C4759967-ADD3-4981-BF78-66721F3AA86F}" srcOrd="4" destOrd="0" parTransId="{C01F558B-5EAA-480A-B904-FBFEB0C28A82}" sibTransId="{EB0C2BC4-194E-4AD2-A122-D3555C959E0B}"/>
    <dgm:cxn modelId="{20081A92-D3F0-42AA-971B-C2FD879AD921}" type="presOf" srcId="{0542E739-C0DC-4F93-86DD-B9EA46AD46A4}" destId="{9D752FDA-EECA-4E63-BBDC-855F99B68B53}" srcOrd="0" destOrd="0" presId="urn:microsoft.com/office/officeart/2005/8/layout/cycle3"/>
    <dgm:cxn modelId="{4DF3EA7E-4CD9-461D-9F6E-6BAF0254421B}" type="presOf" srcId="{EDEC6B0C-5560-40FD-95F7-9014F48BF603}" destId="{F18E87F9-DD85-4450-8F8C-183F54AC5254}" srcOrd="0" destOrd="0" presId="urn:microsoft.com/office/officeart/2005/8/layout/cycle3"/>
    <dgm:cxn modelId="{FB35691B-C22E-421B-8025-A8FD250CA7AC}" srcId="{0542E739-C0DC-4F93-86DD-B9EA46AD46A4}" destId="{F2AFE709-81F9-47DD-BEE5-66F208507353}" srcOrd="3" destOrd="0" parTransId="{7F5A27FC-1BBD-472F-9576-3CD329E68246}" sibTransId="{F8C860EB-EA56-43A8-B901-3C4655C7173A}"/>
    <dgm:cxn modelId="{5C257ECC-3FAA-4A10-A354-05E420F77C79}" srcId="{0542E739-C0DC-4F93-86DD-B9EA46AD46A4}" destId="{7849933F-75A3-41B6-9A6C-A534F88FC165}" srcOrd="1" destOrd="0" parTransId="{76526251-C750-47C3-87BC-CB49AF9B56C7}" sibTransId="{4477B398-31DB-4469-93A2-9A3876659906}"/>
    <dgm:cxn modelId="{8288BEFB-0988-4EC3-B8DE-2009BA8CDA0C}" type="presOf" srcId="{A4B78BC9-2203-4287-AFE0-8711A1DBD66D}" destId="{E2D257CB-771D-492F-8F2E-26057F2D89D6}" srcOrd="0" destOrd="0" presId="urn:microsoft.com/office/officeart/2005/8/layout/cycle3"/>
    <dgm:cxn modelId="{A0970A7D-F071-4245-AD83-84F5AC160DC6}" type="presParOf" srcId="{9D752FDA-EECA-4E63-BBDC-855F99B68B53}" destId="{CD454085-F462-4A59-857E-8456DCC65EFA}" srcOrd="0" destOrd="0" presId="urn:microsoft.com/office/officeart/2005/8/layout/cycle3"/>
    <dgm:cxn modelId="{EBDE512B-3D57-48B0-BB8E-9E6BB8B24C1E}" type="presParOf" srcId="{CD454085-F462-4A59-857E-8456DCC65EFA}" destId="{6FF064CE-A8E6-48B6-BB5D-33ACFA59AF8A}" srcOrd="0" destOrd="0" presId="urn:microsoft.com/office/officeart/2005/8/layout/cycle3"/>
    <dgm:cxn modelId="{E16BE44F-BC21-4275-B603-BDCBF7F1C911}" type="presParOf" srcId="{CD454085-F462-4A59-857E-8456DCC65EFA}" destId="{F18E87F9-DD85-4450-8F8C-183F54AC5254}" srcOrd="1" destOrd="0" presId="urn:microsoft.com/office/officeart/2005/8/layout/cycle3"/>
    <dgm:cxn modelId="{BE748B2D-0379-40D7-9632-FF0936F7CB46}" type="presParOf" srcId="{CD454085-F462-4A59-857E-8456DCC65EFA}" destId="{463CD965-4050-4512-85B2-D003A4A9EEB2}" srcOrd="2" destOrd="0" presId="urn:microsoft.com/office/officeart/2005/8/layout/cycle3"/>
    <dgm:cxn modelId="{CB7821FD-0CCE-4FD3-9117-D6F0CEAC687F}" type="presParOf" srcId="{CD454085-F462-4A59-857E-8456DCC65EFA}" destId="{E2D257CB-771D-492F-8F2E-26057F2D89D6}" srcOrd="3" destOrd="0" presId="urn:microsoft.com/office/officeart/2005/8/layout/cycle3"/>
    <dgm:cxn modelId="{48BE840D-773A-447E-903E-5E1B5618E607}" type="presParOf" srcId="{CD454085-F462-4A59-857E-8456DCC65EFA}" destId="{C64D9971-197C-4DC1-BBD8-AC3CD40AC8F7}" srcOrd="4" destOrd="0" presId="urn:microsoft.com/office/officeart/2005/8/layout/cycle3"/>
    <dgm:cxn modelId="{9F1F34B6-E60C-45A5-A087-CB4ABEAD7E17}" type="presParOf" srcId="{CD454085-F462-4A59-857E-8456DCC65EFA}" destId="{3FA33FAE-836E-4123-AA47-D30824693047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143272-8F45-404F-8535-0ED62FBE5C38}">
      <dsp:nvSpPr>
        <dsp:cNvPr id="0" name=""/>
        <dsp:cNvSpPr/>
      </dsp:nvSpPr>
      <dsp:spPr>
        <a:xfrm>
          <a:off x="7960610" y="1562212"/>
          <a:ext cx="1467457" cy="146717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67BB29-CB15-4E0C-B7CF-6AFDDF5E26F8}">
      <dsp:nvSpPr>
        <dsp:cNvPr id="0" name=""/>
        <dsp:cNvSpPr/>
      </dsp:nvSpPr>
      <dsp:spPr>
        <a:xfrm>
          <a:off x="8010022" y="1611127"/>
          <a:ext cx="1369564" cy="136934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>
              <a:solidFill>
                <a:schemeClr val="accent6"/>
              </a:solidFill>
            </a:rPr>
            <a:t>Release &amp; Maintenance</a:t>
          </a:r>
          <a:endParaRPr lang="en-GB" sz="1100" b="1" kern="1200" dirty="0">
            <a:solidFill>
              <a:schemeClr val="accent6"/>
            </a:solidFill>
          </a:endParaRPr>
        </a:p>
      </dsp:txBody>
      <dsp:txXfrm>
        <a:off x="8205807" y="1806785"/>
        <a:ext cx="977994" cy="978033"/>
      </dsp:txXfrm>
    </dsp:sp>
    <dsp:sp modelId="{1C3262E8-4799-4E88-AFB7-995439E3B3D0}">
      <dsp:nvSpPr>
        <dsp:cNvPr id="0" name=""/>
        <dsp:cNvSpPr/>
      </dsp:nvSpPr>
      <dsp:spPr>
        <a:xfrm rot="2700000">
          <a:off x="6444775" y="1562048"/>
          <a:ext cx="1467250" cy="146725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7CF54-61DC-4B4E-8A91-4EC887DB861F}">
      <dsp:nvSpPr>
        <dsp:cNvPr id="0" name=""/>
        <dsp:cNvSpPr/>
      </dsp:nvSpPr>
      <dsp:spPr>
        <a:xfrm>
          <a:off x="6494084" y="1611127"/>
          <a:ext cx="1369564" cy="136934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>
              <a:solidFill>
                <a:schemeClr val="accent6"/>
              </a:solidFill>
            </a:rPr>
            <a:t>Testing</a:t>
          </a:r>
          <a:endParaRPr lang="en-GB" sz="1100" b="1" kern="1200" dirty="0">
            <a:solidFill>
              <a:schemeClr val="accent6"/>
            </a:solidFill>
          </a:endParaRPr>
        </a:p>
      </dsp:txBody>
      <dsp:txXfrm>
        <a:off x="6689870" y="1806785"/>
        <a:ext cx="977994" cy="978033"/>
      </dsp:txXfrm>
    </dsp:sp>
    <dsp:sp modelId="{18D250E4-6A1E-4F16-965D-93184F997ED1}">
      <dsp:nvSpPr>
        <dsp:cNvPr id="0" name=""/>
        <dsp:cNvSpPr/>
      </dsp:nvSpPr>
      <dsp:spPr>
        <a:xfrm rot="2700000">
          <a:off x="4928838" y="1562048"/>
          <a:ext cx="1467250" cy="146725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712637-5898-4421-B369-BD3DBFD20E4B}">
      <dsp:nvSpPr>
        <dsp:cNvPr id="0" name=""/>
        <dsp:cNvSpPr/>
      </dsp:nvSpPr>
      <dsp:spPr>
        <a:xfrm>
          <a:off x="4978147" y="1611127"/>
          <a:ext cx="1369564" cy="136934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>
              <a:solidFill>
                <a:schemeClr val="accent6"/>
              </a:solidFill>
            </a:rPr>
            <a:t>Development</a:t>
          </a:r>
          <a:endParaRPr lang="en-GB" sz="1100" b="1" kern="1200" dirty="0">
            <a:solidFill>
              <a:schemeClr val="accent6"/>
            </a:solidFill>
          </a:endParaRPr>
        </a:p>
      </dsp:txBody>
      <dsp:txXfrm>
        <a:off x="5173932" y="1806785"/>
        <a:ext cx="977994" cy="978033"/>
      </dsp:txXfrm>
    </dsp:sp>
    <dsp:sp modelId="{B1D165B8-520E-4DD3-BBEC-B8D4A6BFC783}">
      <dsp:nvSpPr>
        <dsp:cNvPr id="0" name=""/>
        <dsp:cNvSpPr/>
      </dsp:nvSpPr>
      <dsp:spPr>
        <a:xfrm rot="2700000">
          <a:off x="3412900" y="1562048"/>
          <a:ext cx="1467250" cy="146725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132569-BB4B-484C-B6F8-749B51E041BD}">
      <dsp:nvSpPr>
        <dsp:cNvPr id="0" name=""/>
        <dsp:cNvSpPr/>
      </dsp:nvSpPr>
      <dsp:spPr>
        <a:xfrm>
          <a:off x="3462209" y="1611127"/>
          <a:ext cx="1369564" cy="136934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>
              <a:solidFill>
                <a:schemeClr val="accent6"/>
              </a:solidFill>
            </a:rPr>
            <a:t>Design</a:t>
          </a:r>
          <a:endParaRPr lang="en-GB" sz="1100" b="1" kern="1200" dirty="0">
            <a:solidFill>
              <a:schemeClr val="accent6"/>
            </a:solidFill>
          </a:endParaRPr>
        </a:p>
      </dsp:txBody>
      <dsp:txXfrm>
        <a:off x="3657062" y="1806785"/>
        <a:ext cx="977994" cy="978033"/>
      </dsp:txXfrm>
    </dsp:sp>
    <dsp:sp modelId="{C1AA99D1-46E8-4C4C-9C40-9BB2974BD0AF}">
      <dsp:nvSpPr>
        <dsp:cNvPr id="0" name=""/>
        <dsp:cNvSpPr/>
      </dsp:nvSpPr>
      <dsp:spPr>
        <a:xfrm rot="2700000">
          <a:off x="1926577" y="1677065"/>
          <a:ext cx="1467250" cy="146725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E4C66-0906-45AC-BC73-9AFCB5EFA8B0}">
      <dsp:nvSpPr>
        <dsp:cNvPr id="0" name=""/>
        <dsp:cNvSpPr/>
      </dsp:nvSpPr>
      <dsp:spPr>
        <a:xfrm>
          <a:off x="1946271" y="1611127"/>
          <a:ext cx="1369564" cy="136934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>
              <a:solidFill>
                <a:schemeClr val="accent6"/>
              </a:solidFill>
            </a:rPr>
            <a:t>Requirements</a:t>
          </a:r>
          <a:endParaRPr lang="en-GB" sz="1100" b="1" kern="1200" dirty="0">
            <a:solidFill>
              <a:schemeClr val="accent6"/>
            </a:solidFill>
          </a:endParaRPr>
        </a:p>
      </dsp:txBody>
      <dsp:txXfrm>
        <a:off x="2141124" y="1806785"/>
        <a:ext cx="977994" cy="978033"/>
      </dsp:txXfrm>
    </dsp:sp>
    <dsp:sp modelId="{A5CB15EF-104E-4781-8C36-E3AC7CFECA7F}">
      <dsp:nvSpPr>
        <dsp:cNvPr id="0" name=""/>
        <dsp:cNvSpPr/>
      </dsp:nvSpPr>
      <dsp:spPr>
        <a:xfrm rot="2700000">
          <a:off x="381025" y="1562048"/>
          <a:ext cx="1467250" cy="1467250"/>
        </a:xfrm>
        <a:prstGeom prst="teardrop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A82C3F-2000-4341-AC05-E45E3F2F9D96}">
      <dsp:nvSpPr>
        <dsp:cNvPr id="0" name=""/>
        <dsp:cNvSpPr/>
      </dsp:nvSpPr>
      <dsp:spPr>
        <a:xfrm>
          <a:off x="429402" y="1611127"/>
          <a:ext cx="1369564" cy="1369349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b="1" kern="1200" dirty="0">
              <a:solidFill>
                <a:schemeClr val="accent6"/>
              </a:solidFill>
            </a:rPr>
            <a:t>Planning</a:t>
          </a:r>
          <a:endParaRPr lang="en-GB" sz="1100" b="1" kern="1200" dirty="0">
            <a:solidFill>
              <a:schemeClr val="accent6"/>
            </a:solidFill>
          </a:endParaRPr>
        </a:p>
      </dsp:txBody>
      <dsp:txXfrm>
        <a:off x="625187" y="1806785"/>
        <a:ext cx="977994" cy="9780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C388F8-7EBC-4B7A-B380-708C735F62AC}">
      <dsp:nvSpPr>
        <dsp:cNvPr id="0" name=""/>
        <dsp:cNvSpPr/>
      </dsp:nvSpPr>
      <dsp:spPr>
        <a:xfrm>
          <a:off x="0" y="2018"/>
          <a:ext cx="433082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413BF1-F652-4D45-933B-2261F1FD9905}">
      <dsp:nvSpPr>
        <dsp:cNvPr id="0" name=""/>
        <dsp:cNvSpPr/>
      </dsp:nvSpPr>
      <dsp:spPr>
        <a:xfrm>
          <a:off x="0" y="2018"/>
          <a:ext cx="866164" cy="41290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/>
            <a:t>v.1.1</a:t>
          </a:r>
          <a:endParaRPr lang="en-GB" sz="2400" b="1" kern="1200" dirty="0"/>
        </a:p>
      </dsp:txBody>
      <dsp:txXfrm>
        <a:off x="0" y="2018"/>
        <a:ext cx="866164" cy="4129019"/>
      </dsp:txXfrm>
    </dsp:sp>
    <dsp:sp modelId="{FE223F32-1796-4391-AA43-1C740938283E}">
      <dsp:nvSpPr>
        <dsp:cNvPr id="0" name=""/>
        <dsp:cNvSpPr/>
      </dsp:nvSpPr>
      <dsp:spPr>
        <a:xfrm>
          <a:off x="931127" y="73388"/>
          <a:ext cx="3399696" cy="10772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/>
            <a:t>1. </a:t>
          </a:r>
          <a:r>
            <a:rPr lang="en-US" sz="3200" b="1" kern="1200" dirty="0"/>
            <a:t>Introduction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b="0" kern="1200" dirty="0"/>
            <a:t>Purpose, scope,..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2800" b="1" kern="1200" dirty="0"/>
        </a:p>
      </dsp:txBody>
      <dsp:txXfrm>
        <a:off x="931127" y="73388"/>
        <a:ext cx="3399696" cy="1077284"/>
      </dsp:txXfrm>
    </dsp:sp>
    <dsp:sp modelId="{7328953E-B4FF-437F-925B-331485CE3F1C}">
      <dsp:nvSpPr>
        <dsp:cNvPr id="0" name=""/>
        <dsp:cNvSpPr/>
      </dsp:nvSpPr>
      <dsp:spPr>
        <a:xfrm>
          <a:off x="866164" y="1150673"/>
          <a:ext cx="34646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7C7099-9F17-40ED-B034-AE05BAA8BB40}">
      <dsp:nvSpPr>
        <dsp:cNvPr id="0" name=""/>
        <dsp:cNvSpPr/>
      </dsp:nvSpPr>
      <dsp:spPr>
        <a:xfrm>
          <a:off x="896042" y="1322605"/>
          <a:ext cx="3399696" cy="11909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/>
            <a:t>2. Description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0" kern="1200" dirty="0"/>
            <a:t>Summary, users, restrictions</a:t>
          </a:r>
          <a:endParaRPr lang="en-GB" sz="2800" b="0" kern="1200" dirty="0"/>
        </a:p>
      </dsp:txBody>
      <dsp:txXfrm>
        <a:off x="896042" y="1322605"/>
        <a:ext cx="3399696" cy="1190906"/>
      </dsp:txXfrm>
    </dsp:sp>
    <dsp:sp modelId="{78FFC2B2-5B32-4BC0-9029-89FC2BD248E4}">
      <dsp:nvSpPr>
        <dsp:cNvPr id="0" name=""/>
        <dsp:cNvSpPr/>
      </dsp:nvSpPr>
      <dsp:spPr>
        <a:xfrm>
          <a:off x="866164" y="2412950"/>
          <a:ext cx="34646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F5140-817E-4AF6-8752-AB34E3A4BC31}">
      <dsp:nvSpPr>
        <dsp:cNvPr id="0" name=""/>
        <dsp:cNvSpPr/>
      </dsp:nvSpPr>
      <dsp:spPr>
        <a:xfrm>
          <a:off x="931127" y="2484321"/>
          <a:ext cx="3399696" cy="15739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b="1" kern="1200" dirty="0"/>
            <a:t>3. Requirements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   - functional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   - non-functional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   - performance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kern="1200" dirty="0"/>
            <a:t>   - interfaces, wireframes, etc.</a:t>
          </a:r>
        </a:p>
        <a:p>
          <a:pPr lvl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GB" sz="1300" kern="1200" dirty="0"/>
        </a:p>
      </dsp:txBody>
      <dsp:txXfrm>
        <a:off x="931127" y="2484321"/>
        <a:ext cx="3399696" cy="1573924"/>
      </dsp:txXfrm>
    </dsp:sp>
    <dsp:sp modelId="{6B1D318E-25A3-44CF-9BDD-638199D430D9}">
      <dsp:nvSpPr>
        <dsp:cNvPr id="0" name=""/>
        <dsp:cNvSpPr/>
      </dsp:nvSpPr>
      <dsp:spPr>
        <a:xfrm>
          <a:off x="866164" y="4058246"/>
          <a:ext cx="346465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CA9D8-1708-483F-B31E-02EB590D10CE}">
      <dsp:nvSpPr>
        <dsp:cNvPr id="0" name=""/>
        <dsp:cNvSpPr/>
      </dsp:nvSpPr>
      <dsp:spPr>
        <a:xfrm>
          <a:off x="1329" y="360229"/>
          <a:ext cx="1619230" cy="64769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Phase 1</a:t>
          </a:r>
          <a:endParaRPr lang="en-GB" sz="1800" kern="1200" dirty="0"/>
        </a:p>
      </dsp:txBody>
      <dsp:txXfrm>
        <a:off x="325175" y="360229"/>
        <a:ext cx="971538" cy="647692"/>
      </dsp:txXfrm>
    </dsp:sp>
    <dsp:sp modelId="{4A74194A-4C20-4F01-AD73-5A0CAB29078F}">
      <dsp:nvSpPr>
        <dsp:cNvPr id="0" name=""/>
        <dsp:cNvSpPr/>
      </dsp:nvSpPr>
      <dsp:spPr>
        <a:xfrm>
          <a:off x="1458636" y="360229"/>
          <a:ext cx="1619230" cy="64769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Phase 2</a:t>
          </a:r>
          <a:endParaRPr lang="en-GB" sz="1800" kern="1200" dirty="0"/>
        </a:p>
      </dsp:txBody>
      <dsp:txXfrm>
        <a:off x="1782482" y="360229"/>
        <a:ext cx="971538" cy="647692"/>
      </dsp:txXfrm>
    </dsp:sp>
    <dsp:sp modelId="{3158D496-E458-4FC9-9A65-0A7C9745C13F}">
      <dsp:nvSpPr>
        <dsp:cNvPr id="0" name=""/>
        <dsp:cNvSpPr/>
      </dsp:nvSpPr>
      <dsp:spPr>
        <a:xfrm>
          <a:off x="2915944" y="360229"/>
          <a:ext cx="1619230" cy="647692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009" tIns="24003" rIns="24003" bIns="24003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kern="1200" dirty="0"/>
            <a:t>Phase 3</a:t>
          </a:r>
          <a:endParaRPr lang="en-GB" sz="1800" kern="1200" dirty="0"/>
        </a:p>
      </dsp:txBody>
      <dsp:txXfrm>
        <a:off x="3239790" y="360229"/>
        <a:ext cx="971538" cy="64769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CA9D8-1708-483F-B31E-02EB590D10CE}">
      <dsp:nvSpPr>
        <dsp:cNvPr id="0" name=""/>
        <dsp:cNvSpPr/>
      </dsp:nvSpPr>
      <dsp:spPr>
        <a:xfrm>
          <a:off x="941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1</a:t>
          </a:r>
          <a:endParaRPr lang="en-GB" sz="1100" kern="1200" dirty="0"/>
        </a:p>
      </dsp:txBody>
      <dsp:txXfrm>
        <a:off x="230382" y="344360"/>
        <a:ext cx="688321" cy="458881"/>
      </dsp:txXfrm>
    </dsp:sp>
    <dsp:sp modelId="{4A74194A-4C20-4F01-AD73-5A0CAB29078F}">
      <dsp:nvSpPr>
        <dsp:cNvPr id="0" name=""/>
        <dsp:cNvSpPr/>
      </dsp:nvSpPr>
      <dsp:spPr>
        <a:xfrm>
          <a:off x="1033424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2</a:t>
          </a:r>
          <a:endParaRPr lang="en-GB" sz="1100" kern="1200" dirty="0"/>
        </a:p>
      </dsp:txBody>
      <dsp:txXfrm>
        <a:off x="1262865" y="344360"/>
        <a:ext cx="688321" cy="458881"/>
      </dsp:txXfrm>
    </dsp:sp>
    <dsp:sp modelId="{3158D496-E458-4FC9-9A65-0A7C9745C13F}">
      <dsp:nvSpPr>
        <dsp:cNvPr id="0" name=""/>
        <dsp:cNvSpPr/>
      </dsp:nvSpPr>
      <dsp:spPr>
        <a:xfrm>
          <a:off x="2065906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3</a:t>
          </a:r>
          <a:endParaRPr lang="en-GB" sz="1100" kern="1200" dirty="0"/>
        </a:p>
      </dsp:txBody>
      <dsp:txXfrm>
        <a:off x="2295347" y="344360"/>
        <a:ext cx="688321" cy="45888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CA9D8-1708-483F-B31E-02EB590D10CE}">
      <dsp:nvSpPr>
        <dsp:cNvPr id="0" name=""/>
        <dsp:cNvSpPr/>
      </dsp:nvSpPr>
      <dsp:spPr>
        <a:xfrm>
          <a:off x="941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1</a:t>
          </a:r>
          <a:endParaRPr lang="en-GB" sz="1100" kern="1200" dirty="0"/>
        </a:p>
      </dsp:txBody>
      <dsp:txXfrm>
        <a:off x="230382" y="344360"/>
        <a:ext cx="688321" cy="458881"/>
      </dsp:txXfrm>
    </dsp:sp>
    <dsp:sp modelId="{4A74194A-4C20-4F01-AD73-5A0CAB29078F}">
      <dsp:nvSpPr>
        <dsp:cNvPr id="0" name=""/>
        <dsp:cNvSpPr/>
      </dsp:nvSpPr>
      <dsp:spPr>
        <a:xfrm>
          <a:off x="1033424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2</a:t>
          </a:r>
          <a:endParaRPr lang="en-GB" sz="1100" kern="1200" dirty="0"/>
        </a:p>
      </dsp:txBody>
      <dsp:txXfrm>
        <a:off x="1262865" y="344360"/>
        <a:ext cx="688321" cy="458881"/>
      </dsp:txXfrm>
    </dsp:sp>
    <dsp:sp modelId="{3158D496-E458-4FC9-9A65-0A7C9745C13F}">
      <dsp:nvSpPr>
        <dsp:cNvPr id="0" name=""/>
        <dsp:cNvSpPr/>
      </dsp:nvSpPr>
      <dsp:spPr>
        <a:xfrm>
          <a:off x="2065906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3</a:t>
          </a:r>
          <a:endParaRPr lang="en-GB" sz="1100" kern="1200" dirty="0"/>
        </a:p>
      </dsp:txBody>
      <dsp:txXfrm>
        <a:off x="2295347" y="344360"/>
        <a:ext cx="688321" cy="4588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5CA9D8-1708-483F-B31E-02EB590D10CE}">
      <dsp:nvSpPr>
        <dsp:cNvPr id="0" name=""/>
        <dsp:cNvSpPr/>
      </dsp:nvSpPr>
      <dsp:spPr>
        <a:xfrm>
          <a:off x="941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1</a:t>
          </a:r>
          <a:endParaRPr lang="en-GB" sz="1100" kern="1200" dirty="0"/>
        </a:p>
      </dsp:txBody>
      <dsp:txXfrm>
        <a:off x="230382" y="344360"/>
        <a:ext cx="688321" cy="458881"/>
      </dsp:txXfrm>
    </dsp:sp>
    <dsp:sp modelId="{4A74194A-4C20-4F01-AD73-5A0CAB29078F}">
      <dsp:nvSpPr>
        <dsp:cNvPr id="0" name=""/>
        <dsp:cNvSpPr/>
      </dsp:nvSpPr>
      <dsp:spPr>
        <a:xfrm>
          <a:off x="1033424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2</a:t>
          </a:r>
          <a:endParaRPr lang="en-GB" sz="1100" kern="1200" dirty="0"/>
        </a:p>
      </dsp:txBody>
      <dsp:txXfrm>
        <a:off x="1262865" y="344360"/>
        <a:ext cx="688321" cy="458881"/>
      </dsp:txXfrm>
    </dsp:sp>
    <dsp:sp modelId="{3158D496-E458-4FC9-9A65-0A7C9745C13F}">
      <dsp:nvSpPr>
        <dsp:cNvPr id="0" name=""/>
        <dsp:cNvSpPr/>
      </dsp:nvSpPr>
      <dsp:spPr>
        <a:xfrm>
          <a:off x="2065906" y="344360"/>
          <a:ext cx="1147202" cy="458881"/>
        </a:xfrm>
        <a:prstGeom prst="chevron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4006" tIns="14669" rIns="14669" bIns="14669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/>
            <a:t>Phase 3</a:t>
          </a:r>
          <a:endParaRPr lang="en-GB" sz="1100" kern="1200" dirty="0"/>
        </a:p>
      </dsp:txBody>
      <dsp:txXfrm>
        <a:off x="2295347" y="344360"/>
        <a:ext cx="688321" cy="45888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E87F9-DD85-4450-8F8C-183F54AC5254}">
      <dsp:nvSpPr>
        <dsp:cNvPr id="0" name=""/>
        <dsp:cNvSpPr/>
      </dsp:nvSpPr>
      <dsp:spPr>
        <a:xfrm>
          <a:off x="222680" y="100616"/>
          <a:ext cx="2002911" cy="2002911"/>
        </a:xfrm>
        <a:prstGeom prst="circularArrow">
          <a:avLst>
            <a:gd name="adj1" fmla="val 5544"/>
            <a:gd name="adj2" fmla="val 330680"/>
            <a:gd name="adj3" fmla="val 14055503"/>
            <a:gd name="adj4" fmla="val 17218061"/>
            <a:gd name="adj5" fmla="val 5757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F064CE-A8E6-48B6-BB5D-33ACFA59AF8A}">
      <dsp:nvSpPr>
        <dsp:cNvPr id="0" name=""/>
        <dsp:cNvSpPr/>
      </dsp:nvSpPr>
      <dsp:spPr>
        <a:xfrm>
          <a:off x="812903" y="109094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Development</a:t>
          </a:r>
          <a:endParaRPr lang="en-GB" sz="900" kern="1200" dirty="0"/>
        </a:p>
      </dsp:txBody>
      <dsp:txXfrm>
        <a:off x="832978" y="129169"/>
        <a:ext cx="782316" cy="371083"/>
      </dsp:txXfrm>
    </dsp:sp>
    <dsp:sp modelId="{463CD965-4050-4512-85B2-D003A4A9EEB2}">
      <dsp:nvSpPr>
        <dsp:cNvPr id="0" name=""/>
        <dsp:cNvSpPr/>
      </dsp:nvSpPr>
      <dsp:spPr>
        <a:xfrm>
          <a:off x="1625219" y="699276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1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1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1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Testing</a:t>
          </a:r>
          <a:endParaRPr lang="en-GB" sz="900" kern="1200" dirty="0"/>
        </a:p>
      </dsp:txBody>
      <dsp:txXfrm>
        <a:off x="1645294" y="719351"/>
        <a:ext cx="782316" cy="371083"/>
      </dsp:txXfrm>
    </dsp:sp>
    <dsp:sp modelId="{E2D257CB-771D-492F-8F2E-26057F2D89D6}">
      <dsp:nvSpPr>
        <dsp:cNvPr id="0" name=""/>
        <dsp:cNvSpPr/>
      </dsp:nvSpPr>
      <dsp:spPr>
        <a:xfrm>
          <a:off x="1314942" y="1654212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Deploy</a:t>
          </a:r>
          <a:endParaRPr lang="en-GB" sz="900" kern="1200" dirty="0"/>
        </a:p>
      </dsp:txBody>
      <dsp:txXfrm>
        <a:off x="1335017" y="1674287"/>
        <a:ext cx="782316" cy="371083"/>
      </dsp:txXfrm>
    </dsp:sp>
    <dsp:sp modelId="{C64D9971-197C-4DC1-BBD8-AC3CD40AC8F7}">
      <dsp:nvSpPr>
        <dsp:cNvPr id="0" name=""/>
        <dsp:cNvSpPr/>
      </dsp:nvSpPr>
      <dsp:spPr>
        <a:xfrm>
          <a:off x="310864" y="1654212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3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3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3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Requirements</a:t>
          </a:r>
          <a:endParaRPr lang="en-GB" sz="900" kern="1200" dirty="0"/>
        </a:p>
      </dsp:txBody>
      <dsp:txXfrm>
        <a:off x="330939" y="1674287"/>
        <a:ext cx="782316" cy="371083"/>
      </dsp:txXfrm>
    </dsp:sp>
    <dsp:sp modelId="{3FA33FAE-836E-4123-AA47-D30824693047}">
      <dsp:nvSpPr>
        <dsp:cNvPr id="0" name=""/>
        <dsp:cNvSpPr/>
      </dsp:nvSpPr>
      <dsp:spPr>
        <a:xfrm>
          <a:off x="586" y="699276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Design</a:t>
          </a:r>
          <a:endParaRPr lang="en-GB" sz="900" kern="1200" dirty="0"/>
        </a:p>
      </dsp:txBody>
      <dsp:txXfrm>
        <a:off x="20661" y="719351"/>
        <a:ext cx="782316" cy="37108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E87F9-DD85-4450-8F8C-183F54AC5254}">
      <dsp:nvSpPr>
        <dsp:cNvPr id="0" name=""/>
        <dsp:cNvSpPr/>
      </dsp:nvSpPr>
      <dsp:spPr>
        <a:xfrm>
          <a:off x="222680" y="100616"/>
          <a:ext cx="2002911" cy="2002911"/>
        </a:xfrm>
        <a:prstGeom prst="circularArrow">
          <a:avLst>
            <a:gd name="adj1" fmla="val 5544"/>
            <a:gd name="adj2" fmla="val 330680"/>
            <a:gd name="adj3" fmla="val 14055503"/>
            <a:gd name="adj4" fmla="val 17218061"/>
            <a:gd name="adj5" fmla="val 5757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F064CE-A8E6-48B6-BB5D-33ACFA59AF8A}">
      <dsp:nvSpPr>
        <dsp:cNvPr id="0" name=""/>
        <dsp:cNvSpPr/>
      </dsp:nvSpPr>
      <dsp:spPr>
        <a:xfrm>
          <a:off x="812903" y="109094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Development</a:t>
          </a:r>
          <a:endParaRPr lang="en-GB" sz="900" kern="1200" dirty="0"/>
        </a:p>
      </dsp:txBody>
      <dsp:txXfrm>
        <a:off x="832978" y="129169"/>
        <a:ext cx="782316" cy="371083"/>
      </dsp:txXfrm>
    </dsp:sp>
    <dsp:sp modelId="{463CD965-4050-4512-85B2-D003A4A9EEB2}">
      <dsp:nvSpPr>
        <dsp:cNvPr id="0" name=""/>
        <dsp:cNvSpPr/>
      </dsp:nvSpPr>
      <dsp:spPr>
        <a:xfrm>
          <a:off x="1625219" y="699276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1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1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1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Testing</a:t>
          </a:r>
          <a:endParaRPr lang="en-GB" sz="900" kern="1200" dirty="0"/>
        </a:p>
      </dsp:txBody>
      <dsp:txXfrm>
        <a:off x="1645294" y="719351"/>
        <a:ext cx="782316" cy="371083"/>
      </dsp:txXfrm>
    </dsp:sp>
    <dsp:sp modelId="{E2D257CB-771D-492F-8F2E-26057F2D89D6}">
      <dsp:nvSpPr>
        <dsp:cNvPr id="0" name=""/>
        <dsp:cNvSpPr/>
      </dsp:nvSpPr>
      <dsp:spPr>
        <a:xfrm>
          <a:off x="1314942" y="1654212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Deploy</a:t>
          </a:r>
          <a:endParaRPr lang="en-GB" sz="900" kern="1200" dirty="0"/>
        </a:p>
      </dsp:txBody>
      <dsp:txXfrm>
        <a:off x="1335017" y="1674287"/>
        <a:ext cx="782316" cy="371083"/>
      </dsp:txXfrm>
    </dsp:sp>
    <dsp:sp modelId="{C64D9971-197C-4DC1-BBD8-AC3CD40AC8F7}">
      <dsp:nvSpPr>
        <dsp:cNvPr id="0" name=""/>
        <dsp:cNvSpPr/>
      </dsp:nvSpPr>
      <dsp:spPr>
        <a:xfrm>
          <a:off x="310864" y="1654212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3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3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3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Requirements</a:t>
          </a:r>
          <a:endParaRPr lang="en-GB" sz="900" kern="1200" dirty="0"/>
        </a:p>
      </dsp:txBody>
      <dsp:txXfrm>
        <a:off x="330939" y="1674287"/>
        <a:ext cx="782316" cy="371083"/>
      </dsp:txXfrm>
    </dsp:sp>
    <dsp:sp modelId="{3FA33FAE-836E-4123-AA47-D30824693047}">
      <dsp:nvSpPr>
        <dsp:cNvPr id="0" name=""/>
        <dsp:cNvSpPr/>
      </dsp:nvSpPr>
      <dsp:spPr>
        <a:xfrm>
          <a:off x="586" y="699276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Design</a:t>
          </a:r>
          <a:endParaRPr lang="en-GB" sz="900" kern="1200" dirty="0"/>
        </a:p>
      </dsp:txBody>
      <dsp:txXfrm>
        <a:off x="20661" y="719351"/>
        <a:ext cx="782316" cy="37108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E87F9-DD85-4450-8F8C-183F54AC5254}">
      <dsp:nvSpPr>
        <dsp:cNvPr id="0" name=""/>
        <dsp:cNvSpPr/>
      </dsp:nvSpPr>
      <dsp:spPr>
        <a:xfrm>
          <a:off x="222680" y="100616"/>
          <a:ext cx="2002911" cy="2002911"/>
        </a:xfrm>
        <a:prstGeom prst="circularArrow">
          <a:avLst>
            <a:gd name="adj1" fmla="val 5544"/>
            <a:gd name="adj2" fmla="val 330680"/>
            <a:gd name="adj3" fmla="val 14055503"/>
            <a:gd name="adj4" fmla="val 17218061"/>
            <a:gd name="adj5" fmla="val 5757"/>
          </a:avLst>
        </a:prstGeom>
        <a:solidFill>
          <a:schemeClr val="accent6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FF064CE-A8E6-48B6-BB5D-33ACFA59AF8A}">
      <dsp:nvSpPr>
        <dsp:cNvPr id="0" name=""/>
        <dsp:cNvSpPr/>
      </dsp:nvSpPr>
      <dsp:spPr>
        <a:xfrm>
          <a:off x="812903" y="109094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Development</a:t>
          </a:r>
          <a:endParaRPr lang="en-GB" sz="900" kern="1200" dirty="0"/>
        </a:p>
      </dsp:txBody>
      <dsp:txXfrm>
        <a:off x="832978" y="129169"/>
        <a:ext cx="782316" cy="371083"/>
      </dsp:txXfrm>
    </dsp:sp>
    <dsp:sp modelId="{463CD965-4050-4512-85B2-D003A4A9EEB2}">
      <dsp:nvSpPr>
        <dsp:cNvPr id="0" name=""/>
        <dsp:cNvSpPr/>
      </dsp:nvSpPr>
      <dsp:spPr>
        <a:xfrm>
          <a:off x="1625219" y="699276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1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1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1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Testing</a:t>
          </a:r>
          <a:endParaRPr lang="en-GB" sz="900" kern="1200" dirty="0"/>
        </a:p>
      </dsp:txBody>
      <dsp:txXfrm>
        <a:off x="1645294" y="719351"/>
        <a:ext cx="782316" cy="371083"/>
      </dsp:txXfrm>
    </dsp:sp>
    <dsp:sp modelId="{E2D257CB-771D-492F-8F2E-26057F2D89D6}">
      <dsp:nvSpPr>
        <dsp:cNvPr id="0" name=""/>
        <dsp:cNvSpPr/>
      </dsp:nvSpPr>
      <dsp:spPr>
        <a:xfrm>
          <a:off x="1314942" y="1654212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2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2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2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Deploy</a:t>
          </a:r>
          <a:endParaRPr lang="en-GB" sz="900" kern="1200" dirty="0"/>
        </a:p>
      </dsp:txBody>
      <dsp:txXfrm>
        <a:off x="1335017" y="1674287"/>
        <a:ext cx="782316" cy="371083"/>
      </dsp:txXfrm>
    </dsp:sp>
    <dsp:sp modelId="{C64D9971-197C-4DC1-BBD8-AC3CD40AC8F7}">
      <dsp:nvSpPr>
        <dsp:cNvPr id="0" name=""/>
        <dsp:cNvSpPr/>
      </dsp:nvSpPr>
      <dsp:spPr>
        <a:xfrm>
          <a:off x="310864" y="1654212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3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3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3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Requirements</a:t>
          </a:r>
          <a:endParaRPr lang="en-GB" sz="900" kern="1200" dirty="0"/>
        </a:p>
      </dsp:txBody>
      <dsp:txXfrm>
        <a:off x="330939" y="1674287"/>
        <a:ext cx="782316" cy="371083"/>
      </dsp:txXfrm>
    </dsp:sp>
    <dsp:sp modelId="{3FA33FAE-836E-4123-AA47-D30824693047}">
      <dsp:nvSpPr>
        <dsp:cNvPr id="0" name=""/>
        <dsp:cNvSpPr/>
      </dsp:nvSpPr>
      <dsp:spPr>
        <a:xfrm>
          <a:off x="586" y="699276"/>
          <a:ext cx="822466" cy="411233"/>
        </a:xfrm>
        <a:prstGeom prst="roundRect">
          <a:avLst/>
        </a:prstGeom>
        <a:gradFill rotWithShape="0">
          <a:gsLst>
            <a:gs pos="0">
              <a:schemeClr val="accent6">
                <a:alpha val="90000"/>
                <a:hueOff val="0"/>
                <a:satOff val="0"/>
                <a:lumOff val="0"/>
                <a:alphaOff val="-40000"/>
                <a:shade val="51000"/>
                <a:satMod val="130000"/>
              </a:schemeClr>
            </a:gs>
            <a:gs pos="80000">
              <a:schemeClr val="accent6">
                <a:alpha val="90000"/>
                <a:hueOff val="0"/>
                <a:satOff val="0"/>
                <a:lumOff val="0"/>
                <a:alphaOff val="-40000"/>
                <a:shade val="93000"/>
                <a:satMod val="130000"/>
              </a:schemeClr>
            </a:gs>
            <a:gs pos="100000">
              <a:schemeClr val="accent6">
                <a:alpha val="90000"/>
                <a:hueOff val="0"/>
                <a:satOff val="0"/>
                <a:lumOff val="0"/>
                <a:alphaOff val="-4000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kern="1200" dirty="0"/>
            <a:t>Design</a:t>
          </a:r>
          <a:endParaRPr lang="en-GB" sz="900" kern="1200" dirty="0"/>
        </a:p>
      </dsp:txBody>
      <dsp:txXfrm>
        <a:off x="20661" y="719351"/>
        <a:ext cx="782316" cy="3710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CircleProcess">
  <dgm:title val="Circle Process"/>
  <dgm:desc val="Use to show sequential steps in a process. Limited to eleven Level 1 shapes with an unlimited number of Level 2 shapes. Works best with small amounts of text. Unused text does not appear, but remains available if you switch layouts."/>
  <dgm:catLst>
    <dgm:cat type="process" pri="8500"/>
    <dgm:cat type="officeonline" pri="85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11"/>
      <dgm:chPref val="11"/>
      <dgm:dir/>
      <dgm:resizeHandles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5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Parent2" refType="w" fact="0.6249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l" for="ch" forName="Parent1" refType="w" fact="0.1597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l" for="ch" forName="Accent2" refType="w" fact="0.5498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l" for="ch" forName="ParentBackground2" refType="w" fact="0.5648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l" for="ch" forName="Child2" refType="w" fact="0.5648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l" for="ch" forName="Accent1" refType="w" fact="-0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l" for="ch" forName="ParentBackground1" refType="w" fact="0.0997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l" for="ch" forName="Child1" refType="w" fact="0.0997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6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Parent3" refType="w" fact="0.744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l" for="ch" forName="Parent2" refType="w" fact="0.426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l" for="ch" forName="Parent1" refType="w" fact="0.109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l" for="ch" forName="Accent3" refType="w" fact="0.6928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l" for="ch" forName="ParentBackground3" refType="w" fact="0.703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l" for="ch" forName="Child3" refType="w" fact="0.703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l" for="ch" forName="Accent2" refType="w" fact="0.3122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l" for="ch" forName="ParentBackground2" refType="w" fact="0.385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l" for="ch" forName="Child2" refType="w" fact="0.385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l" for="ch" forName="Accent1" refType="w" fact="-0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l" for="ch" forName="ParentBackground1" refType="w" fact="0.068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l" for="ch" forName="Child1" refType="w" fact="0.068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7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Parent4" refType="w" fact="0.8057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l" for="ch" forName="Parent3" refType="w" fact="0.5647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l" for="ch" forName="Parent2" refType="w" fact="0.3237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l" for="ch" forName="Parent1" refType="w" fact="0.0827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l" for="ch" forName="Accent4" refType="w" fact="0.7668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l" for="ch" forName="ParentBackground4" refType="w" fact="0.7746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l" for="ch" forName="Child4" refType="w" fact="0.7746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l" for="ch" forName="Accent3" refType="w" fact="0.476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l" for="ch" forName="ParentBackground3" refType="w" fact="0.5336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l" for="ch" forName="Child3" refType="w" fact="0.5336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l" for="ch" forName="Accent2" refType="w" fact="0.236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l" for="ch" forName="ParentBackground2" refType="w" fact="0.2926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l" for="ch" forName="Child2" refType="w" fact="0.2926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l" for="ch" forName="Accent1" refType="w" fact="-0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l" for="ch" forName="ParentBackground1" refType="w" fact="0.0516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l" for="ch" forName="Child1" refType="w" fact="0.0516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8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Parent5" refType="w" fact="0.8434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l" for="ch" forName="Parent4" refType="w" fact="0.6492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l" for="ch" forName="Parent3" refType="w" fact="0.45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l" for="ch" forName="Parent2" refType="w" fact="0.2609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l" for="ch" forName="Parent1" refType="w" fact="0.0667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l" for="ch" forName="Accent5" refType="w" fact="0.8121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l" for="ch" forName="ParentBackground5" refType="w" fact="0.8183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l" for="ch" forName="Child5" refType="w" fact="0.8183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l" for="ch" forName="Accent4" refType="w" fact="0.5789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l" for="ch" forName="ParentBackground4" refType="w" fact="0.6242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l" for="ch" forName="Child4" refType="w" fact="0.6242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l" for="ch" forName="Accent3" refType="w" fact="0.3848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l" for="ch" forName="ParentBackground3" refType="w" fact="0.43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l" for="ch" forName="Child3" refType="w" fact="0.43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l" for="ch" forName="Accent2" refType="w" fact="0.1906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l" for="ch" forName="ParentBackground2" refType="w" fact="0.2358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l" for="ch" forName="Child2" refType="w" fact="0.2358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l" for="ch" forName="Accent1" refType="w" fact="-0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l" for="ch" forName="ParentBackground1" refType="w" fact="0.0416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l" for="ch" forName="Child1" refType="w" fact="0.0416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9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Parent6" refType="w" fact="0.8689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l" for="ch" forName="Parent5" refType="w" fact="0.7063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l" for="ch" forName="Parent4" refType="w" fact="0.5437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l" for="ch" forName="Parent3" refType="w" fact="0.381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l" for="ch" forName="Parent2" refType="w" fact="0.2184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l" for="ch" forName="Parent1" refType="w" fact="0.0558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l" for="ch" forName="Accent6" refType="w" fact="0.8426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l" for="ch" forName="ParentBackground6" refType="w" fact="0.8479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l" for="ch" forName="Child6" refType="w" fact="0.8479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l" for="ch" forName="Accent5" refType="w" fact="0.6474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l" for="ch" forName="ParentBackground5" refType="w" fact="0.6853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l" for="ch" forName="Child5" refType="w" fact="0.6853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l" for="ch" forName="Accent4" refType="w" fact="0.4848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l" for="ch" forName="ParentBackground4" refType="w" fact="0.5227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l" for="ch" forName="Child4" refType="w" fact="0.5227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l" for="ch" forName="Accent3" refType="w" fact="0.3222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l" for="ch" forName="ParentBackground3" refType="w" fact="0.3601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l" for="ch" forName="Child3" refType="w" fact="0.3601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l" for="ch" forName="Accent2" refType="w" fact="0.1596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l" for="ch" forName="ParentBackground2" refType="w" fact="0.197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l" for="ch" forName="Child2" refType="w" fact="0.197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l" for="ch" forName="Accent1" refType="w" fact="-0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l" for="ch" forName="ParentBackground1" refType="w" fact="0.0348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l" for="ch" forName="Child1" refType="w" fact="0.0348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10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Parent7" refType="w" fact="0.8872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l" for="ch" forName="Parent6" refType="w" fact="0.7473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l" for="ch" forName="Parent5" refType="w" fact="0.607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l" for="ch" forName="Parent4" refType="w" fact="0.4676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l" for="ch" forName="Parent3" refType="w" fact="0.3277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l" for="ch" forName="Parent2" refType="w" fact="0.1879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l" for="ch" forName="Parent1" refType="w" fact="0.048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l" for="ch" forName="Accent7" refType="w" fact="0.8646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l" for="ch" forName="ParentBackground7" refType="w" fact="0.8692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l" for="ch" forName="Child7" refType="w" fact="0.8692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l" for="ch" forName="Accent6" refType="w" fact="0.6967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l" for="ch" forName="ParentBackground6" refType="w" fact="0.7293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l" for="ch" forName="Child6" refType="w" fact="0.7293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l" for="ch" forName="Accent5" refType="w" fact="0.5569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l" for="ch" forName="ParentBackground5" refType="w" fact="0.5894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l" for="ch" forName="Child5" refType="w" fact="0.5894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l" for="ch" forName="Accent4" refType="w" fact="0.417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l" for="ch" forName="ParentBackground4" refType="w" fact="0.4496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l" for="ch" forName="Child4" refType="w" fact="0.4496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l" for="ch" forName="Accent3" refType="w" fact="0.2771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l" for="ch" forName="ParentBackground3" refType="w" fact="0.3097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l" for="ch" forName="Child3" refType="w" fact="0.3097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l" for="ch" forName="Accent2" refType="w" fact="0.1373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l" for="ch" forName="ParentBackground2" refType="w" fact="0.1698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l" for="ch" forName="Child2" refType="w" fact="0.1698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l" for="ch" forName="Accent1" refType="w" fact="-0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l" for="ch" forName="ParentBackground1" refType="w" fact="0.03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l" for="ch" forName="Child1" refType="w" fact="0.03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11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l" for="ch" forName="Parent8" refType="w" fact="0.901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l" for="ch" forName="Parent7" refType="w" fact="0.7783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l" for="ch" forName="Parent6" refType="w" fact="0.6556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l" for="ch" forName="Parent5" refType="w" fact="0.5329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l" for="ch" forName="Parent4" refType="w" fact="0.4102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l" for="ch" forName="Parent3" refType="w" fact="0.287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l" for="ch" forName="Parent2" refType="w" fact="0.1648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l" for="ch" forName="Parent1" refType="w" fact="0.0421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l" for="ch" forName="Accent8" refType="w" fact="0.8813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l" for="ch" forName="ParentBackground8" refType="w" fact="0.8852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l" for="ch" forName="Child8" refType="w" fact="0.8852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l" for="ch" forName="Accent7" refType="w" fact="0.7339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l" for="ch" forName="ParentBackground7" refType="w" fact="0.762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l" for="ch" forName="Child7" refType="w" fact="0.762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l" for="ch" forName="Accent6" refType="w" fact="0.6112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l" for="ch" forName="ParentBackground6" refType="w" fact="0.6398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l" for="ch" forName="Child6" refType="w" fact="0.6398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l" for="ch" forName="Accent5" refType="w" fact="0.488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l" for="ch" forName="ParentBackground5" refType="w" fact="0.5171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l" for="ch" forName="Child5" refType="w" fact="0.5171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l" for="ch" forName="Accent4" refType="w" fact="0.3658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l" for="ch" forName="ParentBackground4" refType="w" fact="0.3944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l" for="ch" forName="Child4" refType="w" fact="0.3944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l" for="ch" forName="Accent3" refType="w" fact="0.2431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l" for="ch" forName="ParentBackground3" refType="w" fact="0.2717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l" for="ch" forName="Child3" refType="w" fact="0.2717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l" for="ch" forName="Accent2" refType="w" fact="0.1204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l" for="ch" forName="ParentBackground2" refType="w" fact="0.149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l" for="ch" forName="Child2" refType="w" fact="0.149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l" for="ch" forName="Accent1" refType="w" fact="-0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l" for="ch" forName="ParentBackground1" refType="w" fact="0.0263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l" for="ch" forName="Child1" refType="w" fact="0.0263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12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l" for="ch" forName="Parent9" refType="w" fact="0.9119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l" for="ch" forName="Parent8" refType="w" fact="0.8026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l" for="ch" forName="Parent7" refType="w" fact="0.6933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l" for="ch" forName="Parent6" refType="w" fact="0.584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l" for="ch" forName="Parent5" refType="w" fact="0.4747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l" for="ch" forName="Parent4" refType="w" fact="0.3654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l" for="ch" forName="Parent3" refType="w" fact="0.2561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l" for="ch" forName="Parent2" refType="w" fact="0.1468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l" for="ch" forName="Parent1" refType="w" fact="0.037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l" for="ch" forName="Accent9" refType="w" fact="0.8942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l" for="ch" forName="ParentBackground9" refType="w" fact="0.8978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l" for="ch" forName="Child9" refType="w" fact="0.8978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l" for="ch" forName="Accent8" refType="w" fact="0.763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l" for="ch" forName="ParentBackground8" refType="w" fact="0.788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l" for="ch" forName="Child8" refType="w" fact="0.788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l" for="ch" forName="Accent7" refType="w" fact="0.6538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l" for="ch" forName="ParentBackground7" refType="w" fact="0.6792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l" for="ch" forName="Child7" refType="w" fact="0.6792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l" for="ch" forName="Accent6" refType="w" fact="0.544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l" for="ch" forName="ParentBackground6" refType="w" fact="0.5699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l" for="ch" forName="Child6" refType="w" fact="0.5699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l" for="ch" forName="Accent5" refType="w" fact="0.4352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l" for="ch" forName="ParentBackground5" refType="w" fact="0.4606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l" for="ch" forName="Child5" refType="w" fact="0.4606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l" for="ch" forName="Accent4" refType="w" fact="0.3259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l" for="ch" forName="ParentBackground4" refType="w" fact="0.3513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l" for="ch" forName="Child4" refType="w" fact="0.3513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l" for="ch" forName="Accent3" refType="w" fact="0.2166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l" for="ch" forName="ParentBackground3" refType="w" fact="0.242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l" for="ch" forName="Child3" refType="w" fact="0.242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l" for="ch" forName="Accent2" refType="w" fact="0.1073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l" for="ch" forName="ParentBackground2" refType="w" fact="0.1327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l" for="ch" forName="Child2" refType="w" fact="0.1327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l" for="ch" forName="Accent1" refType="w" fact="-0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l" for="ch" forName="ParentBackground1" refType="w" fact="0.0234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l" for="ch" forName="Child1" refType="w" fact="0.0234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13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l" for="ch" forName="Parent10" refType="w" fact="0.920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l" for="ch" forName="Parent9" refType="w" fact="0.822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l" for="ch" forName="Parent8" refType="w" fact="0.723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l" for="ch" forName="Parent7" refType="w" fact="0.62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l" for="ch" forName="Parent6" refType="w" fact="0.5264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l" for="ch" forName="Parent5" refType="w" fact="0.4279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l" for="ch" forName="Parent4" refType="w" fact="0.3294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l" for="ch" forName="Parent3" refType="w" fact="0.2309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l" for="ch" forName="Parent2" refType="w" fact="0.1324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l" for="ch" forName="Parent1" refType="w" fact="0.0338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l" for="ch" forName="Accent10" refType="w" fact="0.9047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l" for="ch" forName="ParentBackground10" refType="w" fact="0.9078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l" for="ch" forName="Child10" refType="w" fact="0.9078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l" for="ch" forName="Accent9" refType="w" fact="0.7864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l" for="ch" forName="ParentBackground9" refType="w" fact="0.8093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l" for="ch" forName="Child9" refType="w" fact="0.8093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l" for="ch" forName="Accent8" refType="w" fact="0.6879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l" for="ch" forName="ParentBackground8" refType="w" fact="0.7108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l" for="ch" forName="Child8" refType="w" fact="0.7108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l" for="ch" forName="Accent7" refType="w" fact="0.5893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l" for="ch" forName="ParentBackground7" refType="w" fact="0.6123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l" for="ch" forName="Child7" refType="w" fact="0.6123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l" for="ch" forName="Accent6" refType="w" fact="0.4908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l" for="ch" forName="ParentBackground6" refType="w" fact="0.5137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l" for="ch" forName="Child6" refType="w" fact="0.5137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l" for="ch" forName="Accent5" refType="w" fact="0.3923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l" for="ch" forName="ParentBackground5" refType="w" fact="0.4152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l" for="ch" forName="Child5" refType="w" fact="0.4152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l" for="ch" forName="Accent4" refType="w" fact="0.2938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l" for="ch" forName="ParentBackground4" refType="w" fact="0.3167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l" for="ch" forName="Child4" refType="w" fact="0.3167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l" for="ch" forName="Accent3" refType="w" fact="0.1952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l" for="ch" forName="ParentBackground3" refType="w" fact="0.2182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l" for="ch" forName="Child3" refType="w" fact="0.2182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l" for="ch" forName="Accent2" refType="w" fact="0.0967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l" for="ch" forName="ParentBackground2" refType="w" fact="0.1196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l" for="ch" forName="Child2" refType="w" fact="0.1196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l" for="ch" forName="Accent1" refType="w" fact="-0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l" for="ch" forName="ParentBackground1" refType="w" fact="0.0211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l" for="ch" forName="Child1" refType="w" fact="0.0211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14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l" for="ch" forName="Parent11" refType="w" fact="0.9277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l" for="ch" forName="Parent10" refType="w" fact="0.838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l" for="ch" forName="Parent9" refType="w" fact="0.7483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l" for="ch" forName="Parent8" refType="w" fact="0.6586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l" for="ch" forName="Parent7" refType="w" fact="0.5689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l" for="ch" forName="Parent6" refType="w" fact="0.4792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l" for="ch" forName="Parent5" refType="w" fact="0.389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l" for="ch" forName="Parent4" refType="w" fact="0.2999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l" for="ch" forName="Parent3" refType="w" fact="0.2102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l" for="ch" forName="Parent2" refType="w" fact="0.120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l" for="ch" forName="Parent1" refType="w" fact="0.0308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l" for="ch" forName="Accent11" refType="w" fact="0.9132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l" for="ch" forName="ParentBackground11" refType="w" fact="0.9161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l" for="ch" forName="Child11" refType="w" fact="0.9161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l" for="ch" forName="Accent10" refType="w" fact="0.805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l" for="ch" forName="ParentBackground10" refType="w" fact="0.8264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l" for="ch" forName="Child10" refType="w" fact="0.8264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l" for="ch" forName="Accent9" refType="w" fact="0.7158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l" for="ch" forName="ParentBackground9" refType="w" fact="0.7367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l" for="ch" forName="Child9" refType="w" fact="0.7367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l" for="ch" forName="Accent8" refType="w" fact="0.6261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l" for="ch" forName="ParentBackground8" refType="w" fact="0.647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l" for="ch" forName="Child8" refType="w" fact="0.647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l" for="ch" forName="Accent7" refType="w" fact="0.5364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l" for="ch" forName="ParentBackground7" refType="w" fact="0.5573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l" for="ch" forName="Child7" refType="w" fact="0.5573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l" for="ch" forName="Accent6" refType="w" fact="0.4467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l" for="ch" forName="ParentBackground6" refType="w" fact="0.4677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l" for="ch" forName="Child6" refType="w" fact="0.4677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l" for="ch" forName="Accent5" refType="w" fact="0.3571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l" for="ch" forName="ParentBackground5" refType="w" fact="0.378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l" for="ch" forName="Child5" refType="w" fact="0.378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l" for="ch" forName="Accent4" refType="w" fact="0.2674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l" for="ch" forName="ParentBackground4" refType="w" fact="0.2883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l" for="ch" forName="Child4" refType="w" fact="0.2883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l" for="ch" forName="Accent3" refType="w" fact="0.1777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l" for="ch" forName="ParentBackground3" refType="w" fact="0.1986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l" for="ch" forName="Child3" refType="w" fact="0.1986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l" for="ch" forName="Accent2" refType="w" fact="0.088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l" for="ch" forName="ParentBackground2" refType="w" fact="0.1089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l" for="ch" forName="Child2" refType="w" fact="0.1089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l" for="ch" forName="Accent1" refType="w" fact="-0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l" for="ch" forName="ParentBackground1" refType="w" fact="0.0192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l" for="ch" forName="Child1" refType="w" fact="0.0192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if>
      <dgm:else name="Name15">
        <dgm:choose name="Name16">
          <dgm:if name="Name17" axis="ch" ptType="node" func="cnt" op="equ" val="1">
            <dgm:alg type="composite">
              <dgm:param type="ar" val="0.638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Parent1" refType="w" fact="0.1667"/>
              <dgm:constr type="t" for="ch" forName="Parent1" refType="h" fact="0.1064"/>
              <dgm:constr type="w" for="ch" forName="Parent1" refType="w" fact="0.6667"/>
              <dgm:constr type="h" for="ch" forName="Parent1" refType="h" fact="0.4255"/>
              <dgm:constr type="l" for="ch" forName="Accent1" refType="w" fact="0"/>
              <dgm:constr type="t" for="ch" forName="Accent1" refType="h" fact="0"/>
              <dgm:constr type="w" for="ch" forName="Accent1" refType="w"/>
              <dgm:constr type="h" for="ch" forName="Accent1" refType="h" fact="0.6383"/>
              <dgm:constr type="l" for="ch" forName="ParentBackground1" refType="w" fact="0.0333"/>
              <dgm:constr type="t" for="ch" forName="ParentBackground1" refType="h" fact="0.0213"/>
              <dgm:constr type="w" for="ch" forName="ParentBackground1" refType="w" fact="0.9333"/>
              <dgm:constr type="h" for="ch" forName="ParentBackground1" refType="h" fact="0.5957"/>
              <dgm:constr type="l" for="ch" forName="Child1" refType="w" fact="0.0333"/>
              <dgm:constr type="t" for="ch" forName="Child1" refType="h" fact="0.6574"/>
              <dgm:constr type="w" for="ch" forName="Child1" refType="w" fact="0.9333"/>
              <dgm:constr type="h" for="ch" forName="Child1" refType="h" fact="0.3426"/>
            </dgm:constrLst>
          </dgm:if>
          <dgm:if name="Name18" axis="ch" ptType="node" func="cnt" op="equ" val="2">
            <dgm:alg type="composite">
              <dgm:param type="ar" val="1.265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r" for="ch" forName="Parent2" refType="w" fact="0.3751"/>
              <dgm:constr type="t" for="ch" forName="Parent2" refType="h" fact="0.2022"/>
              <dgm:constr type="w" for="ch" forName="Parent2" refType="w" fact="0.3001"/>
              <dgm:constr type="h" for="ch" forName="Parent2" refType="h" fact="0.3799"/>
              <dgm:constr type="r" for="ch" forName="Parent1" refType="w" fact="0.8403"/>
              <dgm:constr type="t" for="ch" forName="Parent1" refType="h" fact="0.2022"/>
              <dgm:constr type="w" for="ch" forName="Parent1" refType="w" fact="0.3001"/>
              <dgm:constr type="h" for="ch" forName="Parent1" refType="h" fact="0.3799"/>
              <dgm:constr type="r" for="ch" forName="Accent2" refType="w" fact="0.4502"/>
              <dgm:constr type="t" for="ch" forName="Accent2" refType="h" fact="0.1072"/>
              <dgm:constr type="w" for="ch" forName="Accent2" refType="w" fact="0.4502"/>
              <dgm:constr type="h" for="ch" forName="Accent2" refType="h" fact="0.5699"/>
              <dgm:constr type="r" for="ch" forName="ParentBackground2" refType="w" fact="0.4352"/>
              <dgm:constr type="t" for="ch" forName="ParentBackground2" refType="h" fact="0.1262"/>
              <dgm:constr type="w" for="ch" forName="ParentBackground2" refType="w" fact="0.4201"/>
              <dgm:constr type="h" for="ch" forName="ParentBackground2" refType="h" fact="0.5319"/>
              <dgm:constr type="r" for="ch" forName="Child2" refType="w" fact="0.4352"/>
              <dgm:constr type="t" for="ch" forName="Child2" refType="h" fact="0.6876"/>
              <dgm:constr type="w" for="ch" forName="Child2" refType="w" fact="0.4201"/>
              <dgm:constr type="h" for="ch" forName="Child2" refType="h" fact="0.3124"/>
              <dgm:constr type="r" for="ch" forName="Accent1" refType="w" fact="1.0086"/>
              <dgm:constr type="t" for="ch" forName="Accent1" refType="h" fact="-0.0109"/>
              <dgm:constr type="w" for="ch" forName="Accent1" refType="w" fact="0.6367"/>
              <dgm:constr type="h" for="ch" forName="Accent1" refType="h" fact="0.806"/>
              <dgm:constr type="r" for="ch" forName="ParentBackground1" refType="w" fact="0.9003"/>
              <dgm:constr type="t" for="ch" forName="ParentBackground1" refType="h" fact="0.1262"/>
              <dgm:constr type="w" for="ch" forName="ParentBackground1" refType="w" fact="0.4201"/>
              <dgm:constr type="h" for="ch" forName="ParentBackground1" refType="h" fact="0.5319"/>
              <dgm:constr type="r" for="ch" forName="Child1" refType="w" fact="0.9003"/>
              <dgm:constr type="t" for="ch" forName="Child1" refType="h" fact="0.6876"/>
              <dgm:constr type="w" for="ch" forName="Child1" refType="w" fact="0.4201"/>
              <dgm:constr type="h" for="ch" forName="Child1" refType="h" fact="0.3124"/>
            </dgm:constrLst>
          </dgm:if>
          <dgm:if name="Name19" axis="ch" ptType="node" func="cnt" op="equ" val="3">
            <dgm:alg type="composite">
              <dgm:param type="ar" val="1.854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Parent3" refType="w" fact="0.256"/>
              <dgm:constr type="t" for="ch" forName="Parent3" refType="h" fact="0.2022"/>
              <dgm:constr type="w" for="ch" forName="Parent3" refType="w" fact="0.2048"/>
              <dgm:constr type="h" for="ch" forName="Parent3" refType="h" fact="0.3799"/>
              <dgm:constr type="r" for="ch" forName="Parent2" refType="w" fact="0.5735"/>
              <dgm:constr type="t" for="ch" forName="Parent2" refType="h" fact="0.2022"/>
              <dgm:constr type="w" for="ch" forName="Parent2" refType="w" fact="0.2048"/>
              <dgm:constr type="h" for="ch" forName="Parent2" refType="h" fact="0.3799"/>
              <dgm:constr type="r" for="ch" forName="Parent1" refType="w" fact="0.891"/>
              <dgm:constr type="t" for="ch" forName="Parent1" refType="h" fact="0.2022"/>
              <dgm:constr type="w" for="ch" forName="Parent1" refType="w" fact="0.2048"/>
              <dgm:constr type="h" for="ch" forName="Parent1" refType="h" fact="0.3799"/>
              <dgm:constr type="r" for="ch" forName="Accent3" refType="w" fact="0.3072"/>
              <dgm:constr type="t" for="ch" forName="Accent3" refType="h" fact="0.1072"/>
              <dgm:constr type="w" for="ch" forName="Accent3" refType="w" fact="0.3072"/>
              <dgm:constr type="h" for="ch" forName="Accent3" refType="h" fact="0.5699"/>
              <dgm:constr type="r" for="ch" forName="ParentBackground3" refType="w" fact="0.297"/>
              <dgm:constr type="t" for="ch" forName="ParentBackground3" refType="h" fact="0.1262"/>
              <dgm:constr type="w" for="ch" forName="ParentBackground3" refType="w" fact="0.2868"/>
              <dgm:constr type="h" for="ch" forName="ParentBackground3" refType="h" fact="0.5319"/>
              <dgm:constr type="r" for="ch" forName="Child3" refType="w" fact="0.297"/>
              <dgm:constr type="t" for="ch" forName="Child3" refType="h" fact="0.6876"/>
              <dgm:constr type="w" for="ch" forName="Child3" refType="w" fact="0.2868"/>
              <dgm:constr type="h" for="ch" forName="Child3" refType="h" fact="0.3124"/>
              <dgm:constr type="r" for="ch" forName="Accent2" refType="w" fact="0.6878"/>
              <dgm:constr type="t" for="ch" forName="Accent2" refType="h" fact="-0.0109"/>
              <dgm:constr type="w" for="ch" forName="Accent2" refType="w" fact="0.4334"/>
              <dgm:constr type="h" for="ch" forName="Accent2" refType="h" fact="0.806"/>
              <dgm:constr type="r" for="ch" forName="ParentBackground2" refType="w" fact="0.6145"/>
              <dgm:constr type="t" for="ch" forName="ParentBackground2" refType="h" fact="0.1262"/>
              <dgm:constr type="w" for="ch" forName="ParentBackground2" refType="w" fact="0.2868"/>
              <dgm:constr type="h" for="ch" forName="ParentBackground2" refType="h" fact="0.5319"/>
              <dgm:constr type="r" for="ch" forName="Child2" refType="w" fact="0.6145"/>
              <dgm:constr type="t" for="ch" forName="Child2" refType="h" fact="0.6876"/>
              <dgm:constr type="w" for="ch" forName="Child2" refType="w" fact="0.2868"/>
              <dgm:constr type="h" for="ch" forName="Child2" refType="h" fact="0.3124"/>
              <dgm:constr type="r" for="ch" forName="Accent1" refType="w" fact="1.0053"/>
              <dgm:constr type="t" for="ch" forName="Accent1" refType="h" fact="-0.0109"/>
              <dgm:constr type="w" for="ch" forName="Accent1" refType="w" fact="0.4334"/>
              <dgm:constr type="h" for="ch" forName="Accent1" refType="h" fact="0.806"/>
              <dgm:constr type="r" for="ch" forName="ParentBackground1" refType="w" fact="0.932"/>
              <dgm:constr type="t" for="ch" forName="ParentBackground1" refType="h" fact="0.1262"/>
              <dgm:constr type="w" for="ch" forName="ParentBackground1" refType="w" fact="0.2868"/>
              <dgm:constr type="h" for="ch" forName="ParentBackground1" refType="h" fact="0.5319"/>
              <dgm:constr type="r" for="ch" forName="Child1" refType="w" fact="0.932"/>
              <dgm:constr type="t" for="ch" forName="Child1" refType="h" fact="0.6876"/>
              <dgm:constr type="w" for="ch" forName="Child1" refType="w" fact="0.2868"/>
              <dgm:constr type="h" for="ch" forName="Child1" refType="h" fact="0.3124"/>
            </dgm:constrLst>
          </dgm:if>
          <dgm:if name="Name20" axis="ch" ptType="node" func="cnt" op="equ" val="4">
            <dgm:alg type="composite">
              <dgm:param type="ar" val="2.44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Parent4" refType="w" fact="0.1943"/>
              <dgm:constr type="t" for="ch" forName="Parent4" refType="h" fact="0.2022"/>
              <dgm:constr type="w" for="ch" forName="Parent4" refType="w" fact="0.1555"/>
              <dgm:constr type="h" for="ch" forName="Parent4" refType="h" fact="0.3799"/>
              <dgm:constr type="r" for="ch" forName="Parent3" refType="w" fact="0.4353"/>
              <dgm:constr type="t" for="ch" forName="Parent3" refType="h" fact="0.2022"/>
              <dgm:constr type="w" for="ch" forName="Parent3" refType="w" fact="0.1555"/>
              <dgm:constr type="h" for="ch" forName="Parent3" refType="h" fact="0.3799"/>
              <dgm:constr type="r" for="ch" forName="Parent2" refType="w" fact="0.6763"/>
              <dgm:constr type="t" for="ch" forName="Parent2" refType="h" fact="0.2022"/>
              <dgm:constr type="w" for="ch" forName="Parent2" refType="w" fact="0.1555"/>
              <dgm:constr type="h" for="ch" forName="Parent2" refType="h" fact="0.3799"/>
              <dgm:constr type="r" for="ch" forName="Parent1" refType="w" fact="0.9173"/>
              <dgm:constr type="t" for="ch" forName="Parent1" refType="h" fact="0.2022"/>
              <dgm:constr type="w" for="ch" forName="Parent1" refType="w" fact="0.1555"/>
              <dgm:constr type="h" for="ch" forName="Parent1" refType="h" fact="0.3799"/>
              <dgm:constr type="r" for="ch" forName="Accent4" refType="w" fact="0.2332"/>
              <dgm:constr type="t" for="ch" forName="Accent4" refType="h" fact="0.1072"/>
              <dgm:constr type="w" for="ch" forName="Accent4" refType="w" fact="0.2332"/>
              <dgm:constr type="h" for="ch" forName="Accent4" refType="h" fact="0.5699"/>
              <dgm:constr type="r" for="ch" forName="ParentBackground4" refType="w" fact="0.2254"/>
              <dgm:constr type="t" for="ch" forName="ParentBackground4" refType="h" fact="0.1262"/>
              <dgm:constr type="w" for="ch" forName="ParentBackground4" refType="w" fact="0.2177"/>
              <dgm:constr type="h" for="ch" forName="ParentBackground4" refType="h" fact="0.5319"/>
              <dgm:constr type="r" for="ch" forName="Child4" refType="w" fact="0.2254"/>
              <dgm:constr type="t" for="ch" forName="Child4" refType="h" fact="0.6876"/>
              <dgm:constr type="w" for="ch" forName="Child4" refType="w" fact="0.2177"/>
              <dgm:constr type="h" for="ch" forName="Child4" refType="h" fact="0.3124"/>
              <dgm:constr type="r" for="ch" forName="Accent3" refType="w" fact="0.5235"/>
              <dgm:constr type="t" for="ch" forName="Accent3" refType="h" fact="-0.0109"/>
              <dgm:constr type="w" for="ch" forName="Accent3" refType="w" fact="0.3298"/>
              <dgm:constr type="h" for="ch" forName="Accent3" refType="h" fact="0.806"/>
              <dgm:constr type="r" for="ch" forName="ParentBackground3" refType="w" fact="0.4664"/>
              <dgm:constr type="t" for="ch" forName="ParentBackground3" refType="h" fact="0.1262"/>
              <dgm:constr type="w" for="ch" forName="ParentBackground3" refType="w" fact="0.2177"/>
              <dgm:constr type="h" for="ch" forName="ParentBackground3" refType="h" fact="0.5319"/>
              <dgm:constr type="r" for="ch" forName="Child3" refType="w" fact="0.4664"/>
              <dgm:constr type="t" for="ch" forName="Child3" refType="h" fact="0.6876"/>
              <dgm:constr type="w" for="ch" forName="Child3" refType="w" fact="0.2177"/>
              <dgm:constr type="h" for="ch" forName="Child3" refType="h" fact="0.3124"/>
              <dgm:constr type="r" for="ch" forName="Accent2" refType="w" fact="0.7635"/>
              <dgm:constr type="t" for="ch" forName="Accent2" refType="h" fact="-0.0109"/>
              <dgm:constr type="w" for="ch" forName="Accent2" refType="w" fact="0.3298"/>
              <dgm:constr type="h" for="ch" forName="Accent2" refType="h" fact="0.806"/>
              <dgm:constr type="r" for="ch" forName="ParentBackground2" refType="w" fact="0.7074"/>
              <dgm:constr type="t" for="ch" forName="ParentBackground2" refType="h" fact="0.1262"/>
              <dgm:constr type="w" for="ch" forName="ParentBackground2" refType="w" fact="0.2177"/>
              <dgm:constr type="h" for="ch" forName="ParentBackground2" refType="h" fact="0.5319"/>
              <dgm:constr type="r" for="ch" forName="Child2" refType="w" fact="0.7074"/>
              <dgm:constr type="t" for="ch" forName="Child2" refType="h" fact="0.6876"/>
              <dgm:constr type="w" for="ch" forName="Child2" refType="w" fact="0.2177"/>
              <dgm:constr type="h" for="ch" forName="Child2" refType="h" fact="0.3124"/>
              <dgm:constr type="r" for="ch" forName="Accent1" refType="w" fact="1.0045"/>
              <dgm:constr type="t" for="ch" forName="Accent1" refType="h" fact="-0.0109"/>
              <dgm:constr type="w" for="ch" forName="Accent1" refType="w" fact="0.3298"/>
              <dgm:constr type="h" for="ch" forName="Accent1" refType="h" fact="0.806"/>
              <dgm:constr type="r" for="ch" forName="ParentBackground1" refType="w" fact="0.9484"/>
              <dgm:constr type="t" for="ch" forName="ParentBackground1" refType="h" fact="0.1262"/>
              <dgm:constr type="w" for="ch" forName="ParentBackground1" refType="w" fact="0.2177"/>
              <dgm:constr type="h" for="ch" forName="ParentBackground1" refType="h" fact="0.5319"/>
              <dgm:constr type="r" for="ch" forName="Child1" refType="w" fact="0.9484"/>
              <dgm:constr type="t" for="ch" forName="Child1" refType="h" fact="0.6876"/>
              <dgm:constr type="w" for="ch" forName="Child1" refType="w" fact="0.2177"/>
              <dgm:constr type="h" for="ch" forName="Child1" refType="h" fact="0.3124"/>
            </dgm:constrLst>
          </dgm:if>
          <dgm:if name="Name21" axis="ch" ptType="node" func="cnt" op="equ" val="5">
            <dgm:alg type="composite">
              <dgm:param type="ar" val="3.032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Parent5" refType="w" fact="0.1566"/>
              <dgm:constr type="t" for="ch" forName="Parent5" refType="h" fact="0.2022"/>
              <dgm:constr type="w" for="ch" forName="Parent5" refType="w" fact="0.1253"/>
              <dgm:constr type="h" for="ch" forName="Parent5" refType="h" fact="0.3799"/>
              <dgm:constr type="r" for="ch" forName="Parent4" refType="w" fact="0.3508"/>
              <dgm:constr type="t" for="ch" forName="Parent4" refType="h" fact="0.2022"/>
              <dgm:constr type="w" for="ch" forName="Parent4" refType="w" fact="0.1253"/>
              <dgm:constr type="h" for="ch" forName="Parent4" refType="h" fact="0.3799"/>
              <dgm:constr type="r" for="ch" forName="Parent3" refType="w" fact="0.545"/>
              <dgm:constr type="t" for="ch" forName="Parent3" refType="h" fact="0.2022"/>
              <dgm:constr type="w" for="ch" forName="Parent3" refType="w" fact="0.1253"/>
              <dgm:constr type="h" for="ch" forName="Parent3" refType="h" fact="0.3799"/>
              <dgm:constr type="r" for="ch" forName="Parent2" refType="w" fact="0.7391"/>
              <dgm:constr type="t" for="ch" forName="Parent2" refType="h" fact="0.2022"/>
              <dgm:constr type="w" for="ch" forName="Parent2" refType="w" fact="0.1253"/>
              <dgm:constr type="h" for="ch" forName="Parent2" refType="h" fact="0.3799"/>
              <dgm:constr type="r" for="ch" forName="Parent1" refType="w" fact="0.9333"/>
              <dgm:constr type="t" for="ch" forName="Parent1" refType="h" fact="0.2022"/>
              <dgm:constr type="w" for="ch" forName="Parent1" refType="w" fact="0.1253"/>
              <dgm:constr type="h" for="ch" forName="Parent1" refType="h" fact="0.3799"/>
              <dgm:constr type="r" for="ch" forName="Accent5" refType="w" fact="0.1879"/>
              <dgm:constr type="t" for="ch" forName="Accent5" refType="h" fact="0.1072"/>
              <dgm:constr type="w" for="ch" forName="Accent5" refType="w" fact="0.1879"/>
              <dgm:constr type="h" for="ch" forName="Accent5" refType="h" fact="0.5699"/>
              <dgm:constr type="r" for="ch" forName="ParentBackground5" refType="w" fact="0.1817"/>
              <dgm:constr type="t" for="ch" forName="ParentBackground5" refType="h" fact="0.1262"/>
              <dgm:constr type="w" for="ch" forName="ParentBackground5" refType="w" fact="0.1754"/>
              <dgm:constr type="h" for="ch" forName="ParentBackground5" refType="h" fact="0.5319"/>
              <dgm:constr type="r" for="ch" forName="Child5" refType="w" fact="0.1817"/>
              <dgm:constr type="t" for="ch" forName="Child5" refType="h" fact="0.6876"/>
              <dgm:constr type="w" for="ch" forName="Child5" refType="w" fact="0.1754"/>
              <dgm:constr type="h" for="ch" forName="Child5" refType="h" fact="0.3124"/>
              <dgm:constr type="r" for="ch" forName="Accent4" refType="w" fact="0.4211"/>
              <dgm:constr type="t" for="ch" forName="Accent4" refType="h" fact="-0.0109"/>
              <dgm:constr type="w" for="ch" forName="Accent4" refType="w" fact="0.2657"/>
              <dgm:constr type="h" for="ch" forName="Accent4" refType="h" fact="0.806"/>
              <dgm:constr type="r" for="ch" forName="ParentBackground4" refType="w" fact="0.3758"/>
              <dgm:constr type="t" for="ch" forName="ParentBackground4" refType="h" fact="0.1262"/>
              <dgm:constr type="w" for="ch" forName="ParentBackground4" refType="w" fact="0.1754"/>
              <dgm:constr type="h" for="ch" forName="ParentBackground4" refType="h" fact="0.5319"/>
              <dgm:constr type="r" for="ch" forName="Child4" refType="w" fact="0.3758"/>
              <dgm:constr type="t" for="ch" forName="Child4" refType="h" fact="0.6876"/>
              <dgm:constr type="w" for="ch" forName="Child4" refType="w" fact="0.1754"/>
              <dgm:constr type="h" for="ch" forName="Child4" refType="h" fact="0.3124"/>
              <dgm:constr type="r" for="ch" forName="Accent3" refType="w" fact="0.6152"/>
              <dgm:constr type="t" for="ch" forName="Accent3" refType="h" fact="-0.0109"/>
              <dgm:constr type="w" for="ch" forName="Accent3" refType="w" fact="0.2657"/>
              <dgm:constr type="h" for="ch" forName="Accent3" refType="h" fact="0.806"/>
              <dgm:constr type="r" for="ch" forName="ParentBackground3" refType="w" fact="0.57"/>
              <dgm:constr type="t" for="ch" forName="ParentBackground3" refType="h" fact="0.1262"/>
              <dgm:constr type="w" for="ch" forName="ParentBackground3" refType="w" fact="0.1754"/>
              <dgm:constr type="h" for="ch" forName="ParentBackground3" refType="h" fact="0.5319"/>
              <dgm:constr type="r" for="ch" forName="Child3" refType="w" fact="0.57"/>
              <dgm:constr type="t" for="ch" forName="Child3" refType="h" fact="0.6876"/>
              <dgm:constr type="w" for="ch" forName="Child3" refType="w" fact="0.1754"/>
              <dgm:constr type="h" for="ch" forName="Child3" refType="h" fact="0.3124"/>
              <dgm:constr type="r" for="ch" forName="Accent2" refType="w" fact="0.8094"/>
              <dgm:constr type="t" for="ch" forName="Accent2" refType="h" fact="-0.0109"/>
              <dgm:constr type="w" for="ch" forName="Accent2" refType="w" fact="0.2657"/>
              <dgm:constr type="h" for="ch" forName="Accent2" refType="h" fact="0.806"/>
              <dgm:constr type="r" for="ch" forName="ParentBackground2" refType="w" fact="0.7642"/>
              <dgm:constr type="t" for="ch" forName="ParentBackground2" refType="h" fact="0.1262"/>
              <dgm:constr type="w" for="ch" forName="ParentBackground2" refType="w" fact="0.1754"/>
              <dgm:constr type="h" for="ch" forName="ParentBackground2" refType="h" fact="0.5319"/>
              <dgm:constr type="r" for="ch" forName="Child2" refType="w" fact="0.7642"/>
              <dgm:constr type="t" for="ch" forName="Child2" refType="h" fact="0.6876"/>
              <dgm:constr type="w" for="ch" forName="Child2" refType="w" fact="0.1754"/>
              <dgm:constr type="h" for="ch" forName="Child2" refType="h" fact="0.3124"/>
              <dgm:constr type="r" for="ch" forName="Accent1" refType="w" fact="1.0036"/>
              <dgm:constr type="t" for="ch" forName="Accent1" refType="h" fact="-0.0109"/>
              <dgm:constr type="w" for="ch" forName="Accent1" refType="w" fact="0.2657"/>
              <dgm:constr type="h" for="ch" forName="Accent1" refType="h" fact="0.806"/>
              <dgm:constr type="r" for="ch" forName="ParentBackground1" refType="w" fact="0.9584"/>
              <dgm:constr type="t" for="ch" forName="ParentBackground1" refType="h" fact="0.1262"/>
              <dgm:constr type="w" for="ch" forName="ParentBackground1" refType="w" fact="0.1754"/>
              <dgm:constr type="h" for="ch" forName="ParentBackground1" refType="h" fact="0.5319"/>
              <dgm:constr type="r" for="ch" forName="Child1" refType="w" fact="0.9584"/>
              <dgm:constr type="t" for="ch" forName="Child1" refType="h" fact="0.6876"/>
              <dgm:constr type="w" for="ch" forName="Child1" refType="w" fact="0.1754"/>
              <dgm:constr type="h" for="ch" forName="Child1" refType="h" fact="0.3124"/>
            </dgm:constrLst>
          </dgm:if>
          <dgm:if name="Name22" axis="ch" ptType="node" func="cnt" op="equ" val="6">
            <dgm:alg type="composite">
              <dgm:param type="ar" val="3.621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r" for="ch" forName="Parent6" refType="w" fact="0.1311"/>
              <dgm:constr type="t" for="ch" forName="Parent6" refType="h" fact="0.2022"/>
              <dgm:constr type="w" for="ch" forName="Parent6" refType="w" fact="0.1049"/>
              <dgm:constr type="h" for="ch" forName="Parent6" refType="h" fact="0.3799"/>
              <dgm:constr type="r" for="ch" forName="Parent5" refType="w" fact="0.2937"/>
              <dgm:constr type="t" for="ch" forName="Parent5" refType="h" fact="0.2022"/>
              <dgm:constr type="w" for="ch" forName="Parent5" refType="w" fact="0.1049"/>
              <dgm:constr type="h" for="ch" forName="Parent5" refType="h" fact="0.3799"/>
              <dgm:constr type="r" for="ch" forName="Parent4" refType="w" fact="0.4563"/>
              <dgm:constr type="t" for="ch" forName="Parent4" refType="h" fact="0.2022"/>
              <dgm:constr type="w" for="ch" forName="Parent4" refType="w" fact="0.1049"/>
              <dgm:constr type="h" for="ch" forName="Parent4" refType="h" fact="0.3799"/>
              <dgm:constr type="r" for="ch" forName="Parent3" refType="w" fact="0.619"/>
              <dgm:constr type="t" for="ch" forName="Parent3" refType="h" fact="0.2022"/>
              <dgm:constr type="w" for="ch" forName="Parent3" refType="w" fact="0.1049"/>
              <dgm:constr type="h" for="ch" forName="Parent3" refType="h" fact="0.3799"/>
              <dgm:constr type="r" for="ch" forName="Parent2" refType="w" fact="0.7816"/>
              <dgm:constr type="t" for="ch" forName="Parent2" refType="h" fact="0.2022"/>
              <dgm:constr type="w" for="ch" forName="Parent2" refType="w" fact="0.1049"/>
              <dgm:constr type="h" for="ch" forName="Parent2" refType="h" fact="0.3799"/>
              <dgm:constr type="r" for="ch" forName="Parent1" refType="w" fact="0.9442"/>
              <dgm:constr type="t" for="ch" forName="Parent1" refType="h" fact="0.2022"/>
              <dgm:constr type="w" for="ch" forName="Parent1" refType="w" fact="0.1049"/>
              <dgm:constr type="h" for="ch" forName="Parent1" refType="h" fact="0.3799"/>
              <dgm:constr type="r" for="ch" forName="Accent6" refType="w" fact="0.1574"/>
              <dgm:constr type="t" for="ch" forName="Accent6" refType="h" fact="0.1072"/>
              <dgm:constr type="w" for="ch" forName="Accent6" refType="w" fact="0.1574"/>
              <dgm:constr type="h" for="ch" forName="Accent6" refType="h" fact="0.5699"/>
              <dgm:constr type="r" for="ch" forName="ParentBackground6" refType="w" fact="0.1521"/>
              <dgm:constr type="t" for="ch" forName="ParentBackground6" refType="h" fact="0.1262"/>
              <dgm:constr type="w" for="ch" forName="ParentBackground6" refType="w" fact="0.1469"/>
              <dgm:constr type="h" for="ch" forName="ParentBackground6" refType="h" fact="0.5319"/>
              <dgm:constr type="r" for="ch" forName="Child6" refType="w" fact="0.1521"/>
              <dgm:constr type="t" for="ch" forName="Child6" refType="h" fact="0.6876"/>
              <dgm:constr type="w" for="ch" forName="Child6" refType="w" fact="0.1469"/>
              <dgm:constr type="h" for="ch" forName="Child6" refType="h" fact="0.3124"/>
              <dgm:constr type="r" for="ch" forName="Accent5" refType="w" fact="0.3526"/>
              <dgm:constr type="t" for="ch" forName="Accent5" refType="h" fact="-0.0109"/>
              <dgm:constr type="w" for="ch" forName="Accent5" refType="w" fact="0.2226"/>
              <dgm:constr type="h" for="ch" forName="Accent5" refType="h" fact="0.806"/>
              <dgm:constr type="r" for="ch" forName="ParentBackground5" refType="w" fact="0.3147"/>
              <dgm:constr type="t" for="ch" forName="ParentBackground5" refType="h" fact="0.1262"/>
              <dgm:constr type="w" for="ch" forName="ParentBackground5" refType="w" fact="0.1469"/>
              <dgm:constr type="h" for="ch" forName="ParentBackground5" refType="h" fact="0.5319"/>
              <dgm:constr type="r" for="ch" forName="Child5" refType="w" fact="0.3147"/>
              <dgm:constr type="t" for="ch" forName="Child5" refType="h" fact="0.6876"/>
              <dgm:constr type="w" for="ch" forName="Child5" refType="w" fact="0.1469"/>
              <dgm:constr type="h" for="ch" forName="Child5" refType="h" fact="0.3124"/>
              <dgm:constr type="r" for="ch" forName="Accent4" refType="w" fact="0.5152"/>
              <dgm:constr type="t" for="ch" forName="Accent4" refType="h" fact="-0.0109"/>
              <dgm:constr type="w" for="ch" forName="Accent4" refType="w" fact="0.2226"/>
              <dgm:constr type="h" for="ch" forName="Accent4" refType="h" fact="0.806"/>
              <dgm:constr type="r" for="ch" forName="ParentBackground4" refType="w" fact="0.4773"/>
              <dgm:constr type="t" for="ch" forName="ParentBackground4" refType="h" fact="0.1262"/>
              <dgm:constr type="w" for="ch" forName="ParentBackground4" refType="w" fact="0.1469"/>
              <dgm:constr type="h" for="ch" forName="ParentBackground4" refType="h" fact="0.5319"/>
              <dgm:constr type="r" for="ch" forName="Child4" refType="w" fact="0.4773"/>
              <dgm:constr type="t" for="ch" forName="Child4" refType="h" fact="0.6876"/>
              <dgm:constr type="w" for="ch" forName="Child4" refType="w" fact="0.1469"/>
              <dgm:constr type="h" for="ch" forName="Child4" refType="h" fact="0.3124"/>
              <dgm:constr type="r" for="ch" forName="Accent3" refType="w" fact="0.6778"/>
              <dgm:constr type="t" for="ch" forName="Accent3" refType="h" fact="-0.0109"/>
              <dgm:constr type="w" for="ch" forName="Accent3" refType="w" fact="0.2226"/>
              <dgm:constr type="h" for="ch" forName="Accent3" refType="h" fact="0.806"/>
              <dgm:constr type="r" for="ch" forName="ParentBackground3" refType="w" fact="0.6399"/>
              <dgm:constr type="t" for="ch" forName="ParentBackground3" refType="h" fact="0.1262"/>
              <dgm:constr type="w" for="ch" forName="ParentBackground3" refType="w" fact="0.1469"/>
              <dgm:constr type="h" for="ch" forName="ParentBackground3" refType="h" fact="0.5319"/>
              <dgm:constr type="r" for="ch" forName="Child3" refType="w" fact="0.6399"/>
              <dgm:constr type="t" for="ch" forName="Child3" refType="h" fact="0.6876"/>
              <dgm:constr type="w" for="ch" forName="Child3" refType="w" fact="0.1469"/>
              <dgm:constr type="h" for="ch" forName="Child3" refType="h" fact="0.3124"/>
              <dgm:constr type="r" for="ch" forName="Accent2" refType="w" fact="0.8404"/>
              <dgm:constr type="t" for="ch" forName="Accent2" refType="h" fact="-0.0109"/>
              <dgm:constr type="w" for="ch" forName="Accent2" refType="w" fact="0.2226"/>
              <dgm:constr type="h" for="ch" forName="Accent2" refType="h" fact="0.806"/>
              <dgm:constr type="r" for="ch" forName="ParentBackground2" refType="w" fact="0.8025"/>
              <dgm:constr type="t" for="ch" forName="ParentBackground2" refType="h" fact="0.1262"/>
              <dgm:constr type="w" for="ch" forName="ParentBackground2" refType="w" fact="0.1469"/>
              <dgm:constr type="h" for="ch" forName="ParentBackground2" refType="h" fact="0.5319"/>
              <dgm:constr type="r" for="ch" forName="Child2" refType="w" fact="0.8025"/>
              <dgm:constr type="t" for="ch" forName="Child2" refType="h" fact="0.6876"/>
              <dgm:constr type="w" for="ch" forName="Child2" refType="w" fact="0.1469"/>
              <dgm:constr type="h" for="ch" forName="Child2" refType="h" fact="0.3124"/>
              <dgm:constr type="r" for="ch" forName="Accent1" refType="w" fact="1.003"/>
              <dgm:constr type="t" for="ch" forName="Accent1" refType="h" fact="-0.0109"/>
              <dgm:constr type="w" for="ch" forName="Accent1" refType="w" fact="0.2226"/>
              <dgm:constr type="h" for="ch" forName="Accent1" refType="h" fact="0.806"/>
              <dgm:constr type="r" for="ch" forName="ParentBackground1" refType="w" fact="0.9652"/>
              <dgm:constr type="t" for="ch" forName="ParentBackground1" refType="h" fact="0.1262"/>
              <dgm:constr type="w" for="ch" forName="ParentBackground1" refType="w" fact="0.1469"/>
              <dgm:constr type="h" for="ch" forName="ParentBackground1" refType="h" fact="0.5319"/>
              <dgm:constr type="r" for="ch" forName="Child1" refType="w" fact="0.9652"/>
              <dgm:constr type="t" for="ch" forName="Child1" refType="h" fact="0.6876"/>
              <dgm:constr type="w" for="ch" forName="Child1" refType="w" fact="0.1469"/>
              <dgm:constr type="h" for="ch" forName="Child1" refType="h" fact="0.3124"/>
            </dgm:constrLst>
          </dgm:if>
          <dgm:if name="Name23" axis="ch" ptType="node" func="cnt" op="equ" val="7">
            <dgm:alg type="composite">
              <dgm:param type="ar" val="4.210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r" for="ch" forName="Parent7" refType="w" fact="0.1128"/>
              <dgm:constr type="t" for="ch" forName="Parent7" refType="h" fact="0.2022"/>
              <dgm:constr type="w" for="ch" forName="Parent7" refType="w" fact="0.0902"/>
              <dgm:constr type="h" for="ch" forName="Parent7" refType="h" fact="0.3799"/>
              <dgm:constr type="r" for="ch" forName="Parent6" refType="w" fact="0.2527"/>
              <dgm:constr type="t" for="ch" forName="Parent6" refType="h" fact="0.2022"/>
              <dgm:constr type="w" for="ch" forName="Parent6" refType="w" fact="0.0902"/>
              <dgm:constr type="h" for="ch" forName="Parent6" refType="h" fact="0.3799"/>
              <dgm:constr type="r" for="ch" forName="Parent5" refType="w" fact="0.3925"/>
              <dgm:constr type="t" for="ch" forName="Parent5" refType="h" fact="0.2022"/>
              <dgm:constr type="w" for="ch" forName="Parent5" refType="w" fact="0.0902"/>
              <dgm:constr type="h" for="ch" forName="Parent5" refType="h" fact="0.3799"/>
              <dgm:constr type="r" for="ch" forName="Parent4" refType="w" fact="0.5324"/>
              <dgm:constr type="t" for="ch" forName="Parent4" refType="h" fact="0.2022"/>
              <dgm:constr type="w" for="ch" forName="Parent4" refType="w" fact="0.0902"/>
              <dgm:constr type="h" for="ch" forName="Parent4" refType="h" fact="0.3799"/>
              <dgm:constr type="r" for="ch" forName="Parent3" refType="w" fact="0.6723"/>
              <dgm:constr type="t" for="ch" forName="Parent3" refType="h" fact="0.2022"/>
              <dgm:constr type="w" for="ch" forName="Parent3" refType="w" fact="0.0902"/>
              <dgm:constr type="h" for="ch" forName="Parent3" refType="h" fact="0.3799"/>
              <dgm:constr type="r" for="ch" forName="Parent2" refType="w" fact="0.8121"/>
              <dgm:constr type="t" for="ch" forName="Parent2" refType="h" fact="0.2022"/>
              <dgm:constr type="w" for="ch" forName="Parent2" refType="w" fact="0.0902"/>
              <dgm:constr type="h" for="ch" forName="Parent2" refType="h" fact="0.3799"/>
              <dgm:constr type="r" for="ch" forName="Parent1" refType="w" fact="0.952"/>
              <dgm:constr type="t" for="ch" forName="Parent1" refType="h" fact="0.2022"/>
              <dgm:constr type="w" for="ch" forName="Parent1" refType="w" fact="0.0902"/>
              <dgm:constr type="h" for="ch" forName="Parent1" refType="h" fact="0.3799"/>
              <dgm:constr type="r" for="ch" forName="Accent7" refType="w" fact="0.1354"/>
              <dgm:constr type="t" for="ch" forName="Accent7" refType="h" fact="0.1072"/>
              <dgm:constr type="w" for="ch" forName="Accent7" refType="w" fact="0.1354"/>
              <dgm:constr type="h" for="ch" forName="Accent7" refType="h" fact="0.5699"/>
              <dgm:constr type="r" for="ch" forName="ParentBackground7" refType="w" fact="0.1308"/>
              <dgm:constr type="t" for="ch" forName="ParentBackground7" refType="h" fact="0.1262"/>
              <dgm:constr type="w" for="ch" forName="ParentBackground7" refType="w" fact="0.1263"/>
              <dgm:constr type="h" for="ch" forName="ParentBackground7" refType="h" fact="0.5319"/>
              <dgm:constr type="r" for="ch" forName="Child7" refType="w" fact="0.1308"/>
              <dgm:constr type="t" for="ch" forName="Child7" refType="h" fact="0.6876"/>
              <dgm:constr type="w" for="ch" forName="Child7" refType="w" fact="0.1263"/>
              <dgm:constr type="h" for="ch" forName="Child7" refType="h" fact="0.3124"/>
              <dgm:constr type="r" for="ch" forName="Accent6" refType="w" fact="0.3033"/>
              <dgm:constr type="t" for="ch" forName="Accent6" refType="h" fact="-0.0109"/>
              <dgm:constr type="w" for="ch" forName="Accent6" refType="w" fact="0.1915"/>
              <dgm:constr type="h" for="ch" forName="Accent6" refType="h" fact="0.806"/>
              <dgm:constr type="r" for="ch" forName="ParentBackground6" refType="w" fact="0.2707"/>
              <dgm:constr type="t" for="ch" forName="ParentBackground6" refType="h" fact="0.1262"/>
              <dgm:constr type="w" for="ch" forName="ParentBackground6" refType="w" fact="0.1263"/>
              <dgm:constr type="h" for="ch" forName="ParentBackground6" refType="h" fact="0.5319"/>
              <dgm:constr type="r" for="ch" forName="Child6" refType="w" fact="0.2707"/>
              <dgm:constr type="t" for="ch" forName="Child6" refType="h" fact="0.6876"/>
              <dgm:constr type="w" for="ch" forName="Child6" refType="w" fact="0.1263"/>
              <dgm:constr type="h" for="ch" forName="Child6" refType="h" fact="0.3124"/>
              <dgm:constr type="r" for="ch" forName="Accent5" refType="w" fact="0.4431"/>
              <dgm:constr type="t" for="ch" forName="Accent5" refType="h" fact="-0.0109"/>
              <dgm:constr type="w" for="ch" forName="Accent5" refType="w" fact="0.1915"/>
              <dgm:constr type="h" for="ch" forName="Accent5" refType="h" fact="0.806"/>
              <dgm:constr type="r" for="ch" forName="ParentBackground5" refType="w" fact="0.4106"/>
              <dgm:constr type="t" for="ch" forName="ParentBackground5" refType="h" fact="0.1262"/>
              <dgm:constr type="w" for="ch" forName="ParentBackground5" refType="w" fact="0.1263"/>
              <dgm:constr type="h" for="ch" forName="ParentBackground5" refType="h" fact="0.5319"/>
              <dgm:constr type="r" for="ch" forName="Child5" refType="w" fact="0.4106"/>
              <dgm:constr type="t" for="ch" forName="Child5" refType="h" fact="0.6876"/>
              <dgm:constr type="w" for="ch" forName="Child5" refType="w" fact="0.1263"/>
              <dgm:constr type="h" for="ch" forName="Child5" refType="h" fact="0.3124"/>
              <dgm:constr type="r" for="ch" forName="Accent4" refType="w" fact="0.583"/>
              <dgm:constr type="t" for="ch" forName="Accent4" refType="h" fact="-0.0109"/>
              <dgm:constr type="w" for="ch" forName="Accent4" refType="w" fact="0.1915"/>
              <dgm:constr type="h" for="ch" forName="Accent4" refType="h" fact="0.806"/>
              <dgm:constr type="r" for="ch" forName="ParentBackground4" refType="w" fact="0.5504"/>
              <dgm:constr type="t" for="ch" forName="ParentBackground4" refType="h" fact="0.1262"/>
              <dgm:constr type="w" for="ch" forName="ParentBackground4" refType="w" fact="0.1263"/>
              <dgm:constr type="h" for="ch" forName="ParentBackground4" refType="h" fact="0.5319"/>
              <dgm:constr type="r" for="ch" forName="Child4" refType="w" fact="0.5504"/>
              <dgm:constr type="t" for="ch" forName="Child4" refType="h" fact="0.6876"/>
              <dgm:constr type="w" for="ch" forName="Child4" refType="w" fact="0.1263"/>
              <dgm:constr type="h" for="ch" forName="Child4" refType="h" fact="0.3124"/>
              <dgm:constr type="r" for="ch" forName="Accent3" refType="w" fact="0.7229"/>
              <dgm:constr type="t" for="ch" forName="Accent3" refType="h" fact="-0.0109"/>
              <dgm:constr type="w" for="ch" forName="Accent3" refType="w" fact="0.1915"/>
              <dgm:constr type="h" for="ch" forName="Accent3" refType="h" fact="0.806"/>
              <dgm:constr type="r" for="ch" forName="ParentBackground3" refType="w" fact="0.6903"/>
              <dgm:constr type="t" for="ch" forName="ParentBackground3" refType="h" fact="0.1262"/>
              <dgm:constr type="w" for="ch" forName="ParentBackground3" refType="w" fact="0.1263"/>
              <dgm:constr type="h" for="ch" forName="ParentBackground3" refType="h" fact="0.5319"/>
              <dgm:constr type="r" for="ch" forName="Child3" refType="w" fact="0.6903"/>
              <dgm:constr type="t" for="ch" forName="Child3" refType="h" fact="0.6876"/>
              <dgm:constr type="w" for="ch" forName="Child3" refType="w" fact="0.1263"/>
              <dgm:constr type="h" for="ch" forName="Child3" refType="h" fact="0.3124"/>
              <dgm:constr type="r" for="ch" forName="Accent2" refType="w" fact="0.8627"/>
              <dgm:constr type="t" for="ch" forName="Accent2" refType="h" fact="-0.0109"/>
              <dgm:constr type="w" for="ch" forName="Accent2" refType="w" fact="0.1915"/>
              <dgm:constr type="h" for="ch" forName="Accent2" refType="h" fact="0.806"/>
              <dgm:constr type="r" for="ch" forName="ParentBackground2" refType="w" fact="0.8302"/>
              <dgm:constr type="t" for="ch" forName="ParentBackground2" refType="h" fact="0.1262"/>
              <dgm:constr type="w" for="ch" forName="ParentBackground2" refType="w" fact="0.1263"/>
              <dgm:constr type="h" for="ch" forName="ParentBackground2" refType="h" fact="0.5319"/>
              <dgm:constr type="r" for="ch" forName="Child2" refType="w" fact="0.8302"/>
              <dgm:constr type="t" for="ch" forName="Child2" refType="h" fact="0.6876"/>
              <dgm:constr type="w" for="ch" forName="Child2" refType="w" fact="0.1263"/>
              <dgm:constr type="h" for="ch" forName="Child2" refType="h" fact="0.3124"/>
              <dgm:constr type="r" for="ch" forName="Accent1" refType="w" fact="1.0026"/>
              <dgm:constr type="t" for="ch" forName="Accent1" refType="h" fact="-0.0109"/>
              <dgm:constr type="w" for="ch" forName="Accent1" refType="w" fact="0.1915"/>
              <dgm:constr type="h" for="ch" forName="Accent1" refType="h" fact="0.806"/>
              <dgm:constr type="r" for="ch" forName="ParentBackground1" refType="w" fact="0.97"/>
              <dgm:constr type="t" for="ch" forName="ParentBackground1" refType="h" fact="0.1262"/>
              <dgm:constr type="w" for="ch" forName="ParentBackground1" refType="w" fact="0.1263"/>
              <dgm:constr type="h" for="ch" forName="ParentBackground1" refType="h" fact="0.5319"/>
              <dgm:constr type="r" for="ch" forName="Child1" refType="w" fact="0.97"/>
              <dgm:constr type="t" for="ch" forName="Child1" refType="h" fact="0.6876"/>
              <dgm:constr type="w" for="ch" forName="Child1" refType="w" fact="0.1263"/>
              <dgm:constr type="h" for="ch" forName="Child1" refType="h" fact="0.3124"/>
            </dgm:constrLst>
          </dgm:if>
          <dgm:if name="Name24" axis="ch" ptType="node" func="cnt" op="equ" val="8">
            <dgm:alg type="composite">
              <dgm:param type="ar" val="4.799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r" for="ch" forName="Parent8" refType="w" fact="0.099"/>
              <dgm:constr type="t" for="ch" forName="Parent8" refType="h" fact="0.2022"/>
              <dgm:constr type="w" for="ch" forName="Parent8" refType="w" fact="0.0792"/>
              <dgm:constr type="h" for="ch" forName="Parent8" refType="h" fact="0.3799"/>
              <dgm:constr type="r" for="ch" forName="Parent7" refType="w" fact="0.2217"/>
              <dgm:constr type="t" for="ch" forName="Parent7" refType="h" fact="0.2022"/>
              <dgm:constr type="w" for="ch" forName="Parent7" refType="w" fact="0.0792"/>
              <dgm:constr type="h" for="ch" forName="Parent7" refType="h" fact="0.3799"/>
              <dgm:constr type="r" for="ch" forName="Parent6" refType="w" fact="0.3444"/>
              <dgm:constr type="t" for="ch" forName="Parent6" refType="h" fact="0.2022"/>
              <dgm:constr type="w" for="ch" forName="Parent6" refType="w" fact="0.0792"/>
              <dgm:constr type="h" for="ch" forName="Parent6" refType="h" fact="0.3799"/>
              <dgm:constr type="r" for="ch" forName="Parent5" refType="w" fact="0.4671"/>
              <dgm:constr type="t" for="ch" forName="Parent5" refType="h" fact="0.2022"/>
              <dgm:constr type="w" for="ch" forName="Parent5" refType="w" fact="0.0792"/>
              <dgm:constr type="h" for="ch" forName="Parent5" refType="h" fact="0.3799"/>
              <dgm:constr type="r" for="ch" forName="Parent4" refType="w" fact="0.5898"/>
              <dgm:constr type="t" for="ch" forName="Parent4" refType="h" fact="0.2022"/>
              <dgm:constr type="w" for="ch" forName="Parent4" refType="w" fact="0.0792"/>
              <dgm:constr type="h" for="ch" forName="Parent4" refType="h" fact="0.3799"/>
              <dgm:constr type="r" for="ch" forName="Parent3" refType="w" fact="0.7125"/>
              <dgm:constr type="t" for="ch" forName="Parent3" refType="h" fact="0.2022"/>
              <dgm:constr type="w" for="ch" forName="Parent3" refType="w" fact="0.0792"/>
              <dgm:constr type="h" for="ch" forName="Parent3" refType="h" fact="0.3799"/>
              <dgm:constr type="r" for="ch" forName="Parent2" refType="w" fact="0.8352"/>
              <dgm:constr type="t" for="ch" forName="Parent2" refType="h" fact="0.2022"/>
              <dgm:constr type="w" for="ch" forName="Parent2" refType="w" fact="0.0792"/>
              <dgm:constr type="h" for="ch" forName="Parent2" refType="h" fact="0.3799"/>
              <dgm:constr type="r" for="ch" forName="Parent1" refType="w" fact="0.9579"/>
              <dgm:constr type="t" for="ch" forName="Parent1" refType="h" fact="0.2022"/>
              <dgm:constr type="w" for="ch" forName="Parent1" refType="w" fact="0.0792"/>
              <dgm:constr type="h" for="ch" forName="Parent1" refType="h" fact="0.3799"/>
              <dgm:constr type="r" for="ch" forName="Accent8" refType="w" fact="0.1187"/>
              <dgm:constr type="t" for="ch" forName="Accent8" refType="h" fact="0.1072"/>
              <dgm:constr type="w" for="ch" forName="Accent8" refType="w" fact="0.1187"/>
              <dgm:constr type="h" for="ch" forName="Accent8" refType="h" fact="0.5699"/>
              <dgm:constr type="r" for="ch" forName="ParentBackground8" refType="w" fact="0.1148"/>
              <dgm:constr type="t" for="ch" forName="ParentBackground8" refType="h" fact="0.1262"/>
              <dgm:constr type="w" for="ch" forName="ParentBackground8" refType="w" fact="0.1108"/>
              <dgm:constr type="h" for="ch" forName="ParentBackground8" refType="h" fact="0.5319"/>
              <dgm:constr type="r" for="ch" forName="Child8" refType="w" fact="0.1148"/>
              <dgm:constr type="t" for="ch" forName="Child8" refType="h" fact="0.6876"/>
              <dgm:constr type="w" for="ch" forName="Child8" refType="w" fact="0.1108"/>
              <dgm:constr type="h" for="ch" forName="Child8" refType="h" fact="0.3124"/>
              <dgm:constr type="r" for="ch" forName="Accent7" refType="w" fact="0.2661"/>
              <dgm:constr type="t" for="ch" forName="Accent7" refType="h" fact="-0.0109"/>
              <dgm:constr type="w" for="ch" forName="Accent7" refType="w" fact="0.1679"/>
              <dgm:constr type="h" for="ch" forName="Accent7" refType="h" fact="0.806"/>
              <dgm:constr type="r" for="ch" forName="ParentBackground7" refType="w" fact="0.2375"/>
              <dgm:constr type="t" for="ch" forName="ParentBackground7" refType="h" fact="0.1262"/>
              <dgm:constr type="w" for="ch" forName="ParentBackground7" refType="w" fact="0.1108"/>
              <dgm:constr type="h" for="ch" forName="ParentBackground7" refType="h" fact="0.5319"/>
              <dgm:constr type="r" for="ch" forName="Child7" refType="w" fact="0.2375"/>
              <dgm:constr type="t" for="ch" forName="Child7" refType="h" fact="0.6876"/>
              <dgm:constr type="w" for="ch" forName="Child7" refType="w" fact="0.1108"/>
              <dgm:constr type="h" for="ch" forName="Child7" refType="h" fact="0.3124"/>
              <dgm:constr type="r" for="ch" forName="Accent6" refType="w" fact="0.3888"/>
              <dgm:constr type="t" for="ch" forName="Accent6" refType="h" fact="-0.0109"/>
              <dgm:constr type="w" for="ch" forName="Accent6" refType="w" fact="0.1679"/>
              <dgm:constr type="h" for="ch" forName="Accent6" refType="h" fact="0.806"/>
              <dgm:constr type="r" for="ch" forName="ParentBackground6" refType="w" fact="0.3602"/>
              <dgm:constr type="t" for="ch" forName="ParentBackground6" refType="h" fact="0.1262"/>
              <dgm:constr type="w" for="ch" forName="ParentBackground6" refType="w" fact="0.1108"/>
              <dgm:constr type="h" for="ch" forName="ParentBackground6" refType="h" fact="0.5319"/>
              <dgm:constr type="r" for="ch" forName="Child6" refType="w" fact="0.3602"/>
              <dgm:constr type="t" for="ch" forName="Child6" refType="h" fact="0.6876"/>
              <dgm:constr type="w" for="ch" forName="Child6" refType="w" fact="0.1108"/>
              <dgm:constr type="h" for="ch" forName="Child6" refType="h" fact="0.3124"/>
              <dgm:constr type="r" for="ch" forName="Accent5" refType="w" fact="0.5115"/>
              <dgm:constr type="t" for="ch" forName="Accent5" refType="h" fact="-0.0109"/>
              <dgm:constr type="w" for="ch" forName="Accent5" refType="w" fact="0.1679"/>
              <dgm:constr type="h" for="ch" forName="Accent5" refType="h" fact="0.806"/>
              <dgm:constr type="r" for="ch" forName="ParentBackground5" refType="w" fact="0.4829"/>
              <dgm:constr type="t" for="ch" forName="ParentBackground5" refType="h" fact="0.1262"/>
              <dgm:constr type="w" for="ch" forName="ParentBackground5" refType="w" fact="0.1108"/>
              <dgm:constr type="h" for="ch" forName="ParentBackground5" refType="h" fact="0.5319"/>
              <dgm:constr type="r" for="ch" forName="Child5" refType="w" fact="0.4829"/>
              <dgm:constr type="t" for="ch" forName="Child5" refType="h" fact="0.6876"/>
              <dgm:constr type="w" for="ch" forName="Child5" refType="w" fact="0.1108"/>
              <dgm:constr type="h" for="ch" forName="Child5" refType="h" fact="0.3124"/>
              <dgm:constr type="r" for="ch" forName="Accent4" refType="w" fact="0.6342"/>
              <dgm:constr type="t" for="ch" forName="Accent4" refType="h" fact="-0.0109"/>
              <dgm:constr type="w" for="ch" forName="Accent4" refType="w" fact="0.1679"/>
              <dgm:constr type="h" for="ch" forName="Accent4" refType="h" fact="0.806"/>
              <dgm:constr type="r" for="ch" forName="ParentBackground4" refType="w" fact="0.6056"/>
              <dgm:constr type="t" for="ch" forName="ParentBackground4" refType="h" fact="0.1262"/>
              <dgm:constr type="w" for="ch" forName="ParentBackground4" refType="w" fact="0.1108"/>
              <dgm:constr type="h" for="ch" forName="ParentBackground4" refType="h" fact="0.5319"/>
              <dgm:constr type="r" for="ch" forName="Child4" refType="w" fact="0.6056"/>
              <dgm:constr type="t" for="ch" forName="Child4" refType="h" fact="0.6876"/>
              <dgm:constr type="w" for="ch" forName="Child4" refType="w" fact="0.1108"/>
              <dgm:constr type="h" for="ch" forName="Child4" refType="h" fact="0.3124"/>
              <dgm:constr type="r" for="ch" forName="Accent3" refType="w" fact="0.7569"/>
              <dgm:constr type="t" for="ch" forName="Accent3" refType="h" fact="-0.0109"/>
              <dgm:constr type="w" for="ch" forName="Accent3" refType="w" fact="0.1679"/>
              <dgm:constr type="h" for="ch" forName="Accent3" refType="h" fact="0.806"/>
              <dgm:constr type="r" for="ch" forName="ParentBackground3" refType="w" fact="0.7283"/>
              <dgm:constr type="t" for="ch" forName="ParentBackground3" refType="h" fact="0.1262"/>
              <dgm:constr type="w" for="ch" forName="ParentBackground3" refType="w" fact="0.1108"/>
              <dgm:constr type="h" for="ch" forName="ParentBackground3" refType="h" fact="0.5319"/>
              <dgm:constr type="r" for="ch" forName="Child3" refType="w" fact="0.7283"/>
              <dgm:constr type="t" for="ch" forName="Child3" refType="h" fact="0.6876"/>
              <dgm:constr type="w" for="ch" forName="Child3" refType="w" fact="0.1108"/>
              <dgm:constr type="h" for="ch" forName="Child3" refType="h" fact="0.3124"/>
              <dgm:constr type="r" for="ch" forName="Accent2" refType="w" fact="0.8796"/>
              <dgm:constr type="t" for="ch" forName="Accent2" refType="h" fact="-0.0109"/>
              <dgm:constr type="w" for="ch" forName="Accent2" refType="w" fact="0.1679"/>
              <dgm:constr type="h" for="ch" forName="Accent2" refType="h" fact="0.806"/>
              <dgm:constr type="r" for="ch" forName="ParentBackground2" refType="w" fact="0.851"/>
              <dgm:constr type="t" for="ch" forName="ParentBackground2" refType="h" fact="0.1262"/>
              <dgm:constr type="w" for="ch" forName="ParentBackground2" refType="w" fact="0.1108"/>
              <dgm:constr type="h" for="ch" forName="ParentBackground2" refType="h" fact="0.5319"/>
              <dgm:constr type="r" for="ch" forName="Child2" refType="w" fact="0.851"/>
              <dgm:constr type="t" for="ch" forName="Child2" refType="h" fact="0.6876"/>
              <dgm:constr type="w" for="ch" forName="Child2" refType="w" fact="0.1108"/>
              <dgm:constr type="h" for="ch" forName="Child2" refType="h" fact="0.3124"/>
              <dgm:constr type="r" for="ch" forName="Accent1" refType="w" fact="1.0023"/>
              <dgm:constr type="t" for="ch" forName="Accent1" refType="h" fact="-0.0109"/>
              <dgm:constr type="w" for="ch" forName="Accent1" refType="w" fact="0.1679"/>
              <dgm:constr type="h" for="ch" forName="Accent1" refType="h" fact="0.806"/>
              <dgm:constr type="r" for="ch" forName="ParentBackground1" refType="w" fact="0.9737"/>
              <dgm:constr type="t" for="ch" forName="ParentBackground1" refType="h" fact="0.1262"/>
              <dgm:constr type="w" for="ch" forName="ParentBackground1" refType="w" fact="0.1108"/>
              <dgm:constr type="h" for="ch" forName="ParentBackground1" refType="h" fact="0.5319"/>
              <dgm:constr type="r" for="ch" forName="Child1" refType="w" fact="0.9737"/>
              <dgm:constr type="t" for="ch" forName="Child1" refType="h" fact="0.6876"/>
              <dgm:constr type="w" for="ch" forName="Child1" refType="w" fact="0.1108"/>
              <dgm:constr type="h" for="ch" forName="Child1" refType="h" fact="0.3124"/>
            </dgm:constrLst>
          </dgm:if>
          <dgm:if name="Name25" axis="ch" ptType="node" func="cnt" op="equ" val="9">
            <dgm:alg type="composite">
              <dgm:param type="ar" val="5.38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r" for="ch" forName="Parent9" refType="w" fact="0.0881"/>
              <dgm:constr type="t" for="ch" forName="Parent9" refType="h" fact="0.2022"/>
              <dgm:constr type="w" for="ch" forName="Parent9" refType="w" fact="0.0705"/>
              <dgm:constr type="h" for="ch" forName="Parent9" refType="h" fact="0.3799"/>
              <dgm:constr type="r" for="ch" forName="Parent8" refType="w" fact="0.1974"/>
              <dgm:constr type="t" for="ch" forName="Parent8" refType="h" fact="0.2022"/>
              <dgm:constr type="w" for="ch" forName="Parent8" refType="w" fact="0.0705"/>
              <dgm:constr type="h" for="ch" forName="Parent8" refType="h" fact="0.3799"/>
              <dgm:constr type="r" for="ch" forName="Parent7" refType="w" fact="0.3067"/>
              <dgm:constr type="t" for="ch" forName="Parent7" refType="h" fact="0.2022"/>
              <dgm:constr type="w" for="ch" forName="Parent7" refType="w" fact="0.0705"/>
              <dgm:constr type="h" for="ch" forName="Parent7" refType="h" fact="0.3799"/>
              <dgm:constr type="r" for="ch" forName="Parent6" refType="w" fact="0.416"/>
              <dgm:constr type="t" for="ch" forName="Parent6" refType="h" fact="0.2022"/>
              <dgm:constr type="w" for="ch" forName="Parent6" refType="w" fact="0.0705"/>
              <dgm:constr type="h" for="ch" forName="Parent6" refType="h" fact="0.3799"/>
              <dgm:constr type="r" for="ch" forName="Parent5" refType="w" fact="0.5253"/>
              <dgm:constr type="t" for="ch" forName="Parent5" refType="h" fact="0.2022"/>
              <dgm:constr type="w" for="ch" forName="Parent5" refType="w" fact="0.0705"/>
              <dgm:constr type="h" for="ch" forName="Parent5" refType="h" fact="0.3799"/>
              <dgm:constr type="r" for="ch" forName="Parent4" refType="w" fact="0.6346"/>
              <dgm:constr type="t" for="ch" forName="Parent4" refType="h" fact="0.2022"/>
              <dgm:constr type="w" for="ch" forName="Parent4" refType="w" fact="0.0705"/>
              <dgm:constr type="h" for="ch" forName="Parent4" refType="h" fact="0.3799"/>
              <dgm:constr type="r" for="ch" forName="Parent3" refType="w" fact="0.7439"/>
              <dgm:constr type="t" for="ch" forName="Parent3" refType="h" fact="0.2022"/>
              <dgm:constr type="w" for="ch" forName="Parent3" refType="w" fact="0.0705"/>
              <dgm:constr type="h" for="ch" forName="Parent3" refType="h" fact="0.3799"/>
              <dgm:constr type="r" for="ch" forName="Parent2" refType="w" fact="0.8532"/>
              <dgm:constr type="t" for="ch" forName="Parent2" refType="h" fact="0.2022"/>
              <dgm:constr type="w" for="ch" forName="Parent2" refType="w" fact="0.0705"/>
              <dgm:constr type="h" for="ch" forName="Parent2" refType="h" fact="0.3799"/>
              <dgm:constr type="r" for="ch" forName="Parent1" refType="w" fact="0.9625"/>
              <dgm:constr type="t" for="ch" forName="Parent1" refType="h" fact="0.2022"/>
              <dgm:constr type="w" for="ch" forName="Parent1" refType="w" fact="0.0705"/>
              <dgm:constr type="h" for="ch" forName="Parent1" refType="h" fact="0.3799"/>
              <dgm:constr type="r" for="ch" forName="Accent9" refType="w" fact="0.1058"/>
              <dgm:constr type="t" for="ch" forName="Accent9" refType="h" fact="0.1072"/>
              <dgm:constr type="w" for="ch" forName="Accent9" refType="w" fact="0.1058"/>
              <dgm:constr type="h" for="ch" forName="Accent9" refType="h" fact="0.5699"/>
              <dgm:constr type="r" for="ch" forName="ParentBackground9" refType="w" fact="0.1022"/>
              <dgm:constr type="t" for="ch" forName="ParentBackground9" refType="h" fact="0.1262"/>
              <dgm:constr type="w" for="ch" forName="ParentBackground9" refType="w" fact="0.0987"/>
              <dgm:constr type="h" for="ch" forName="ParentBackground9" refType="h" fact="0.5319"/>
              <dgm:constr type="r" for="ch" forName="Child9" refType="w" fact="0.1022"/>
              <dgm:constr type="t" for="ch" forName="Child9" refType="h" fact="0.6876"/>
              <dgm:constr type="w" for="ch" forName="Child9" refType="w" fact="0.0987"/>
              <dgm:constr type="h" for="ch" forName="Child9" refType="h" fact="0.3124"/>
              <dgm:constr type="r" for="ch" forName="Accent8" refType="w" fact="0.237"/>
              <dgm:constr type="t" for="ch" forName="Accent8" refType="h" fact="-0.0109"/>
              <dgm:constr type="w" for="ch" forName="Accent8" refType="w" fact="0.1496"/>
              <dgm:constr type="h" for="ch" forName="Accent8" refType="h" fact="0.806"/>
              <dgm:constr type="r" for="ch" forName="ParentBackground8" refType="w" fact="0.2115"/>
              <dgm:constr type="t" for="ch" forName="ParentBackground8" refType="h" fact="0.1262"/>
              <dgm:constr type="w" for="ch" forName="ParentBackground8" refType="w" fact="0.0987"/>
              <dgm:constr type="h" for="ch" forName="ParentBackground8" refType="h" fact="0.5319"/>
              <dgm:constr type="r" for="ch" forName="Child8" refType="w" fact="0.2115"/>
              <dgm:constr type="t" for="ch" forName="Child8" refType="h" fact="0.6876"/>
              <dgm:constr type="w" for="ch" forName="Child8" refType="w" fact="0.0987"/>
              <dgm:constr type="h" for="ch" forName="Child8" refType="h" fact="0.3124"/>
              <dgm:constr type="r" for="ch" forName="Accent7" refType="w" fact="0.3462"/>
              <dgm:constr type="t" for="ch" forName="Accent7" refType="h" fact="-0.0109"/>
              <dgm:constr type="w" for="ch" forName="Accent7" refType="w" fact="0.1496"/>
              <dgm:constr type="h" for="ch" forName="Accent7" refType="h" fact="0.806"/>
              <dgm:constr type="r" for="ch" forName="ParentBackground7" refType="w" fact="0.3208"/>
              <dgm:constr type="t" for="ch" forName="ParentBackground7" refType="h" fact="0.1262"/>
              <dgm:constr type="w" for="ch" forName="ParentBackground7" refType="w" fact="0.0987"/>
              <dgm:constr type="h" for="ch" forName="ParentBackground7" refType="h" fact="0.5319"/>
              <dgm:constr type="r" for="ch" forName="Child7" refType="w" fact="0.3208"/>
              <dgm:constr type="t" for="ch" forName="Child7" refType="h" fact="0.6876"/>
              <dgm:constr type="w" for="ch" forName="Child7" refType="w" fact="0.0987"/>
              <dgm:constr type="h" for="ch" forName="Child7" refType="h" fact="0.3124"/>
              <dgm:constr type="r" for="ch" forName="Accent6" refType="w" fact="0.4555"/>
              <dgm:constr type="t" for="ch" forName="Accent6" refType="h" fact="-0.0109"/>
              <dgm:constr type="w" for="ch" forName="Accent6" refType="w" fact="0.1496"/>
              <dgm:constr type="h" for="ch" forName="Accent6" refType="h" fact="0.806"/>
              <dgm:constr type="r" for="ch" forName="ParentBackground6" refType="w" fact="0.4301"/>
              <dgm:constr type="t" for="ch" forName="ParentBackground6" refType="h" fact="0.1262"/>
              <dgm:constr type="w" for="ch" forName="ParentBackground6" refType="w" fact="0.0987"/>
              <dgm:constr type="h" for="ch" forName="ParentBackground6" refType="h" fact="0.5319"/>
              <dgm:constr type="r" for="ch" forName="Child6" refType="w" fact="0.4301"/>
              <dgm:constr type="t" for="ch" forName="Child6" refType="h" fact="0.6876"/>
              <dgm:constr type="w" for="ch" forName="Child6" refType="w" fact="0.0987"/>
              <dgm:constr type="h" for="ch" forName="Child6" refType="h" fact="0.3124"/>
              <dgm:constr type="r" for="ch" forName="Accent5" refType="w" fact="0.5648"/>
              <dgm:constr type="t" for="ch" forName="Accent5" refType="h" fact="-0.0109"/>
              <dgm:constr type="w" for="ch" forName="Accent5" refType="w" fact="0.1496"/>
              <dgm:constr type="h" for="ch" forName="Accent5" refType="h" fact="0.806"/>
              <dgm:constr type="r" for="ch" forName="ParentBackground5" refType="w" fact="0.5394"/>
              <dgm:constr type="t" for="ch" forName="ParentBackground5" refType="h" fact="0.1262"/>
              <dgm:constr type="w" for="ch" forName="ParentBackground5" refType="w" fact="0.0987"/>
              <dgm:constr type="h" for="ch" forName="ParentBackground5" refType="h" fact="0.5319"/>
              <dgm:constr type="r" for="ch" forName="Child5" refType="w" fact="0.5394"/>
              <dgm:constr type="t" for="ch" forName="Child5" refType="h" fact="0.6876"/>
              <dgm:constr type="w" for="ch" forName="Child5" refType="w" fact="0.0987"/>
              <dgm:constr type="h" for="ch" forName="Child5" refType="h" fact="0.3124"/>
              <dgm:constr type="r" for="ch" forName="Accent4" refType="w" fact="0.6741"/>
              <dgm:constr type="t" for="ch" forName="Accent4" refType="h" fact="-0.0109"/>
              <dgm:constr type="w" for="ch" forName="Accent4" refType="w" fact="0.1496"/>
              <dgm:constr type="h" for="ch" forName="Accent4" refType="h" fact="0.806"/>
              <dgm:constr type="r" for="ch" forName="ParentBackground4" refType="w" fact="0.6487"/>
              <dgm:constr type="t" for="ch" forName="ParentBackground4" refType="h" fact="0.1262"/>
              <dgm:constr type="w" for="ch" forName="ParentBackground4" refType="w" fact="0.0987"/>
              <dgm:constr type="h" for="ch" forName="ParentBackground4" refType="h" fact="0.5319"/>
              <dgm:constr type="r" for="ch" forName="Child4" refType="w" fact="0.6487"/>
              <dgm:constr type="t" for="ch" forName="Child4" refType="h" fact="0.6876"/>
              <dgm:constr type="w" for="ch" forName="Child4" refType="w" fact="0.0987"/>
              <dgm:constr type="h" for="ch" forName="Child4" refType="h" fact="0.3124"/>
              <dgm:constr type="r" for="ch" forName="Accent3" refType="w" fact="0.7834"/>
              <dgm:constr type="t" for="ch" forName="Accent3" refType="h" fact="-0.0109"/>
              <dgm:constr type="w" for="ch" forName="Accent3" refType="w" fact="0.1496"/>
              <dgm:constr type="h" for="ch" forName="Accent3" refType="h" fact="0.806"/>
              <dgm:constr type="r" for="ch" forName="ParentBackground3" refType="w" fact="0.758"/>
              <dgm:constr type="t" for="ch" forName="ParentBackground3" refType="h" fact="0.1262"/>
              <dgm:constr type="w" for="ch" forName="ParentBackground3" refType="w" fact="0.0987"/>
              <dgm:constr type="h" for="ch" forName="ParentBackground3" refType="h" fact="0.5319"/>
              <dgm:constr type="r" for="ch" forName="Child3" refType="w" fact="0.758"/>
              <dgm:constr type="t" for="ch" forName="Child3" refType="h" fact="0.6876"/>
              <dgm:constr type="w" for="ch" forName="Child3" refType="w" fact="0.0987"/>
              <dgm:constr type="h" for="ch" forName="Child3" refType="h" fact="0.3124"/>
              <dgm:constr type="r" for="ch" forName="Accent2" refType="w" fact="0.8927"/>
              <dgm:constr type="t" for="ch" forName="Accent2" refType="h" fact="-0.0109"/>
              <dgm:constr type="w" for="ch" forName="Accent2" refType="w" fact="0.1496"/>
              <dgm:constr type="h" for="ch" forName="Accent2" refType="h" fact="0.806"/>
              <dgm:constr type="r" for="ch" forName="ParentBackground2" refType="w" fact="0.8673"/>
              <dgm:constr type="t" for="ch" forName="ParentBackground2" refType="h" fact="0.1262"/>
              <dgm:constr type="w" for="ch" forName="ParentBackground2" refType="w" fact="0.0987"/>
              <dgm:constr type="h" for="ch" forName="ParentBackground2" refType="h" fact="0.5319"/>
              <dgm:constr type="r" for="ch" forName="Child2" refType="w" fact="0.8673"/>
              <dgm:constr type="t" for="ch" forName="Child2" refType="h" fact="0.6876"/>
              <dgm:constr type="w" for="ch" forName="Child2" refType="w" fact="0.0987"/>
              <dgm:constr type="h" for="ch" forName="Child2" refType="h" fact="0.3124"/>
              <dgm:constr type="r" for="ch" forName="Accent1" refType="w" fact="1.002"/>
              <dgm:constr type="t" for="ch" forName="Accent1" refType="h" fact="-0.0109"/>
              <dgm:constr type="w" for="ch" forName="Accent1" refType="w" fact="0.1496"/>
              <dgm:constr type="h" for="ch" forName="Accent1" refType="h" fact="0.806"/>
              <dgm:constr type="r" for="ch" forName="ParentBackground1" refType="w" fact="0.9765"/>
              <dgm:constr type="t" for="ch" forName="ParentBackground1" refType="h" fact="0.1262"/>
              <dgm:constr type="w" for="ch" forName="ParentBackground1" refType="w" fact="0.0987"/>
              <dgm:constr type="h" for="ch" forName="ParentBackground1" refType="h" fact="0.5319"/>
              <dgm:constr type="r" for="ch" forName="Child1" refType="w" fact="0.9765"/>
              <dgm:constr type="t" for="ch" forName="Child1" refType="h" fact="0.6876"/>
              <dgm:constr type="w" for="ch" forName="Child1" refType="w" fact="0.0987"/>
              <dgm:constr type="h" for="ch" forName="Child1" refType="h" fact="0.3124"/>
            </dgm:constrLst>
          </dgm:if>
          <dgm:if name="Name26" axis="ch" ptType="node" func="cnt" op="equ" val="10">
            <dgm:alg type="composite">
              <dgm:param type="ar" val="5.976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7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r" for="ch" forName="Parent10" refType="w" fact="0.0795"/>
              <dgm:constr type="t" for="ch" forName="Parent10" refType="h" fact="0.2022"/>
              <dgm:constr type="w" for="ch" forName="Parent10" refType="w" fact="0.0636"/>
              <dgm:constr type="h" for="ch" forName="Parent10" refType="h" fact="0.3799"/>
              <dgm:constr type="r" for="ch" forName="Parent9" refType="w" fact="0.178"/>
              <dgm:constr type="t" for="ch" forName="Parent9" refType="h" fact="0.2022"/>
              <dgm:constr type="w" for="ch" forName="Parent9" refType="w" fact="0.0636"/>
              <dgm:constr type="h" for="ch" forName="Parent9" refType="h" fact="0.3799"/>
              <dgm:constr type="r" for="ch" forName="Parent8" refType="w" fact="0.2765"/>
              <dgm:constr type="t" for="ch" forName="Parent8" refType="h" fact="0.2022"/>
              <dgm:constr type="w" for="ch" forName="Parent8" refType="w" fact="0.0636"/>
              <dgm:constr type="h" for="ch" forName="Parent8" refType="h" fact="0.3799"/>
              <dgm:constr type="r" for="ch" forName="Parent7" refType="w" fact="0.375"/>
              <dgm:constr type="t" for="ch" forName="Parent7" refType="h" fact="0.2022"/>
              <dgm:constr type="w" for="ch" forName="Parent7" refType="w" fact="0.0636"/>
              <dgm:constr type="h" for="ch" forName="Parent7" refType="h" fact="0.3799"/>
              <dgm:constr type="r" for="ch" forName="Parent6" refType="w" fact="0.4736"/>
              <dgm:constr type="t" for="ch" forName="Parent6" refType="h" fact="0.2022"/>
              <dgm:constr type="w" for="ch" forName="Parent6" refType="w" fact="0.0636"/>
              <dgm:constr type="h" for="ch" forName="Parent6" refType="h" fact="0.3799"/>
              <dgm:constr type="r" for="ch" forName="Parent5" refType="w" fact="0.5721"/>
              <dgm:constr type="t" for="ch" forName="Parent5" refType="h" fact="0.2022"/>
              <dgm:constr type="w" for="ch" forName="Parent5" refType="w" fact="0.0636"/>
              <dgm:constr type="h" for="ch" forName="Parent5" refType="h" fact="0.3799"/>
              <dgm:constr type="r" for="ch" forName="Parent4" refType="w" fact="0.6706"/>
              <dgm:constr type="t" for="ch" forName="Parent4" refType="h" fact="0.2022"/>
              <dgm:constr type="w" for="ch" forName="Parent4" refType="w" fact="0.0636"/>
              <dgm:constr type="h" for="ch" forName="Parent4" refType="h" fact="0.3799"/>
              <dgm:constr type="r" for="ch" forName="Parent3" refType="w" fact="0.7691"/>
              <dgm:constr type="t" for="ch" forName="Parent3" refType="h" fact="0.2022"/>
              <dgm:constr type="w" for="ch" forName="Parent3" refType="w" fact="0.0636"/>
              <dgm:constr type="h" for="ch" forName="Parent3" refType="h" fact="0.3799"/>
              <dgm:constr type="r" for="ch" forName="Parent2" refType="w" fact="0.8676"/>
              <dgm:constr type="t" for="ch" forName="Parent2" refType="h" fact="0.2022"/>
              <dgm:constr type="w" for="ch" forName="Parent2" refType="w" fact="0.0636"/>
              <dgm:constr type="h" for="ch" forName="Parent2" refType="h" fact="0.3799"/>
              <dgm:constr type="r" for="ch" forName="Parent1" refType="w" fact="0.9662"/>
              <dgm:constr type="t" for="ch" forName="Parent1" refType="h" fact="0.2022"/>
              <dgm:constr type="w" for="ch" forName="Parent1" refType="w" fact="0.0636"/>
              <dgm:constr type="h" for="ch" forName="Parent1" refType="h" fact="0.3799"/>
              <dgm:constr type="r" for="ch" forName="Accent10" refType="w" fact="0.0953"/>
              <dgm:constr type="t" for="ch" forName="Accent10" refType="h" fact="0.1072"/>
              <dgm:constr type="w" for="ch" forName="Accent10" refType="w" fact="0.0953"/>
              <dgm:constr type="h" for="ch" forName="Accent10" refType="h" fact="0.5699"/>
              <dgm:constr type="r" for="ch" forName="ParentBackground10" refType="w" fact="0.0922"/>
              <dgm:constr type="t" for="ch" forName="ParentBackground10" refType="h" fact="0.1262"/>
              <dgm:constr type="w" for="ch" forName="ParentBackground10" refType="w" fact="0.089"/>
              <dgm:constr type="h" for="ch" forName="ParentBackground10" refType="h" fact="0.5319"/>
              <dgm:constr type="r" for="ch" forName="Child10" refType="w" fact="0.0922"/>
              <dgm:constr type="t" for="ch" forName="Child10" refType="h" fact="0.6876"/>
              <dgm:constr type="w" for="ch" forName="Child10" refType="w" fact="0.089"/>
              <dgm:constr type="h" for="ch" forName="Child10" refType="h" fact="0.3124"/>
              <dgm:constr type="r" for="ch" forName="Accent9" refType="w" fact="0.2136"/>
              <dgm:constr type="t" for="ch" forName="Accent9" refType="h" fact="-0.0109"/>
              <dgm:constr type="w" for="ch" forName="Accent9" refType="w" fact="0.1348"/>
              <dgm:constr type="h" for="ch" forName="Accent9" refType="h" fact="0.806"/>
              <dgm:constr type="r" for="ch" forName="ParentBackground9" refType="w" fact="0.1907"/>
              <dgm:constr type="t" for="ch" forName="ParentBackground9" refType="h" fact="0.1262"/>
              <dgm:constr type="w" for="ch" forName="ParentBackground9" refType="w" fact="0.089"/>
              <dgm:constr type="h" for="ch" forName="ParentBackground9" refType="h" fact="0.5319"/>
              <dgm:constr type="r" for="ch" forName="Child9" refType="w" fact="0.1907"/>
              <dgm:constr type="t" for="ch" forName="Child9" refType="h" fact="0.6876"/>
              <dgm:constr type="w" for="ch" forName="Child9" refType="w" fact="0.089"/>
              <dgm:constr type="h" for="ch" forName="Child9" refType="h" fact="0.3124"/>
              <dgm:constr type="r" for="ch" forName="Accent8" refType="w" fact="0.3121"/>
              <dgm:constr type="t" for="ch" forName="Accent8" refType="h" fact="-0.0109"/>
              <dgm:constr type="w" for="ch" forName="Accent8" refType="w" fact="0.1348"/>
              <dgm:constr type="h" for="ch" forName="Accent8" refType="h" fact="0.806"/>
              <dgm:constr type="r" for="ch" forName="ParentBackground8" refType="w" fact="0.2892"/>
              <dgm:constr type="t" for="ch" forName="ParentBackground8" refType="h" fact="0.1262"/>
              <dgm:constr type="w" for="ch" forName="ParentBackground8" refType="w" fact="0.089"/>
              <dgm:constr type="h" for="ch" forName="ParentBackground8" refType="h" fact="0.5319"/>
              <dgm:constr type="r" for="ch" forName="Child8" refType="w" fact="0.2892"/>
              <dgm:constr type="t" for="ch" forName="Child8" refType="h" fact="0.6876"/>
              <dgm:constr type="w" for="ch" forName="Child8" refType="w" fact="0.089"/>
              <dgm:constr type="h" for="ch" forName="Child8" refType="h" fact="0.3124"/>
              <dgm:constr type="r" for="ch" forName="Accent7" refType="w" fact="0.4107"/>
              <dgm:constr type="t" for="ch" forName="Accent7" refType="h" fact="-0.0109"/>
              <dgm:constr type="w" for="ch" forName="Accent7" refType="w" fact="0.1348"/>
              <dgm:constr type="h" for="ch" forName="Accent7" refType="h" fact="0.806"/>
              <dgm:constr type="r" for="ch" forName="ParentBackground7" refType="w" fact="0.3877"/>
              <dgm:constr type="t" for="ch" forName="ParentBackground7" refType="h" fact="0.1262"/>
              <dgm:constr type="w" for="ch" forName="ParentBackground7" refType="w" fact="0.089"/>
              <dgm:constr type="h" for="ch" forName="ParentBackground7" refType="h" fact="0.5319"/>
              <dgm:constr type="r" for="ch" forName="Child7" refType="w" fact="0.3877"/>
              <dgm:constr type="t" for="ch" forName="Child7" refType="h" fact="0.6876"/>
              <dgm:constr type="w" for="ch" forName="Child7" refType="w" fact="0.089"/>
              <dgm:constr type="h" for="ch" forName="Child7" refType="h" fact="0.3124"/>
              <dgm:constr type="r" for="ch" forName="Accent6" refType="w" fact="0.5092"/>
              <dgm:constr type="t" for="ch" forName="Accent6" refType="h" fact="-0.0109"/>
              <dgm:constr type="w" for="ch" forName="Accent6" refType="w" fact="0.1348"/>
              <dgm:constr type="h" for="ch" forName="Accent6" refType="h" fact="0.806"/>
              <dgm:constr type="r" for="ch" forName="ParentBackground6" refType="w" fact="0.4863"/>
              <dgm:constr type="t" for="ch" forName="ParentBackground6" refType="h" fact="0.1262"/>
              <dgm:constr type="w" for="ch" forName="ParentBackground6" refType="w" fact="0.089"/>
              <dgm:constr type="h" for="ch" forName="ParentBackground6" refType="h" fact="0.5319"/>
              <dgm:constr type="r" for="ch" forName="Child6" refType="w" fact="0.4863"/>
              <dgm:constr type="t" for="ch" forName="Child6" refType="h" fact="0.6876"/>
              <dgm:constr type="w" for="ch" forName="Child6" refType="w" fact="0.089"/>
              <dgm:constr type="h" for="ch" forName="Child6" refType="h" fact="0.3124"/>
              <dgm:constr type="r" for="ch" forName="Accent5" refType="w" fact="0.6077"/>
              <dgm:constr type="t" for="ch" forName="Accent5" refType="h" fact="-0.0109"/>
              <dgm:constr type="w" for="ch" forName="Accent5" refType="w" fact="0.1348"/>
              <dgm:constr type="h" for="ch" forName="Accent5" refType="h" fact="0.806"/>
              <dgm:constr type="r" for="ch" forName="ParentBackground5" refType="w" fact="0.5848"/>
              <dgm:constr type="t" for="ch" forName="ParentBackground5" refType="h" fact="0.1262"/>
              <dgm:constr type="w" for="ch" forName="ParentBackground5" refType="w" fact="0.089"/>
              <dgm:constr type="h" for="ch" forName="ParentBackground5" refType="h" fact="0.5319"/>
              <dgm:constr type="r" for="ch" forName="Child5" refType="w" fact="0.5848"/>
              <dgm:constr type="t" for="ch" forName="Child5" refType="h" fact="0.6876"/>
              <dgm:constr type="w" for="ch" forName="Child5" refType="w" fact="0.089"/>
              <dgm:constr type="h" for="ch" forName="Child5" refType="h" fact="0.3124"/>
              <dgm:constr type="r" for="ch" forName="Accent4" refType="w" fact="0.7062"/>
              <dgm:constr type="t" for="ch" forName="Accent4" refType="h" fact="-0.0109"/>
              <dgm:constr type="w" for="ch" forName="Accent4" refType="w" fact="0.1348"/>
              <dgm:constr type="h" for="ch" forName="Accent4" refType="h" fact="0.806"/>
              <dgm:constr type="r" for="ch" forName="ParentBackground4" refType="w" fact="0.6833"/>
              <dgm:constr type="t" for="ch" forName="ParentBackground4" refType="h" fact="0.1262"/>
              <dgm:constr type="w" for="ch" forName="ParentBackground4" refType="w" fact="0.089"/>
              <dgm:constr type="h" for="ch" forName="ParentBackground4" refType="h" fact="0.5319"/>
              <dgm:constr type="r" for="ch" forName="Child4" refType="w" fact="0.6833"/>
              <dgm:constr type="t" for="ch" forName="Child4" refType="h" fact="0.6876"/>
              <dgm:constr type="w" for="ch" forName="Child4" refType="w" fact="0.089"/>
              <dgm:constr type="h" for="ch" forName="Child4" refType="h" fact="0.3124"/>
              <dgm:constr type="r" for="ch" forName="Accent3" refType="w" fact="0.8048"/>
              <dgm:constr type="t" for="ch" forName="Accent3" refType="h" fact="-0.0109"/>
              <dgm:constr type="w" for="ch" forName="Accent3" refType="w" fact="0.1348"/>
              <dgm:constr type="h" for="ch" forName="Accent3" refType="h" fact="0.806"/>
              <dgm:constr type="r" for="ch" forName="ParentBackground3" refType="w" fact="0.7818"/>
              <dgm:constr type="t" for="ch" forName="ParentBackground3" refType="h" fact="0.1262"/>
              <dgm:constr type="w" for="ch" forName="ParentBackground3" refType="w" fact="0.089"/>
              <dgm:constr type="h" for="ch" forName="ParentBackground3" refType="h" fact="0.5319"/>
              <dgm:constr type="r" for="ch" forName="Child3" refType="w" fact="0.7818"/>
              <dgm:constr type="t" for="ch" forName="Child3" refType="h" fact="0.6876"/>
              <dgm:constr type="w" for="ch" forName="Child3" refType="w" fact="0.089"/>
              <dgm:constr type="h" for="ch" forName="Child3" refType="h" fact="0.3124"/>
              <dgm:constr type="r" for="ch" forName="Accent2" refType="w" fact="0.9033"/>
              <dgm:constr type="t" for="ch" forName="Accent2" refType="h" fact="-0.0109"/>
              <dgm:constr type="w" for="ch" forName="Accent2" refType="w" fact="0.1348"/>
              <dgm:constr type="h" for="ch" forName="Accent2" refType="h" fact="0.806"/>
              <dgm:constr type="r" for="ch" forName="ParentBackground2" refType="w" fact="0.8804"/>
              <dgm:constr type="t" for="ch" forName="ParentBackground2" refType="h" fact="0.1262"/>
              <dgm:constr type="w" for="ch" forName="ParentBackground2" refType="w" fact="0.089"/>
              <dgm:constr type="h" for="ch" forName="ParentBackground2" refType="h" fact="0.5319"/>
              <dgm:constr type="r" for="ch" forName="Child2" refType="w" fact="0.8804"/>
              <dgm:constr type="t" for="ch" forName="Child2" refType="h" fact="0.6876"/>
              <dgm:constr type="w" for="ch" forName="Child2" refType="w" fact="0.089"/>
              <dgm:constr type="h" for="ch" forName="Child2" refType="h" fact="0.3124"/>
              <dgm:constr type="r" for="ch" forName="Accent1" refType="w" fact="1.0018"/>
              <dgm:constr type="t" for="ch" forName="Accent1" refType="h" fact="-0.0109"/>
              <dgm:constr type="w" for="ch" forName="Accent1" refType="w" fact="0.1348"/>
              <dgm:constr type="h" for="ch" forName="Accent1" refType="h" fact="0.806"/>
              <dgm:constr type="r" for="ch" forName="ParentBackground1" refType="w" fact="0.9789"/>
              <dgm:constr type="t" for="ch" forName="ParentBackground1" refType="h" fact="0.1262"/>
              <dgm:constr type="w" for="ch" forName="ParentBackground1" refType="w" fact="0.089"/>
              <dgm:constr type="h" for="ch" forName="ParentBackground1" refType="h" fact="0.5319"/>
              <dgm:constr type="r" for="ch" forName="Child1" refType="w" fact="0.9789"/>
              <dgm:constr type="t" for="ch" forName="Child1" refType="h" fact="0.6876"/>
              <dgm:constr type="w" for="ch" forName="Child1" refType="w" fact="0.089"/>
              <dgm:constr type="h" for="ch" forName="Child1" refType="h" fact="0.3124"/>
            </dgm:constrLst>
          </dgm:if>
          <dgm:else name="Name27">
            <dgm:alg type="composite">
              <dgm:param type="ar" val="6.5658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8" refType="primFontSz" refFor="des" refForName="Parent1" op="lte"/>
              <dgm:constr type="primFontSz" for="des" forName="Child9" refType="primFontSz" refFor="des" refForName="Parent1" op="lte"/>
              <dgm:constr type="primFontSz" for="des" forName="Child10" refType="primFontSz" refFor="des" refForName="Parent1" op="lte"/>
              <dgm:constr type="primFontSz" for="des" forName="Child11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8" refType="primFontSz" refFor="des" refForName="Parent2" op="lte"/>
              <dgm:constr type="primFontSz" for="des" forName="Child9" refType="primFontSz" refFor="des" refForName="Parent2" op="lte"/>
              <dgm:constr type="primFontSz" for="des" forName="Child10" refType="primFontSz" refFor="des" refForName="Parent2" op="lte"/>
              <dgm:constr type="primFontSz" for="des" forName="Child11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8" refType="primFontSz" refFor="des" refForName="Parent3" op="lte"/>
              <dgm:constr type="primFontSz" for="des" forName="Child9" refType="primFontSz" refFor="des" refForName="Parent3" op="lte"/>
              <dgm:constr type="primFontSz" for="des" forName="Child10" refType="primFontSz" refFor="des" refForName="Parent3" op="lte"/>
              <dgm:constr type="primFontSz" for="des" forName="Child11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8" refType="primFontSz" refFor="des" refForName="Parent4" op="lte"/>
              <dgm:constr type="primFontSz" for="des" forName="Child9" refType="primFontSz" refFor="des" refForName="Parent4" op="lte"/>
              <dgm:constr type="primFontSz" for="des" forName="Child10" refType="primFontSz" refFor="des" refForName="Parent4" op="lte"/>
              <dgm:constr type="primFontSz" for="des" forName="Child11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8" refType="primFontSz" refFor="des" refForName="Parent5" op="lte"/>
              <dgm:constr type="primFontSz" for="des" forName="Child9" refType="primFontSz" refFor="des" refForName="Parent5" op="lte"/>
              <dgm:constr type="primFontSz" for="des" forName="Child10" refType="primFontSz" refFor="des" refForName="Parent5" op="lte"/>
              <dgm:constr type="primFontSz" for="des" forName="Child11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8" refType="primFontSz" refFor="des" refForName="Parent6" op="lte"/>
              <dgm:constr type="primFontSz" for="des" forName="Child9" refType="primFontSz" refFor="des" refForName="Parent6" op="lte"/>
              <dgm:constr type="primFontSz" for="des" forName="Child10" refType="primFontSz" refFor="des" refForName="Parent6" op="lte"/>
              <dgm:constr type="primFontSz" for="des" forName="Child11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Child8" refType="primFontSz" refFor="des" refForName="Parent7" op="lte"/>
              <dgm:constr type="primFontSz" for="des" forName="Child9" refType="primFontSz" refFor="des" refForName="Parent7" op="lte"/>
              <dgm:constr type="primFontSz" for="des" forName="Child10" refType="primFontSz" refFor="des" refForName="Parent7" op="lte"/>
              <dgm:constr type="primFontSz" for="des" forName="Child11" refType="primFontSz" refFor="des" refForName="Parent7" op="lte"/>
              <dgm:constr type="primFontSz" for="des" forName="Child1" refType="primFontSz" refFor="des" refForName="Parent8" op="lte"/>
              <dgm:constr type="primFontSz" for="des" forName="Child2" refType="primFontSz" refFor="des" refForName="Parent8" op="lte"/>
              <dgm:constr type="primFontSz" for="des" forName="Child3" refType="primFontSz" refFor="des" refForName="Parent8" op="lte"/>
              <dgm:constr type="primFontSz" for="des" forName="Child4" refType="primFontSz" refFor="des" refForName="Parent8" op="lte"/>
              <dgm:constr type="primFontSz" for="des" forName="Child5" refType="primFontSz" refFor="des" refForName="Parent8" op="lte"/>
              <dgm:constr type="primFontSz" for="des" forName="Child6" refType="primFontSz" refFor="des" refForName="Parent8" op="lte"/>
              <dgm:constr type="primFontSz" for="des" forName="Child7" refType="primFontSz" refFor="des" refForName="Parent8" op="lte"/>
              <dgm:constr type="primFontSz" for="des" forName="Child8" refType="primFontSz" refFor="des" refForName="Parent8" op="lte"/>
              <dgm:constr type="primFontSz" for="des" forName="Child9" refType="primFontSz" refFor="des" refForName="Parent8" op="lte"/>
              <dgm:constr type="primFontSz" for="des" forName="Child10" refType="primFontSz" refFor="des" refForName="Parent8" op="lte"/>
              <dgm:constr type="primFontSz" for="des" forName="Child11" refType="primFontSz" refFor="des" refForName="Parent8" op="lte"/>
              <dgm:constr type="primFontSz" for="des" forName="Child1" refType="primFontSz" refFor="des" refForName="Parent9" op="lte"/>
              <dgm:constr type="primFontSz" for="des" forName="Child2" refType="primFontSz" refFor="des" refForName="Parent9" op="lte"/>
              <dgm:constr type="primFontSz" for="des" forName="Child3" refType="primFontSz" refFor="des" refForName="Parent9" op="lte"/>
              <dgm:constr type="primFontSz" for="des" forName="Child4" refType="primFontSz" refFor="des" refForName="Parent9" op="lte"/>
              <dgm:constr type="primFontSz" for="des" forName="Child5" refType="primFontSz" refFor="des" refForName="Parent9" op="lte"/>
              <dgm:constr type="primFontSz" for="des" forName="Child6" refType="primFontSz" refFor="des" refForName="Parent9" op="lte"/>
              <dgm:constr type="primFontSz" for="des" forName="Child7" refType="primFontSz" refFor="des" refForName="Parent9" op="lte"/>
              <dgm:constr type="primFontSz" for="des" forName="Child8" refType="primFontSz" refFor="des" refForName="Parent9" op="lte"/>
              <dgm:constr type="primFontSz" for="des" forName="Child9" refType="primFontSz" refFor="des" refForName="Parent9" op="lte"/>
              <dgm:constr type="primFontSz" for="des" forName="Child10" refType="primFontSz" refFor="des" refForName="Parent9" op="lte"/>
              <dgm:constr type="primFontSz" for="des" forName="Child11" refType="primFontSz" refFor="des" refForName="Parent9" op="lte"/>
              <dgm:constr type="primFontSz" for="des" forName="Child1" refType="primFontSz" refFor="des" refForName="Parent10" op="lte"/>
              <dgm:constr type="primFontSz" for="des" forName="Child2" refType="primFontSz" refFor="des" refForName="Parent10" op="lte"/>
              <dgm:constr type="primFontSz" for="des" forName="Child3" refType="primFontSz" refFor="des" refForName="Parent10" op="lte"/>
              <dgm:constr type="primFontSz" for="des" forName="Child4" refType="primFontSz" refFor="des" refForName="Parent10" op="lte"/>
              <dgm:constr type="primFontSz" for="des" forName="Child5" refType="primFontSz" refFor="des" refForName="Parent10" op="lte"/>
              <dgm:constr type="primFontSz" for="des" forName="Child6" refType="primFontSz" refFor="des" refForName="Parent10" op="lte"/>
              <dgm:constr type="primFontSz" for="des" forName="Child7" refType="primFontSz" refFor="des" refForName="Parent10" op="lte"/>
              <dgm:constr type="primFontSz" for="des" forName="Child8" refType="primFontSz" refFor="des" refForName="Parent10" op="lte"/>
              <dgm:constr type="primFontSz" for="des" forName="Child9" refType="primFontSz" refFor="des" refForName="Parent10" op="lte"/>
              <dgm:constr type="primFontSz" for="des" forName="Child10" refType="primFontSz" refFor="des" refForName="Parent10" op="lte"/>
              <dgm:constr type="primFontSz" for="des" forName="Child11" refType="primFontSz" refFor="des" refForName="Parent10" op="lte"/>
              <dgm:constr type="primFontSz" for="des" forName="Child1" refType="primFontSz" refFor="des" refForName="Parent11" op="lte"/>
              <dgm:constr type="primFontSz" for="des" forName="Child2" refType="primFontSz" refFor="des" refForName="Parent11" op="lte"/>
              <dgm:constr type="primFontSz" for="des" forName="Child3" refType="primFontSz" refFor="des" refForName="Parent11" op="lte"/>
              <dgm:constr type="primFontSz" for="des" forName="Child4" refType="primFontSz" refFor="des" refForName="Parent11" op="lte"/>
              <dgm:constr type="primFontSz" for="des" forName="Child5" refType="primFontSz" refFor="des" refForName="Parent11" op="lte"/>
              <dgm:constr type="primFontSz" for="des" forName="Child6" refType="primFontSz" refFor="des" refForName="Parent11" op="lte"/>
              <dgm:constr type="primFontSz" for="des" forName="Child7" refType="primFontSz" refFor="des" refForName="Parent11" op="lte"/>
              <dgm:constr type="primFontSz" for="des" forName="Child8" refType="primFontSz" refFor="des" refForName="Parent11" op="lte"/>
              <dgm:constr type="primFontSz" for="des" forName="Child9" refType="primFontSz" refFor="des" refForName="Parent11" op="lte"/>
              <dgm:constr type="primFontSz" for="des" forName="Child10" refType="primFontSz" refFor="des" refForName="Parent11" op="lte"/>
              <dgm:constr type="primFontSz" for="des" forName="Child11" refType="primFontSz" refFor="des" refForName="Parent11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Parent8" refType="primFontSz" refFor="des" refForName="Parent1" op="equ"/>
              <dgm:constr type="primFontSz" for="des" forName="Parent9" refType="primFontSz" refFor="des" refForName="Parent1" op="equ"/>
              <dgm:constr type="primFontSz" for="des" forName="Parent10" refType="primFontSz" refFor="des" refForName="Parent1" op="equ"/>
              <dgm:constr type="primFontSz" for="des" forName="Parent11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forName="Child8" refType="primFontSz" refFor="des" refForName="Child1" op="equ"/>
              <dgm:constr type="primFontSz" for="des" forName="Child9" refType="primFontSz" refFor="des" refForName="Child1" op="equ"/>
              <dgm:constr type="primFontSz" for="des" forName="Child10" refType="primFontSz" refFor="des" refForName="Child1" op="equ"/>
              <dgm:constr type="primFontSz" for="des" forName="Child11" refType="primFontSz" refFor="des" refForName="Child1" op="equ"/>
              <dgm:constr type="r" for="ch" forName="Parent11" refType="w" fact="0.0723"/>
              <dgm:constr type="t" for="ch" forName="Parent11" refType="h" fact="0.2022"/>
              <dgm:constr type="w" for="ch" forName="Parent11" refType="w" fact="0.0579"/>
              <dgm:constr type="h" for="ch" forName="Parent11" refType="h" fact="0.3799"/>
              <dgm:constr type="r" for="ch" forName="Parent10" refType="w" fact="0.162"/>
              <dgm:constr type="t" for="ch" forName="Parent10" refType="h" fact="0.2022"/>
              <dgm:constr type="w" for="ch" forName="Parent10" refType="w" fact="0.0579"/>
              <dgm:constr type="h" for="ch" forName="Parent10" refType="h" fact="0.3799"/>
              <dgm:constr type="r" for="ch" forName="Parent9" refType="w" fact="0.2517"/>
              <dgm:constr type="t" for="ch" forName="Parent9" refType="h" fact="0.2022"/>
              <dgm:constr type="w" for="ch" forName="Parent9" refType="w" fact="0.0579"/>
              <dgm:constr type="h" for="ch" forName="Parent9" refType="h" fact="0.3799"/>
              <dgm:constr type="r" for="ch" forName="Parent8" refType="w" fact="0.3414"/>
              <dgm:constr type="t" for="ch" forName="Parent8" refType="h" fact="0.2022"/>
              <dgm:constr type="w" for="ch" forName="Parent8" refType="w" fact="0.0579"/>
              <dgm:constr type="h" for="ch" forName="Parent8" refType="h" fact="0.3799"/>
              <dgm:constr type="r" for="ch" forName="Parent7" refType="w" fact="0.4311"/>
              <dgm:constr type="t" for="ch" forName="Parent7" refType="h" fact="0.2022"/>
              <dgm:constr type="w" for="ch" forName="Parent7" refType="w" fact="0.0579"/>
              <dgm:constr type="h" for="ch" forName="Parent7" refType="h" fact="0.3799"/>
              <dgm:constr type="r" for="ch" forName="Parent6" refType="w" fact="0.5208"/>
              <dgm:constr type="t" for="ch" forName="Parent6" refType="h" fact="0.2022"/>
              <dgm:constr type="w" for="ch" forName="Parent6" refType="w" fact="0.0579"/>
              <dgm:constr type="h" for="ch" forName="Parent6" refType="h" fact="0.3799"/>
              <dgm:constr type="r" for="ch" forName="Parent5" refType="w" fact="0.6105"/>
              <dgm:constr type="t" for="ch" forName="Parent5" refType="h" fact="0.2022"/>
              <dgm:constr type="w" for="ch" forName="Parent5" refType="w" fact="0.0579"/>
              <dgm:constr type="h" for="ch" forName="Parent5" refType="h" fact="0.3799"/>
              <dgm:constr type="r" for="ch" forName="Parent4" refType="w" fact="0.7001"/>
              <dgm:constr type="t" for="ch" forName="Parent4" refType="h" fact="0.2022"/>
              <dgm:constr type="w" for="ch" forName="Parent4" refType="w" fact="0.0579"/>
              <dgm:constr type="h" for="ch" forName="Parent4" refType="h" fact="0.3799"/>
              <dgm:constr type="r" for="ch" forName="Parent3" refType="w" fact="0.7898"/>
              <dgm:constr type="t" for="ch" forName="Parent3" refType="h" fact="0.2022"/>
              <dgm:constr type="w" for="ch" forName="Parent3" refType="w" fact="0.0579"/>
              <dgm:constr type="h" for="ch" forName="Parent3" refType="h" fact="0.3799"/>
              <dgm:constr type="r" for="ch" forName="Parent2" refType="w" fact="0.8795"/>
              <dgm:constr type="t" for="ch" forName="Parent2" refType="h" fact="0.2022"/>
              <dgm:constr type="w" for="ch" forName="Parent2" refType="w" fact="0.0579"/>
              <dgm:constr type="h" for="ch" forName="Parent2" refType="h" fact="0.3799"/>
              <dgm:constr type="r" for="ch" forName="Parent1" refType="w" fact="0.9692"/>
              <dgm:constr type="t" for="ch" forName="Parent1" refType="h" fact="0.2022"/>
              <dgm:constr type="w" for="ch" forName="Parent1" refType="w" fact="0.0579"/>
              <dgm:constr type="h" for="ch" forName="Parent1" refType="h" fact="0.3799"/>
              <dgm:constr type="r" for="ch" forName="Accent11" refType="w" fact="0.0868"/>
              <dgm:constr type="t" for="ch" forName="Accent11" refType="h" fact="0.1072"/>
              <dgm:constr type="w" for="ch" forName="Accent11" refType="w" fact="0.0868"/>
              <dgm:constr type="h" for="ch" forName="Accent11" refType="h" fact="0.5699"/>
              <dgm:constr type="r" for="ch" forName="ParentBackground11" refType="w" fact="0.0839"/>
              <dgm:constr type="t" for="ch" forName="ParentBackground11" refType="h" fact="0.1262"/>
              <dgm:constr type="w" for="ch" forName="ParentBackground11" refType="w" fact="0.081"/>
              <dgm:constr type="h" for="ch" forName="ParentBackground11" refType="h" fact="0.5319"/>
              <dgm:constr type="r" for="ch" forName="Child11" refType="w" fact="0.0839"/>
              <dgm:constr type="t" for="ch" forName="Child11" refType="h" fact="0.6876"/>
              <dgm:constr type="w" for="ch" forName="Child11" refType="w" fact="0.081"/>
              <dgm:constr type="h" for="ch" forName="Child11" refType="h" fact="0.3124"/>
              <dgm:constr type="r" for="ch" forName="Accent10" refType="w" fact="0.1945"/>
              <dgm:constr type="t" for="ch" forName="Accent10" refType="h" fact="-0.0109"/>
              <dgm:constr type="w" for="ch" forName="Accent10" refType="w" fact="0.1228"/>
              <dgm:constr type="h" for="ch" forName="Accent10" refType="h" fact="0.806"/>
              <dgm:constr type="r" for="ch" forName="ParentBackground10" refType="w" fact="0.1736"/>
              <dgm:constr type="t" for="ch" forName="ParentBackground10" refType="h" fact="0.1262"/>
              <dgm:constr type="w" for="ch" forName="ParentBackground10" refType="w" fact="0.081"/>
              <dgm:constr type="h" for="ch" forName="ParentBackground10" refType="h" fact="0.5319"/>
              <dgm:constr type="r" for="ch" forName="Child10" refType="w" fact="0.1736"/>
              <dgm:constr type="t" for="ch" forName="Child10" refType="h" fact="0.6876"/>
              <dgm:constr type="w" for="ch" forName="Child10" refType="w" fact="0.081"/>
              <dgm:constr type="h" for="ch" forName="Child10" refType="h" fact="0.3124"/>
              <dgm:constr type="r" for="ch" forName="Accent9" refType="w" fact="0.2842"/>
              <dgm:constr type="t" for="ch" forName="Accent9" refType="h" fact="-0.0109"/>
              <dgm:constr type="w" for="ch" forName="Accent9" refType="w" fact="0.1228"/>
              <dgm:constr type="h" for="ch" forName="Accent9" refType="h" fact="0.806"/>
              <dgm:constr type="r" for="ch" forName="ParentBackground9" refType="w" fact="0.2633"/>
              <dgm:constr type="t" for="ch" forName="ParentBackground9" refType="h" fact="0.1262"/>
              <dgm:constr type="w" for="ch" forName="ParentBackground9" refType="w" fact="0.081"/>
              <dgm:constr type="h" for="ch" forName="ParentBackground9" refType="h" fact="0.5319"/>
              <dgm:constr type="r" for="ch" forName="Child9" refType="w" fact="0.2633"/>
              <dgm:constr type="t" for="ch" forName="Child9" refType="h" fact="0.6876"/>
              <dgm:constr type="w" for="ch" forName="Child9" refType="w" fact="0.081"/>
              <dgm:constr type="h" for="ch" forName="Child9" refType="h" fact="0.3124"/>
              <dgm:constr type="r" for="ch" forName="Accent8" refType="w" fact="0.3739"/>
              <dgm:constr type="t" for="ch" forName="Accent8" refType="h" fact="-0.0109"/>
              <dgm:constr type="w" for="ch" forName="Accent8" refType="w" fact="0.1228"/>
              <dgm:constr type="h" for="ch" forName="Accent8" refType="h" fact="0.806"/>
              <dgm:constr type="r" for="ch" forName="ParentBackground8" refType="w" fact="0.353"/>
              <dgm:constr type="t" for="ch" forName="ParentBackground8" refType="h" fact="0.1262"/>
              <dgm:constr type="w" for="ch" forName="ParentBackground8" refType="w" fact="0.081"/>
              <dgm:constr type="h" for="ch" forName="ParentBackground8" refType="h" fact="0.5319"/>
              <dgm:constr type="r" for="ch" forName="Child8" refType="w" fact="0.353"/>
              <dgm:constr type="t" for="ch" forName="Child8" refType="h" fact="0.6876"/>
              <dgm:constr type="w" for="ch" forName="Child8" refType="w" fact="0.081"/>
              <dgm:constr type="h" for="ch" forName="Child8" refType="h" fact="0.3124"/>
              <dgm:constr type="r" for="ch" forName="Accent7" refType="w" fact="0.4636"/>
              <dgm:constr type="t" for="ch" forName="Accent7" refType="h" fact="-0.0109"/>
              <dgm:constr type="w" for="ch" forName="Accent7" refType="w" fact="0.1228"/>
              <dgm:constr type="h" for="ch" forName="Accent7" refType="h" fact="0.806"/>
              <dgm:constr type="r" for="ch" forName="ParentBackground7" refType="w" fact="0.4427"/>
              <dgm:constr type="t" for="ch" forName="ParentBackground7" refType="h" fact="0.1262"/>
              <dgm:constr type="w" for="ch" forName="ParentBackground7" refType="w" fact="0.081"/>
              <dgm:constr type="h" for="ch" forName="ParentBackground7" refType="h" fact="0.5319"/>
              <dgm:constr type="r" for="ch" forName="Child7" refType="w" fact="0.4427"/>
              <dgm:constr type="t" for="ch" forName="Child7" refType="h" fact="0.6876"/>
              <dgm:constr type="w" for="ch" forName="Child7" refType="w" fact="0.081"/>
              <dgm:constr type="h" for="ch" forName="Child7" refType="h" fact="0.3124"/>
              <dgm:constr type="r" for="ch" forName="Accent6" refType="w" fact="0.5533"/>
              <dgm:constr type="t" for="ch" forName="Accent6" refType="h" fact="-0.0109"/>
              <dgm:constr type="w" for="ch" forName="Accent6" refType="w" fact="0.1228"/>
              <dgm:constr type="h" for="ch" forName="Accent6" refType="h" fact="0.806"/>
              <dgm:constr type="r" for="ch" forName="ParentBackground6" refType="w" fact="0.5323"/>
              <dgm:constr type="t" for="ch" forName="ParentBackground6" refType="h" fact="0.1262"/>
              <dgm:constr type="w" for="ch" forName="ParentBackground6" refType="w" fact="0.081"/>
              <dgm:constr type="h" for="ch" forName="ParentBackground6" refType="h" fact="0.5319"/>
              <dgm:constr type="r" for="ch" forName="Child6" refType="w" fact="0.5323"/>
              <dgm:constr type="t" for="ch" forName="Child6" refType="h" fact="0.6876"/>
              <dgm:constr type="w" for="ch" forName="Child6" refType="w" fact="0.081"/>
              <dgm:constr type="h" for="ch" forName="Child6" refType="h" fact="0.3124"/>
              <dgm:constr type="r" for="ch" forName="Accent5" refType="w" fact="0.6429"/>
              <dgm:constr type="t" for="ch" forName="Accent5" refType="h" fact="-0.0109"/>
              <dgm:constr type="w" for="ch" forName="Accent5" refType="w" fact="0.1228"/>
              <dgm:constr type="h" for="ch" forName="Accent5" refType="h" fact="0.806"/>
              <dgm:constr type="r" for="ch" forName="ParentBackground5" refType="w" fact="0.622"/>
              <dgm:constr type="t" for="ch" forName="ParentBackground5" refType="h" fact="0.1262"/>
              <dgm:constr type="w" for="ch" forName="ParentBackground5" refType="w" fact="0.081"/>
              <dgm:constr type="h" for="ch" forName="ParentBackground5" refType="h" fact="0.5319"/>
              <dgm:constr type="r" for="ch" forName="Child5" refType="w" fact="0.622"/>
              <dgm:constr type="t" for="ch" forName="Child5" refType="h" fact="0.6876"/>
              <dgm:constr type="w" for="ch" forName="Child5" refType="w" fact="0.081"/>
              <dgm:constr type="h" for="ch" forName="Child5" refType="h" fact="0.3124"/>
              <dgm:constr type="r" for="ch" forName="Accent4" refType="w" fact="0.7326"/>
              <dgm:constr type="t" for="ch" forName="Accent4" refType="h" fact="-0.0109"/>
              <dgm:constr type="w" for="ch" forName="Accent4" refType="w" fact="0.1228"/>
              <dgm:constr type="h" for="ch" forName="Accent4" refType="h" fact="0.806"/>
              <dgm:constr type="r" for="ch" forName="ParentBackground4" refType="w" fact="0.7117"/>
              <dgm:constr type="t" for="ch" forName="ParentBackground4" refType="h" fact="0.1262"/>
              <dgm:constr type="w" for="ch" forName="ParentBackground4" refType="w" fact="0.081"/>
              <dgm:constr type="h" for="ch" forName="ParentBackground4" refType="h" fact="0.5319"/>
              <dgm:constr type="r" for="ch" forName="Child4" refType="w" fact="0.7117"/>
              <dgm:constr type="t" for="ch" forName="Child4" refType="h" fact="0.6876"/>
              <dgm:constr type="w" for="ch" forName="Child4" refType="w" fact="0.081"/>
              <dgm:constr type="h" for="ch" forName="Child4" refType="h" fact="0.3124"/>
              <dgm:constr type="r" for="ch" forName="Accent3" refType="w" fact="0.8223"/>
              <dgm:constr type="t" for="ch" forName="Accent3" refType="h" fact="-0.0109"/>
              <dgm:constr type="w" for="ch" forName="Accent3" refType="w" fact="0.1228"/>
              <dgm:constr type="h" for="ch" forName="Accent3" refType="h" fact="0.806"/>
              <dgm:constr type="r" for="ch" forName="ParentBackground3" refType="w" fact="0.8014"/>
              <dgm:constr type="t" for="ch" forName="ParentBackground3" refType="h" fact="0.1262"/>
              <dgm:constr type="w" for="ch" forName="ParentBackground3" refType="w" fact="0.081"/>
              <dgm:constr type="h" for="ch" forName="ParentBackground3" refType="h" fact="0.5319"/>
              <dgm:constr type="r" for="ch" forName="Child3" refType="w" fact="0.8014"/>
              <dgm:constr type="t" for="ch" forName="Child3" refType="h" fact="0.6876"/>
              <dgm:constr type="w" for="ch" forName="Child3" refType="w" fact="0.081"/>
              <dgm:constr type="h" for="ch" forName="Child3" refType="h" fact="0.3124"/>
              <dgm:constr type="r" for="ch" forName="Accent2" refType="w" fact="0.912"/>
              <dgm:constr type="t" for="ch" forName="Accent2" refType="h" fact="-0.0109"/>
              <dgm:constr type="w" for="ch" forName="Accent2" refType="w" fact="0.1228"/>
              <dgm:constr type="h" for="ch" forName="Accent2" refType="h" fact="0.806"/>
              <dgm:constr type="r" for="ch" forName="ParentBackground2" refType="w" fact="0.8911"/>
              <dgm:constr type="t" for="ch" forName="ParentBackground2" refType="h" fact="0.1262"/>
              <dgm:constr type="w" for="ch" forName="ParentBackground2" refType="w" fact="0.081"/>
              <dgm:constr type="h" for="ch" forName="ParentBackground2" refType="h" fact="0.5319"/>
              <dgm:constr type="r" for="ch" forName="Child2" refType="w" fact="0.8911"/>
              <dgm:constr type="t" for="ch" forName="Child2" refType="h" fact="0.6876"/>
              <dgm:constr type="w" for="ch" forName="Child2" refType="w" fact="0.081"/>
              <dgm:constr type="h" for="ch" forName="Child2" refType="h" fact="0.3124"/>
              <dgm:constr type="r" for="ch" forName="Accent1" refType="w" fact="1.0017"/>
              <dgm:constr type="t" for="ch" forName="Accent1" refType="h" fact="-0.0109"/>
              <dgm:constr type="w" for="ch" forName="Accent1" refType="w" fact="0.1228"/>
              <dgm:constr type="h" for="ch" forName="Accent1" refType="h" fact="0.806"/>
              <dgm:constr type="r" for="ch" forName="ParentBackground1" refType="w" fact="0.9808"/>
              <dgm:constr type="t" for="ch" forName="ParentBackground1" refType="h" fact="0.1262"/>
              <dgm:constr type="w" for="ch" forName="ParentBackground1" refType="w" fact="0.081"/>
              <dgm:constr type="h" for="ch" forName="ParentBackground1" refType="h" fact="0.5319"/>
              <dgm:constr type="r" for="ch" forName="Child1" refType="w" fact="0.9808"/>
              <dgm:constr type="t" for="ch" forName="Child1" refType="h" fact="0.6876"/>
              <dgm:constr type="w" for="ch" forName="Child1" refType="w" fact="0.081"/>
              <dgm:constr type="h" for="ch" forName="Child1" refType="h" fact="0.3124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8">
            <dgm:if name="Name29" axis="followSib" ptType="node" func="cnt" op="equ" val="0">
              <dgm:shape xmlns:r="http://schemas.openxmlformats.org/officeDocument/2006/relationships" type="ellipse" r:blip="">
                <dgm:adjLst/>
              </dgm:shape>
            </dgm:if>
            <dgm:else name="Name30">
              <dgm:choose name="Name31">
                <dgm:if name="Name32" axis="precedSib" ptType="node" func="cnt" op="equ" val="10">
                  <dgm:shape xmlns:r="http://schemas.openxmlformats.org/officeDocument/2006/relationships" type="ellipse" r:blip="">
                    <dgm:adjLst/>
                  </dgm:shape>
                </dgm:if>
                <dgm:else name="Name33">
                  <dgm:choose name="Name34">
                    <dgm:if name="Name35" func="var" arg="dir" op="equ" val="norm">
                      <dgm:shape xmlns:r="http://schemas.openxmlformats.org/officeDocument/2006/relationships" rot="45" type="teardrop" r:blip="">
                        <dgm:adjLst>
                          <dgm:adj idx="1" val="1"/>
                        </dgm:adjLst>
                      </dgm:shape>
                    </dgm:if>
                    <dgm:else name="Name36">
                      <dgm:shape xmlns:r="http://schemas.openxmlformats.org/officeDocument/2006/relationships" rot="225" type="teardrop" r:blip="">
                        <dgm:adjLst>
                          <dgm:adj idx="1" val="1"/>
                        </dgm:adjLst>
                      </dgm:shape>
                    </dgm:else>
                  </dgm:choose>
                </dgm:else>
              </dgm:choose>
            </dgm:else>
          </dgm:choose>
          <dgm:presOf/>
        </dgm:layoutNode>
      </dgm:forEach>
      <dgm:forEach name="parentBackgroundRepeat" axis="self">
        <dgm:layoutNode name="ParentBackground" styleLbl="fgAcc1">
          <dgm:alg type="sp"/>
          <dgm:shape xmlns:r="http://schemas.openxmlformats.org/officeDocument/2006/relationships" type="ellipse" r:blip="">
            <dgm:adjLst/>
          </dgm:shape>
          <dgm:presOf axis="self" ptType="node"/>
        </dgm:layoutNode>
      </dgm:forEach>
    </dgm:forEach>
    <dgm:forEach name="Name37" axis="ch" ptType="node" st="11" cnt="1">
      <dgm:layoutNode name="Accent11">
        <dgm:alg type="sp"/>
        <dgm:shape xmlns:r="http://schemas.openxmlformats.org/officeDocument/2006/relationships" r:blip="">
          <dgm:adjLst/>
        </dgm:shape>
        <dgm:presOf/>
        <dgm:constrLst/>
        <dgm:forEach name="Name38" ref="accentRepeat"/>
      </dgm:layoutNode>
      <dgm:layoutNode name="ParentBackground11">
        <dgm:alg type="sp"/>
        <dgm:shape xmlns:r="http://schemas.openxmlformats.org/officeDocument/2006/relationships" r:blip="">
          <dgm:adjLst/>
        </dgm:shape>
        <dgm:presOf/>
        <dgm:forEach name="Name39" ref="parentBackgroundRepeat"/>
      </dgm:layoutNode>
      <dgm:choose name="Name40">
        <dgm:if name="Name41" axis="ch" ptType="node" func="cnt" op="gte" val="1">
          <dgm:layoutNode name="Child1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2"/>
      </dgm:choose>
      <dgm:layoutNode name="Parent1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3" axis="ch" ptType="node" st="10" cnt="1">
      <dgm:layoutNode name="Accent10">
        <dgm:alg type="sp"/>
        <dgm:shape xmlns:r="http://schemas.openxmlformats.org/officeDocument/2006/relationships" r:blip="">
          <dgm:adjLst/>
        </dgm:shape>
        <dgm:presOf/>
        <dgm:constrLst/>
        <dgm:forEach name="Name44" ref="accentRepeat"/>
      </dgm:layoutNode>
      <dgm:layoutNode name="ParentBackground10">
        <dgm:alg type="sp"/>
        <dgm:shape xmlns:r="http://schemas.openxmlformats.org/officeDocument/2006/relationships" r:blip="">
          <dgm:adjLst/>
        </dgm:shape>
        <dgm:presOf/>
        <dgm:forEach name="Name45" ref="parentBackgroundRepeat"/>
      </dgm:layoutNode>
      <dgm:choose name="Name46">
        <dgm:if name="Name47" axis="ch" ptType="node" func="cnt" op="gte" val="1">
          <dgm:layoutNode name="Child10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48"/>
      </dgm:choose>
      <dgm:layoutNode name="Parent10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49" axis="ch" ptType="node" st="9" cnt="1">
      <dgm:layoutNode name="Accent9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ParentBackground9">
        <dgm:alg type="sp"/>
        <dgm:shape xmlns:r="http://schemas.openxmlformats.org/officeDocument/2006/relationships" r:blip="">
          <dgm:adjLst/>
        </dgm:shape>
        <dgm:presOf/>
        <dgm:forEach name="Name51" ref="parentBackgroundRepeat"/>
      </dgm:layoutNode>
      <dgm:choose name="Name52">
        <dgm:if name="Name53" axis="ch" ptType="node" func="cnt" op="gte" val="1">
          <dgm:layoutNode name="Child9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54"/>
      </dgm:choose>
      <dgm:layoutNode name="Parent9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55" axis="ch" ptType="node" st="8" cnt="1">
      <dgm:layoutNode name="Accent8">
        <dgm:alg type="sp"/>
        <dgm:shape xmlns:r="http://schemas.openxmlformats.org/officeDocument/2006/relationships" r:blip="">
          <dgm:adjLst/>
        </dgm:shape>
        <dgm:presOf/>
        <dgm:constrLst/>
        <dgm:forEach name="Name56" ref="accentRepeat"/>
      </dgm:layoutNode>
      <dgm:layoutNode name="ParentBackground8">
        <dgm:alg type="sp"/>
        <dgm:shape xmlns:r="http://schemas.openxmlformats.org/officeDocument/2006/relationships" r:blip="">
          <dgm:adjLst/>
        </dgm:shape>
        <dgm:presOf/>
        <dgm:forEach name="Name57" ref="parentBackgroundRepeat"/>
      </dgm:layoutNode>
      <dgm:choose name="Name58">
        <dgm:if name="Name59" axis="ch" ptType="node" func="cnt" op="gte" val="1">
          <dgm:layoutNode name="Child8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0"/>
      </dgm:choose>
      <dgm:layoutNode name="Parent8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1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62" ref="accentRepeat"/>
      </dgm:layoutNode>
      <dgm:layoutNode name="ParentBackground7">
        <dgm:alg type="sp"/>
        <dgm:shape xmlns:r="http://schemas.openxmlformats.org/officeDocument/2006/relationships" r:blip="">
          <dgm:adjLst/>
        </dgm:shape>
        <dgm:presOf/>
        <dgm:forEach name="Name63" ref="parentBackgroundRepeat"/>
      </dgm:layoutNode>
      <dgm:choose name="Name64">
        <dgm:if name="Name65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66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67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68" ref="accentRepeat"/>
      </dgm:layoutNode>
      <dgm:layoutNode name="ParentBackground6">
        <dgm:alg type="sp"/>
        <dgm:shape xmlns:r="http://schemas.openxmlformats.org/officeDocument/2006/relationships" r:blip="">
          <dgm:adjLst/>
        </dgm:shape>
        <dgm:presOf/>
        <dgm:forEach name="Name69" ref="parentBackgroundRepeat"/>
      </dgm:layoutNode>
      <dgm:choose name="Name70">
        <dgm:if name="Name71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2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3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74" ref="accentRepeat"/>
      </dgm:layoutNode>
      <dgm:layoutNode name="ParentBackground5">
        <dgm:alg type="sp"/>
        <dgm:shape xmlns:r="http://schemas.openxmlformats.org/officeDocument/2006/relationships" r:blip="">
          <dgm:adjLst/>
        </dgm:shape>
        <dgm:presOf/>
        <dgm:forEach name="Name75" ref="parentBackgroundRepeat"/>
      </dgm:layoutNode>
      <dgm:choose name="Name76">
        <dgm:if name="Name77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78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79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80" ref="accentRepeat"/>
      </dgm:layoutNode>
      <dgm:layoutNode name="ParentBackground4">
        <dgm:alg type="sp"/>
        <dgm:shape xmlns:r="http://schemas.openxmlformats.org/officeDocument/2006/relationships" r:blip="">
          <dgm:adjLst/>
        </dgm:shape>
        <dgm:presOf/>
        <dgm:forEach name="Name81" ref="parentBackgroundRepeat"/>
      </dgm:layoutNode>
      <dgm:choose name="Name82">
        <dgm:if name="Name8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layoutNode name="ParentBackground3">
        <dgm:alg type="sp"/>
        <dgm:shape xmlns:r="http://schemas.openxmlformats.org/officeDocument/2006/relationships" r:blip="">
          <dgm:adjLst/>
        </dgm:shape>
        <dgm:presOf/>
        <dgm:forEach name="Name87" ref="parentBackgroundRepeat"/>
      </dgm:layoutNode>
      <dgm:choose name="Name88">
        <dgm:if name="Name89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0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1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92" ref="accentRepeat"/>
      </dgm:layoutNode>
      <dgm:layoutNode name="ParentBackground2" styleLbl="fgAcc1">
        <dgm:alg type="sp"/>
        <dgm:shape xmlns:r="http://schemas.openxmlformats.org/officeDocument/2006/relationships" r:blip="">
          <dgm:adjLst/>
        </dgm:shape>
        <dgm:presOf/>
        <dgm:forEach name="Name93" ref="parentBackgroundRepeat"/>
      </dgm:layoutNode>
      <dgm:choose name="Name94">
        <dgm:if name="Name95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96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97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98" ref="accentRepeat"/>
      </dgm:layoutNode>
      <dgm:layoutNode name="ParentBackground1">
        <dgm:alg type="sp"/>
        <dgm:shape xmlns:r="http://schemas.openxmlformats.org/officeDocument/2006/relationships" r:blip="">
          <dgm:adjLst/>
        </dgm:shape>
        <dgm:presOf/>
        <dgm:forEach name="Name99" ref="parentBackgroundRepeat"/>
      </dgm:layoutNode>
      <dgm:choose name="Name100">
        <dgm:if name="Name101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" val="t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if>
        <dgm:else name="Name102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DE3B7381-46C0-BBE0-56A1-14F200A556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r>
              <a:rPr lang="en-US" altLang="x-none"/>
              <a:t>Topic X – Topic Title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307E90E3-357C-D65D-163C-9354E714B4D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Module Title</a:t>
            </a:r>
          </a:p>
        </p:txBody>
      </p:sp>
      <p:sp>
        <p:nvSpPr>
          <p:cNvPr id="16388" name="Rectangle 4">
            <a:extLst>
              <a:ext uri="{FF2B5EF4-FFF2-40B4-BE49-F238E27FC236}">
                <a16:creationId xmlns:a16="http://schemas.microsoft.com/office/drawing/2014/main" id="{61A1126F-6F3E-7438-899A-3314F4FA4A8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r>
              <a:rPr lang="en-US"/>
              <a:t>V0.0</a:t>
            </a:r>
          </a:p>
        </p:txBody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82320654-47E5-E41A-E720-AB1CCC8EF92E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r>
              <a:rPr lang="en-US" altLang="en-US"/>
              <a:t>Visuals Handout – Page </a:t>
            </a:r>
            <a:fld id="{995FB1A7-FD0A-4DAD-8A41-9DB0969D2272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C131C97-6B01-1A8C-999F-9400A6986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5C5B3C77-3D98-2D60-AA85-69A88974A94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D67901C9-C44C-DD71-DD55-39428AE85CC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8C22E650-3373-D089-AD31-57DD7E6A6C3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4842B13C-96C3-E7B7-374A-7C57F2D3DBD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ＭＳ Ｐゴシック" pitchFamily="-32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25AD4012-22D2-6950-39E4-E267A8508E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4F0F4971-E7E1-4F04-AD8A-12C5CD91DB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-32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7F04EC1F-5171-0003-57C0-094199531A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76067C-9D60-4459-9650-DB90A2154D1A}" type="slidenum">
              <a:rPr lang="en-US" altLang="en-US" sz="1200" smtClean="0"/>
              <a:pPr/>
              <a:t>1</a:t>
            </a:fld>
            <a:endParaRPr lang="en-US" altLang="en-US" sz="12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AE698DC3-02AF-CBB4-1511-EEFC13F95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99ACBE2D-54FC-665E-4276-18BAC41E4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Title Master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7F964763-EB9D-136D-CCD8-360D6BCD0A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74282F6-EFD5-4BA3-AA04-726422C72642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A07D0245-0C79-58B9-FF2C-E422F71F28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41F6AE9D-6CE6-D8D4-8A31-29F8EA953E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Slide Master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Load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A) Security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Usability Testing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0F4971-E7E1-4F04-AD8A-12C5CD91DB19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181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0F4971-E7E1-4F04-AD8A-12C5CD91DB19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2493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b="0" i="0" dirty="0">
                <a:solidFill>
                  <a:srgbClr val="0D0D0D"/>
                </a:solidFill>
                <a:effectLst/>
                <a:latin typeface="Söhne"/>
              </a:rPr>
              <a:t> B) Development is carried out in small, incremental cycles.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A) Sprint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dirty="0">
                <a:solidFill>
                  <a:srgbClr val="0D0D0D"/>
                </a:solidFill>
                <a:effectLst/>
                <a:latin typeface="Söhne"/>
              </a:rPr>
              <a:t>Correct Answer:</a:t>
            </a:r>
            <a:r>
              <a:rPr lang="en-US" sz="1200" b="0" i="0" dirty="0">
                <a:solidFill>
                  <a:srgbClr val="0D0D0D"/>
                </a:solidFill>
                <a:effectLst/>
                <a:latin typeface="Söhne"/>
              </a:rPr>
              <a:t> B) Facilitates the team's progress towards their goals.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0F4971-E7E1-4F04-AD8A-12C5CD91DB19}" type="slidenum">
              <a:rPr lang="en-US" altLang="en-US" smtClean="0"/>
              <a:pPr>
                <a:defRPr/>
              </a:pPr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22874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B)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git </a:t>
            </a:r>
            <a:r>
              <a:rPr kumimoji="0" lang="en-US" altLang="en-US" sz="1200" b="1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init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A)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git clone [URL]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Correct Answer: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 C) Both A and B are correct.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F0F4971-E7E1-4F04-AD8A-12C5CD91DB19}" type="slidenum">
              <a:rPr lang="en-US" altLang="en-US" smtClean="0"/>
              <a:pPr>
                <a:defRPr/>
              </a:pPr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63766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18DEF96E-4EE8-F0D6-25AE-3A8608CAA5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F264AD4-77B2-4B7D-B413-A9822F7F85BA}" type="slidenum">
              <a:rPr lang="en-US" altLang="en-US" sz="1200" smtClean="0"/>
              <a:pPr/>
              <a:t>47</a:t>
            </a:fld>
            <a:endParaRPr lang="en-US" altLang="en-US" sz="12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0E0E655C-6B75-61E0-2CC2-5BA7C4C726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C43A4297-B954-36E3-8833-572D2CA3565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  <a:ea typeface="ＭＳ Ｐゴシック" panose="020B0600070205080204" pitchFamily="34" charset="-128"/>
              </a:rPr>
              <a:t>NCC Education - End Slide Master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F90B35D2-115E-1D1A-F89F-6BE4878D7F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439025" y="6616700"/>
            <a:ext cx="1684338" cy="242888"/>
            <a:chOff x="4513" y="4156"/>
            <a:chExt cx="1061" cy="153"/>
          </a:xfrm>
        </p:grpSpPr>
        <p:sp>
          <p:nvSpPr>
            <p:cNvPr id="3" name="Rectangle 25">
              <a:extLst>
                <a:ext uri="{FF2B5EF4-FFF2-40B4-BE49-F238E27FC236}">
                  <a16:creationId xmlns:a16="http://schemas.microsoft.com/office/drawing/2014/main" id="{756D8EA6-E826-8D2F-0E3D-71DAF6579D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513" y="4156"/>
              <a:ext cx="173" cy="1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>
                  <a:solidFill>
                    <a:srgbClr val="FFFFFF"/>
                  </a:solidFill>
                </a:rPr>
                <a:t>©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55113E36-8939-D686-885C-FC1B41FABC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623" y="4156"/>
              <a:ext cx="951" cy="15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90488" tIns="44450" rIns="90488" bIns="44450">
              <a:spAutoFit/>
            </a:bodyPr>
            <a:lstStyle>
              <a:lvl1pPr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1pPr>
              <a:lvl2pPr marL="742950" indent="-28575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2pPr>
              <a:lvl3pPr marL="11430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3pPr>
              <a:lvl4pPr marL="16002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4pPr>
              <a:lvl5pPr marL="2057400" indent="-228600" defTabSz="762000"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pitchFamily="34" charset="-128"/>
                </a:defRPr>
              </a:lvl9pPr>
            </a:lstStyle>
            <a:p>
              <a:pPr eaLnBrk="1" hangingPunct="1">
                <a:defRPr/>
              </a:pPr>
              <a:r>
                <a:rPr lang="en-GB" altLang="en-US" sz="1000" dirty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NCC Education Limited</a:t>
              </a:r>
            </a:p>
          </p:txBody>
        </p:sp>
      </p:grpSp>
      <p:pic>
        <p:nvPicPr>
          <p:cNvPr id="5" name="Picture 8">
            <a:extLst>
              <a:ext uri="{FF2B5EF4-FFF2-40B4-BE49-F238E27FC236}">
                <a16:creationId xmlns:a16="http://schemas.microsoft.com/office/drawing/2014/main" id="{2A15C2AE-641B-5372-E18A-FF7CAA5596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8788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982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002060"/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8096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950" y="1845717"/>
            <a:ext cx="4351338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1688" y="1845717"/>
            <a:ext cx="4352925" cy="4319587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74513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16776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8514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87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44824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844824"/>
            <a:ext cx="5111750" cy="5853113"/>
          </a:xfrm>
        </p:spPr>
        <p:txBody>
          <a:bodyPr/>
          <a:lstStyle>
            <a:lvl1pPr>
              <a:defRPr sz="3200">
                <a:solidFill>
                  <a:srgbClr val="002060"/>
                </a:solidFill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019276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rgbClr val="00206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6172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F47929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59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828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50050" y="404813"/>
            <a:ext cx="2214563" cy="5472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188" y="404813"/>
            <a:ext cx="6494462" cy="5472112"/>
          </a:xfrm>
        </p:spPr>
        <p:txBody>
          <a:bodyPr vert="eaVert"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30509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bg object 16">
            <a:extLst>
              <a:ext uri="{FF2B5EF4-FFF2-40B4-BE49-F238E27FC236}">
                <a16:creationId xmlns:a16="http://schemas.microsoft.com/office/drawing/2014/main" id="{7F1C7994-669B-5BF6-ED02-A00C902ED6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921375"/>
            <a:ext cx="914400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8661" y="600268"/>
            <a:ext cx="8026676" cy="67710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61665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988CBD97-117B-890F-CA0A-1241FC0E9A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8B048513-AE00-0E7D-D182-04CDCBB416E6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AF3E37F-554B-4FF5-9F83-B7E8A03F4379}" type="datetimeFigureOut">
              <a:rPr lang="en-US"/>
              <a:pPr>
                <a:defRPr/>
              </a:pPr>
              <a:t>3/7/2024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E27510F9-8BE0-26BE-FD0E-5AB359AF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634D730-5A95-4C28-AA43-64D3FA840039}" type="slidenum">
              <a:rPr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8186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6763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D18332F-D950-6B77-0E12-FC9C4EF2287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988"/>
            <a:ext cx="9144000" cy="6911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15">
            <a:extLst>
              <a:ext uri="{FF2B5EF4-FFF2-40B4-BE49-F238E27FC236}">
                <a16:creationId xmlns:a16="http://schemas.microsoft.com/office/drawing/2014/main" id="{3220E8ED-794E-6195-79A7-CF2F25AEEB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3188" y="115888"/>
            <a:ext cx="8785225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2" name="Rectangle 17">
            <a:extLst>
              <a:ext uri="{FF2B5EF4-FFF2-40B4-BE49-F238E27FC236}">
                <a16:creationId xmlns:a16="http://schemas.microsoft.com/office/drawing/2014/main" id="{1CCEC94E-A332-3595-DAAD-89F39750B3F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64088" y="0"/>
            <a:ext cx="3779912" cy="24365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90488" tIns="44450" rIns="90488" bIns="44450">
            <a:spAutoFit/>
          </a:bodyPr>
          <a:lstStyle>
            <a:lvl1pPr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7620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defRPr/>
            </a:pPr>
            <a:r>
              <a:rPr lang="en-GB" altLang="en-US" sz="1000" dirty="0">
                <a:solidFill>
                  <a:schemeClr val="bg1"/>
                </a:solidFill>
                <a:latin typeface="Gill Sans" charset="0"/>
              </a:rPr>
              <a:t>Code Review, Testing and Collaboration Topic </a:t>
            </a:r>
            <a:r>
              <a:rPr lang="en-GB" altLang="en-US" sz="1000">
                <a:solidFill>
                  <a:schemeClr val="bg1"/>
                </a:solidFill>
                <a:latin typeface="Gill Sans" charset="0"/>
              </a:rPr>
              <a:t>11 – 11.</a:t>
            </a:r>
            <a:fld id="{67DB5223-33D4-4D50-93BF-2EB254D2A7D9}" type="slidenum">
              <a:rPr lang="en-GB" altLang="en-US" sz="1000" smtClean="0">
                <a:solidFill>
                  <a:schemeClr val="bg1"/>
                </a:solidFill>
                <a:latin typeface="Gill Sans" charset="0"/>
              </a:rPr>
              <a:pPr algn="r" eaLnBrk="1" hangingPunct="1">
                <a:defRPr/>
              </a:pPr>
              <a:t>‹#›</a:t>
            </a:fld>
            <a:endParaRPr lang="en-GB" altLang="en-US" sz="1000" dirty="0">
              <a:solidFill>
                <a:schemeClr val="bg1"/>
              </a:solidFill>
              <a:latin typeface="Gill Sans" charset="0"/>
            </a:endParaRPr>
          </a:p>
        </p:txBody>
      </p:sp>
      <p:sp>
        <p:nvSpPr>
          <p:cNvPr id="1029" name="Rectangle 22">
            <a:extLst>
              <a:ext uri="{FF2B5EF4-FFF2-40B4-BE49-F238E27FC236}">
                <a16:creationId xmlns:a16="http://schemas.microsoft.com/office/drawing/2014/main" id="{8043825B-0399-EDD9-D998-347174443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1846263"/>
            <a:ext cx="8856663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6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bg1"/>
          </a:solidFill>
          <a:latin typeface="Arial" charset="0"/>
          <a:ea typeface="ＭＳ Ｐゴシック" pitchFamily="-32" charset="-128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CB9535"/>
          </a:solidFill>
          <a:latin typeface="Gill Sans" pitchFamily="-32" charset="0"/>
          <a:ea typeface="ＭＳ Ｐゴシック" pitchFamily="-32" charset="-128"/>
        </a:defRPr>
      </a:lvl9pPr>
    </p:titleStyle>
    <p:bodyStyle>
      <a:lvl1pPr marL="88900" indent="-88900" algn="l" rtl="0" eaLnBrk="0" fontAlgn="base" hangingPunct="0">
        <a:spcBef>
          <a:spcPct val="20000"/>
        </a:spcBef>
        <a:spcAft>
          <a:spcPct val="0"/>
        </a:spcAft>
        <a:defRPr sz="3000" i="1">
          <a:solidFill>
            <a:srgbClr val="002060"/>
          </a:solidFill>
          <a:latin typeface="+mn-lt"/>
          <a:ea typeface="+mn-ea"/>
          <a:cs typeface="ＭＳ Ｐゴシック" charset="0"/>
        </a:defRPr>
      </a:lvl1pPr>
      <a:lvl2pPr marL="533400" indent="-265113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Char char="•"/>
        <a:defRPr sz="2800">
          <a:solidFill>
            <a:schemeClr val="bg2"/>
          </a:solidFill>
          <a:latin typeface="Arial" charset="0"/>
          <a:ea typeface="+mn-ea"/>
        </a:defRPr>
      </a:lvl2pPr>
      <a:lvl3pPr marL="1068388" indent="-355600" algn="l" rtl="0" eaLnBrk="0" fontAlgn="base" hangingPunct="0">
        <a:spcBef>
          <a:spcPct val="20000"/>
        </a:spcBef>
        <a:spcAft>
          <a:spcPct val="0"/>
        </a:spcAft>
        <a:buFont typeface="Gill Sans" charset="0"/>
        <a:buChar char="–"/>
        <a:defRPr sz="2400">
          <a:solidFill>
            <a:schemeClr val="bg2"/>
          </a:solidFill>
          <a:latin typeface="Arial" charset="0"/>
          <a:ea typeface="+mn-ea"/>
        </a:defRPr>
      </a:lvl3pPr>
      <a:lvl4pPr marL="1435100" indent="-187325" algn="l" rtl="0" eaLnBrk="0" fontAlgn="base" hangingPunct="0">
        <a:spcBef>
          <a:spcPct val="0"/>
        </a:spcBef>
        <a:spcAft>
          <a:spcPct val="0"/>
        </a:spcAft>
        <a:buChar char="•"/>
        <a:defRPr sz="2000">
          <a:solidFill>
            <a:schemeClr val="bg2"/>
          </a:solidFill>
          <a:latin typeface="Arial" charset="0"/>
          <a:ea typeface="+mn-ea"/>
        </a:defRPr>
      </a:lvl4pPr>
      <a:lvl5pPr marL="2098675" indent="-395288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5pPr>
      <a:lvl6pPr marL="25558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6pPr>
      <a:lvl7pPr marL="30130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7pPr>
      <a:lvl8pPr marL="34702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8pPr>
      <a:lvl9pPr marL="3927475" indent="-395288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9">
            <a:extLst>
              <a:ext uri="{FF2B5EF4-FFF2-40B4-BE49-F238E27FC236}">
                <a16:creationId xmlns:a16="http://schemas.microsoft.com/office/drawing/2014/main" id="{30A2F4C4-70EF-E946-D6F6-7A2BC76FD5A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8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14">
            <a:extLst>
              <a:ext uri="{FF2B5EF4-FFF2-40B4-BE49-F238E27FC236}">
                <a16:creationId xmlns:a16="http://schemas.microsoft.com/office/drawing/2014/main" id="{44AF6460-B4B3-BBF5-7AFC-B741B7F930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28800" y="2798763"/>
            <a:ext cx="5486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UNIT X</a:t>
            </a:r>
          </a:p>
        </p:txBody>
      </p:sp>
      <p:sp>
        <p:nvSpPr>
          <p:cNvPr id="2052" name="Rectangle 15">
            <a:extLst>
              <a:ext uri="{FF2B5EF4-FFF2-40B4-BE49-F238E27FC236}">
                <a16:creationId xmlns:a16="http://schemas.microsoft.com/office/drawing/2014/main" id="{E9A8196E-42CC-8406-2EFE-9FC7F74A90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835150" y="3794125"/>
            <a:ext cx="54864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Any Questions?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bg1"/>
          </a:solidFill>
          <a:latin typeface="Arial" charset="0"/>
          <a:ea typeface="ＭＳ Ｐゴシック" pitchFamily="-32" charset="-128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defRPr sz="2500">
          <a:solidFill>
            <a:schemeClr val="bg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13" Type="http://schemas.openxmlformats.org/officeDocument/2006/relationships/diagramLayout" Target="../diagrams/layout6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12" Type="http://schemas.openxmlformats.org/officeDocument/2006/relationships/diagramData" Target="../diagrams/data6.xml"/><Relationship Id="rId2" Type="http://schemas.openxmlformats.org/officeDocument/2006/relationships/diagramData" Target="../diagrams/data4.xml"/><Relationship Id="rId16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5" Type="http://schemas.openxmlformats.org/officeDocument/2006/relationships/diagramColors" Target="../diagrams/colors6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Relationship Id="rId14" Type="http://schemas.openxmlformats.org/officeDocument/2006/relationships/diagramQuickStyle" Target="../diagrams/quickStyle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13" Type="http://schemas.openxmlformats.org/officeDocument/2006/relationships/diagramLayout" Target="../diagrams/layout9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12" Type="http://schemas.openxmlformats.org/officeDocument/2006/relationships/diagramData" Target="../diagrams/data9.xml"/><Relationship Id="rId2" Type="http://schemas.openxmlformats.org/officeDocument/2006/relationships/diagramData" Target="../diagrams/data7.xml"/><Relationship Id="rId16" Type="http://schemas.microsoft.com/office/2007/relationships/diagramDrawing" Target="../diagrams/drawing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5" Type="http://schemas.openxmlformats.org/officeDocument/2006/relationships/diagramColors" Target="../diagrams/colors9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Relationship Id="rId14" Type="http://schemas.openxmlformats.org/officeDocument/2006/relationships/diagramQuickStyle" Target="../diagrams/quickStyle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://agilemanifesto.org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B6F96EAA-7587-B15A-E73E-3793C681E330}"/>
              </a:ext>
            </a:extLst>
          </p:cNvPr>
          <p:cNvSpPr>
            <a:spLocks noGrp="1" noChangeArrowheads="1"/>
          </p:cNvSpPr>
          <p:nvPr>
            <p:ph type="subTitle" idx="4294967295"/>
          </p:nvPr>
        </p:nvSpPr>
        <p:spPr>
          <a:xfrm>
            <a:off x="3168650" y="4437112"/>
            <a:ext cx="5975350" cy="965200"/>
          </a:xfrm>
        </p:spPr>
        <p:txBody>
          <a:bodyPr/>
          <a:lstStyle/>
          <a:p>
            <a:pPr algn="ctr" eaLnBrk="1" hangingPunct="1"/>
            <a:r>
              <a:rPr lang="en-GB" altLang="en-US" sz="2000" b="1" i="0" dirty="0">
                <a:solidFill>
                  <a:schemeClr val="bg1"/>
                </a:solidFill>
                <a:latin typeface="Arial" panose="020B0604020202020204" pitchFamily="34" charset="0"/>
              </a:rPr>
              <a:t>Front End Web Development</a:t>
            </a:r>
          </a:p>
          <a:p>
            <a:pPr algn="ctr" eaLnBrk="1" hangingPunct="1"/>
            <a:r>
              <a:rPr lang="en-GB" altLang="en-US" sz="2000" b="1" i="0" dirty="0">
                <a:solidFill>
                  <a:schemeClr val="bg1"/>
                </a:solidFill>
                <a:latin typeface="Arial" panose="020B0604020202020204" pitchFamily="34" charset="0"/>
              </a:rPr>
              <a:t>Topic 11:  </a:t>
            </a:r>
            <a:r>
              <a:rPr lang="en-US" altLang="en-US" sz="2000" b="1" i="0" dirty="0">
                <a:solidFill>
                  <a:schemeClr val="bg1"/>
                </a:solidFill>
                <a:latin typeface="Arial" panose="020B0604020202020204" pitchFamily="34" charset="0"/>
              </a:rPr>
              <a:t>Code Review  and Testing. and Collaboration</a:t>
            </a:r>
          </a:p>
          <a:p>
            <a:pPr eaLnBrk="1" hangingPunct="1"/>
            <a:endParaRPr lang="en-US" altLang="en-US" sz="2000" i="0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eaLnBrk="1" hangingPunct="1"/>
            <a:endParaRPr lang="en-US" altLang="en-US" sz="2000" i="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>
            <a:extLst>
              <a:ext uri="{FF2B5EF4-FFF2-40B4-BE49-F238E27FC236}">
                <a16:creationId xmlns:a16="http://schemas.microsoft.com/office/drawing/2014/main" id="{21BF8B40-5EFA-4661-A4FE-505B4DA2C6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Scope and Coverage</a:t>
            </a:r>
          </a:p>
        </p:txBody>
      </p:sp>
      <p:sp>
        <p:nvSpPr>
          <p:cNvPr id="9219" name="Rectangle 7">
            <a:extLst>
              <a:ext uri="{FF2B5EF4-FFF2-40B4-BE49-F238E27FC236}">
                <a16:creationId xmlns:a16="http://schemas.microsoft.com/office/drawing/2014/main" id="{8D04FF3E-69AC-B01E-CA3C-498695495F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This topic will cover: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Webapp testing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SDLC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SDLC models</a:t>
            </a:r>
          </a:p>
          <a:p>
            <a:pPr lvl="1" eaLnBrk="1" hangingPunct="1"/>
            <a:r>
              <a:rPr lang="en-GB" altLang="en-US" dirty="0">
                <a:latin typeface="Arial" panose="020B0604020202020204" pitchFamily="34" charset="0"/>
              </a:rPr>
              <a:t>Version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>
            <a:extLst>
              <a:ext uri="{FF2B5EF4-FFF2-40B4-BE49-F238E27FC236}">
                <a16:creationId xmlns:a16="http://schemas.microsoft.com/office/drawing/2014/main" id="{9477274A-5ED0-6196-9324-7615B1907A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Learning Outcomes</a:t>
            </a:r>
            <a:endParaRPr lang="en-US" altLang="en-US"/>
          </a:p>
        </p:txBody>
      </p:sp>
      <p:sp>
        <p:nvSpPr>
          <p:cNvPr id="11267" name="Rectangle 5">
            <a:extLst>
              <a:ext uri="{FF2B5EF4-FFF2-40B4-BE49-F238E27FC236}">
                <a16:creationId xmlns:a16="http://schemas.microsoft.com/office/drawing/2014/main" id="{E9E4C1EB-AEE9-ABB0-AE4D-34A235612E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3668" y="1484784"/>
            <a:ext cx="8856663" cy="4319587"/>
          </a:xfrm>
        </p:spPr>
        <p:txBody>
          <a:bodyPr/>
          <a:lstStyle/>
          <a:p>
            <a:pPr eaLnBrk="1" hangingPunct="1"/>
            <a:r>
              <a:rPr lang="en-GB" altLang="en-US" i="0" dirty="0"/>
              <a:t>By the end of this topic students will be able to: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Identify different test methods for front end web development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Develop and apply a test strategy consistent with the design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Describe the software development life cycle process and explain some of its models</a:t>
            </a:r>
          </a:p>
          <a:p>
            <a:pPr lvl="1" eaLnBrk="1" hangingPunct="1"/>
            <a:r>
              <a:rPr lang="en-US" altLang="en-US" dirty="0">
                <a:latin typeface="Arial" panose="020B0604020202020204" pitchFamily="34" charset="0"/>
              </a:rPr>
              <a:t>Explain the concepts of Version Control and its significance</a:t>
            </a:r>
            <a:endParaRPr lang="en-GB" altLang="en-US" dirty="0">
              <a:latin typeface="Arial" panose="020B0604020202020204" pitchFamily="34" charset="0"/>
            </a:endParaRPr>
          </a:p>
          <a:p>
            <a:pPr eaLnBrk="1" hangingPunct="1"/>
            <a:endParaRPr lang="en-US" altLang="en-US" i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F6209E91-0C1B-DB80-DEE5-899F372AB7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Unit Roadmap</a:t>
            </a:r>
            <a:endParaRPr lang="en-GB" alt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6120EFB-DC32-DFF3-480C-CF61627558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1495544"/>
              </p:ext>
            </p:extLst>
          </p:nvPr>
        </p:nvGraphicFramePr>
        <p:xfrm>
          <a:off x="611560" y="1556792"/>
          <a:ext cx="8082654" cy="43931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314">
                  <a:extLst>
                    <a:ext uri="{9D8B030D-6E8A-4147-A177-3AD203B41FA5}">
                      <a16:colId xmlns:a16="http://schemas.microsoft.com/office/drawing/2014/main" val="18378162"/>
                    </a:ext>
                  </a:extLst>
                </a:gridCol>
                <a:gridCol w="2823780">
                  <a:extLst>
                    <a:ext uri="{9D8B030D-6E8A-4147-A177-3AD203B41FA5}">
                      <a16:colId xmlns:a16="http://schemas.microsoft.com/office/drawing/2014/main" val="3377387048"/>
                    </a:ext>
                  </a:extLst>
                </a:gridCol>
                <a:gridCol w="873801">
                  <a:extLst>
                    <a:ext uri="{9D8B030D-6E8A-4147-A177-3AD203B41FA5}">
                      <a16:colId xmlns:a16="http://schemas.microsoft.com/office/drawing/2014/main" val="751228994"/>
                    </a:ext>
                  </a:extLst>
                </a:gridCol>
                <a:gridCol w="3472759">
                  <a:extLst>
                    <a:ext uri="{9D8B030D-6E8A-4147-A177-3AD203B41FA5}">
                      <a16:colId xmlns:a16="http://schemas.microsoft.com/office/drawing/2014/main" val="152595518"/>
                    </a:ext>
                  </a:extLst>
                </a:gridCol>
              </a:tblGrid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Week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Topic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551709"/>
                  </a:ext>
                </a:extLst>
              </a:tr>
              <a:tr h="1014968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GB" sz="2000" b="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b="0" dirty="0">
                          <a:solidFill>
                            <a:schemeClr val="bg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Overview of Web Application Architecture</a:t>
                      </a:r>
                      <a:endParaRPr lang="en-GB" sz="2000" b="0" dirty="0">
                        <a:solidFill>
                          <a:schemeClr val="bg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II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5122313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200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Introduction to HTML5 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jQuery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68370"/>
                  </a:ext>
                </a:extLst>
              </a:tr>
              <a:tr h="68015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Introduction to CSS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Responsive CSS Framework: Bootstrap 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7970438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HTML and CSS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endParaRPr lang="en-GB" sz="2000" kern="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AngularJS Web Development 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1344130"/>
                  </a:ext>
                </a:extLst>
              </a:tr>
              <a:tr h="608981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GB" sz="2000" kern="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CSS Flexbox and Grid Layout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</a:t>
                      </a:r>
                      <a:endParaRPr lang="en-GB" sz="2000" b="1" kern="1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300"/>
                        </a:spcBef>
                        <a:spcAft>
                          <a:spcPts val="300"/>
                        </a:spcAft>
                        <a:buFont typeface="+mj-lt"/>
                        <a:buNone/>
                      </a:pPr>
                      <a:r>
                        <a:rPr lang="en-US" sz="2000" b="1" kern="100" dirty="0">
                          <a:solidFill>
                            <a:schemeClr val="accent2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Code Review, Testing and Collaboration</a:t>
                      </a:r>
                      <a:endParaRPr lang="en-GB" sz="2000" b="1" kern="100" dirty="0">
                        <a:solidFill>
                          <a:schemeClr val="accent2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5109633"/>
                  </a:ext>
                </a:extLst>
              </a:tr>
              <a:tr h="522095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JavaScript - I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Unit Summary</a:t>
                      </a:r>
                      <a:endParaRPr lang="en-GB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0560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C19F19-32AC-37C1-280A-822DB0C84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Web app testing</a:t>
            </a:r>
            <a:endParaRPr lang="en-GB" dirty="0"/>
          </a:p>
        </p:txBody>
      </p:sp>
      <p:sp>
        <p:nvSpPr>
          <p:cNvPr id="14339" name="Text Placeholder 4">
            <a:extLst>
              <a:ext uri="{FF2B5EF4-FFF2-40B4-BE49-F238E27FC236}">
                <a16:creationId xmlns:a16="http://schemas.microsoft.com/office/drawing/2014/main" id="{321938E4-4B25-58C2-065A-445D21E1B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7852AE37-3559-BAC2-6BB5-457608E1BC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/>
              <a:t>What is Testing?</a:t>
            </a:r>
            <a:endParaRPr lang="en-GB" alt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07A8E-579D-7D8B-BB0C-8FDEF3C3B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" indent="0" eaLnBrk="1" fontAlgn="auto" hangingPunct="1">
              <a:spcBef>
                <a:spcPts val="500"/>
              </a:spcBef>
              <a:spcAft>
                <a:spcPts val="0"/>
              </a:spcAft>
              <a:defRPr/>
            </a:pPr>
            <a:r>
              <a:rPr lang="en-US" sz="2700" b="1" i="0" kern="1200" spc="-5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Testing:</a:t>
            </a:r>
            <a:endParaRPr lang="en-US" sz="2700" i="0" kern="1200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0" eaLnBrk="1" fontAlgn="auto" hangingPunct="1">
              <a:spcBef>
                <a:spcPts val="500"/>
              </a:spcBef>
              <a:spcAft>
                <a:spcPts val="0"/>
              </a:spcAft>
              <a:defRPr/>
            </a:pP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of </a:t>
            </a:r>
            <a:r>
              <a:rPr lang="en-US" sz="2700" i="0" kern="1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evaluating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r>
              <a:rPr lang="en-US" sz="2700" i="0" kern="1200" spc="-3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en-US" sz="2700" i="0" kern="1200" spc="-2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US" sz="2700" i="0" kern="1200" spc="-1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intention</a:t>
            </a:r>
            <a:r>
              <a:rPr lang="en-US" sz="2700" i="0" kern="1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700" i="0" kern="1200" spc="-3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finding</a:t>
            </a:r>
            <a:r>
              <a:rPr lang="en-US" sz="2700" i="0" kern="1200" spc="-4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700" i="0" kern="1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errors (bugs)</a:t>
            </a:r>
            <a:endParaRPr lang="en-US" sz="2700" i="0" kern="12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0" eaLnBrk="1" fontAlgn="auto" hangingPunct="1">
              <a:spcBef>
                <a:spcPts val="395"/>
              </a:spcBef>
              <a:spcAft>
                <a:spcPts val="0"/>
              </a:spcAft>
              <a:defRPr/>
            </a:pPr>
            <a:endParaRPr lang="en-US" sz="2700" b="1" i="0" kern="1200" spc="-19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0" eaLnBrk="1" fontAlgn="auto" hangingPunct="1">
              <a:spcBef>
                <a:spcPts val="395"/>
              </a:spcBef>
              <a:spcAft>
                <a:spcPts val="0"/>
              </a:spcAft>
              <a:defRPr/>
            </a:pPr>
            <a:r>
              <a:rPr lang="en-US" sz="2700" b="1" i="0" kern="1200" spc="-19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</a:t>
            </a:r>
            <a:r>
              <a:rPr lang="en-US" sz="2700" b="1" i="0" kern="12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b="1" i="0" kern="1200" spc="-5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Testing:</a:t>
            </a:r>
          </a:p>
          <a:p>
            <a:pPr marL="12700" indent="0" eaLnBrk="1" fontAlgn="auto" hangingPunct="1">
              <a:spcBef>
                <a:spcPts val="395"/>
              </a:spcBef>
              <a:spcAft>
                <a:spcPts val="0"/>
              </a:spcAft>
              <a:defRPr/>
            </a:pPr>
            <a:r>
              <a:rPr lang="en-US" sz="2700" i="0" kern="1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Collection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 </a:t>
            </a:r>
            <a:r>
              <a:rPr lang="en-US" sz="2700" i="0" kern="1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activities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lang="en-US" sz="2700" i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intention</a:t>
            </a:r>
            <a:endParaRPr lang="en-US" sz="2700" i="0" kern="1200" spc="-5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700" indent="0" eaLnBrk="1" fontAlgn="auto" hangingPunct="1">
              <a:spcBef>
                <a:spcPts val="395"/>
              </a:spcBef>
              <a:spcAft>
                <a:spcPts val="0"/>
              </a:spcAft>
              <a:defRPr/>
            </a:pP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uncover errors </a:t>
            </a:r>
            <a:r>
              <a:rPr lang="en-US" sz="2700" i="0" kern="1200" spc="-84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webapp </a:t>
            </a:r>
            <a:r>
              <a:rPr lang="en-US" sz="2700" i="0" kern="1200" spc="-1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content, </a:t>
            </a:r>
            <a:r>
              <a:rPr lang="en-US" sz="2700" i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function,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usability, </a:t>
            </a:r>
            <a:r>
              <a:rPr lang="en-US" sz="2700" i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700" i="0" kern="1200" spc="-5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navigability, performance, capacity, and </a:t>
            </a:r>
            <a:r>
              <a:rPr lang="en-US" sz="2700" i="0" kern="12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security.</a:t>
            </a:r>
          </a:p>
          <a:p>
            <a:pPr>
              <a:defRPr/>
            </a:pP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438BB5EA-3917-22CC-B52C-DBA5EA78A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800" dirty="0">
                <a:solidFill>
                  <a:srgbClr val="FFFFFF"/>
                </a:solidFill>
              </a:rPr>
              <a:t>Why Testing?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1EA17-7236-460F-FEFE-91B15C91F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484313"/>
            <a:ext cx="8785225" cy="4464967"/>
          </a:xfrm>
        </p:spPr>
        <p:txBody>
          <a:bodyPr/>
          <a:lstStyle/>
          <a:p>
            <a:pPr marL="354013" indent="-342900" algn="just" eaLnBrk="1" hangingPunct="1">
              <a:lnSpc>
                <a:spcPts val="2400"/>
              </a:lnSpc>
              <a:spcBef>
                <a:spcPts val="675"/>
              </a:spcBef>
              <a:buSzPct val="100000"/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US" altLang="en-US" sz="24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is needed to identify errors.</a:t>
            </a:r>
          </a:p>
          <a:p>
            <a:pPr marL="354013" indent="-342900" algn="just" eaLnBrk="1" hangingPunct="1">
              <a:lnSpc>
                <a:spcPts val="2400"/>
              </a:lnSpc>
              <a:spcBef>
                <a:spcPts val="675"/>
              </a:spcBef>
              <a:buSzPct val="100000"/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US" altLang="en-US" sz="24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programming, errors are referred to as </a:t>
            </a:r>
            <a:r>
              <a:rPr lang="en-US" altLang="en-US" sz="2400" b="1" i="0" dirty="0">
                <a:solidFill>
                  <a:srgbClr val="286AAD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Bugs.</a:t>
            </a:r>
          </a:p>
          <a:p>
            <a:pPr marL="354013" indent="-342900" algn="just" eaLnBrk="1" hangingPunct="1">
              <a:lnSpc>
                <a:spcPts val="2400"/>
              </a:lnSpc>
              <a:spcBef>
                <a:spcPts val="675"/>
              </a:spcBef>
              <a:buSzPct val="100000"/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US" altLang="en-US" sz="24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symptom of the error is seen, not the  error itself.</a:t>
            </a:r>
          </a:p>
          <a:p>
            <a:pPr marL="354013" indent="-342900" algn="just" eaLnBrk="1" hangingPunct="1">
              <a:lnSpc>
                <a:spcPts val="24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US" altLang="en-US" sz="24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Difficult or impossible to reproduce an error outside the environment in which the error  was originally encountered.</a:t>
            </a:r>
          </a:p>
          <a:p>
            <a:pPr marL="354013" indent="-342900" eaLnBrk="1" hangingPunct="1">
              <a:lnSpc>
                <a:spcPts val="2400"/>
              </a:lnSpc>
              <a:spcBef>
                <a:spcPts val="400"/>
              </a:spcBef>
              <a:buSzPct val="100000"/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US" altLang="en-US" sz="24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Errors can be difficult to trace across three  architectural layers: the client, the server, or the  network itself.</a:t>
            </a:r>
          </a:p>
          <a:p>
            <a:pPr marL="354013" indent="-342900" algn="just" eaLnBrk="1" hangingPunct="1">
              <a:lnSpc>
                <a:spcPct val="80000"/>
              </a:lnSpc>
              <a:spcBef>
                <a:spcPts val="413"/>
              </a:spcBef>
              <a:buSzPct val="100000"/>
              <a:buFont typeface="Arial" panose="020B0604020202020204" pitchFamily="34" charset="0"/>
              <a:buChar char="•"/>
              <a:tabLst>
                <a:tab pos="268288" algn="l"/>
              </a:tabLst>
            </a:pPr>
            <a:r>
              <a:rPr lang="en-US" altLang="en-US" sz="24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errors are due to the static operating and  others are attributable to the dynamic operating  Environment.</a:t>
            </a:r>
          </a:p>
          <a:p>
            <a:pPr marL="354013" indent="-342900">
              <a:buFont typeface="Wingdings" panose="05000000000000000000" pitchFamily="2" charset="2"/>
              <a:buChar char="q"/>
              <a:tabLst>
                <a:tab pos="268288" algn="l"/>
              </a:tabLst>
            </a:pPr>
            <a:endParaRPr lang="en-GB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7D8C79-851F-FE68-2522-DCB65BC95E26}"/>
              </a:ext>
            </a:extLst>
          </p:cNvPr>
          <p:cNvSpPr txBox="1"/>
          <p:nvPr/>
        </p:nvSpPr>
        <p:spPr>
          <a:xfrm>
            <a:off x="751727" y="5095875"/>
            <a:ext cx="8424863" cy="7080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1" spc="-5" dirty="0">
                <a:solidFill>
                  <a:schemeClr val="accent2"/>
                </a:solidFill>
                <a:cs typeface="Arial" panose="020B0604020202020204" pitchFamily="34" charset="0"/>
              </a:rPr>
              <a:t>Testing helps to identify the errors before it reaches end-user</a:t>
            </a:r>
            <a:endParaRPr lang="en-US" sz="2000" b="1" dirty="0">
              <a:solidFill>
                <a:schemeClr val="accent2"/>
              </a:solidFill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endParaRPr lang="en-GB" sz="2000" b="1" dirty="0">
              <a:solidFill>
                <a:schemeClr val="accent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EB904DEB-7068-9211-7318-6B7EAEC4F7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850" y="260648"/>
            <a:ext cx="6184900" cy="690563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lang="en-US" spc="-5" dirty="0"/>
              <a:t>Types of </a:t>
            </a:r>
            <a:r>
              <a:rPr spc="-5" dirty="0"/>
              <a:t>Web</a:t>
            </a:r>
            <a:r>
              <a:rPr spc="-35" dirty="0"/>
              <a:t> </a:t>
            </a:r>
            <a:r>
              <a:rPr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7B114AD-DCF5-3F6A-D27C-3A142541C635}"/>
              </a:ext>
            </a:extLst>
          </p:cNvPr>
          <p:cNvSpPr txBox="1"/>
          <p:nvPr/>
        </p:nvSpPr>
        <p:spPr>
          <a:xfrm>
            <a:off x="323850" y="1463675"/>
            <a:ext cx="8712200" cy="4688463"/>
          </a:xfrm>
          <a:prstGeom prst="rect">
            <a:avLst/>
          </a:prstGeom>
        </p:spPr>
        <p:txBody>
          <a:bodyPr lIns="0" tIns="12700" rIns="0" bIns="0">
            <a:spAutoFit/>
          </a:bodyPr>
          <a:lstStyle/>
          <a:p>
            <a:pPr marL="342900" indent="-342900">
              <a:spcBef>
                <a:spcPts val="35"/>
              </a:spcBef>
              <a:buFont typeface="Arial" panose="020B0604020202020204" pitchFamily="34" charset="0"/>
              <a:buChar char="•"/>
              <a:defRPr/>
            </a:pPr>
            <a:r>
              <a:rPr lang="en-US" sz="2800" b="1" i="1" dirty="0">
                <a:solidFill>
                  <a:srgbClr val="002060"/>
                </a:solidFill>
                <a:cs typeface="Arial" panose="020B0604020202020204" pitchFamily="34" charset="0"/>
              </a:rPr>
              <a:t>Testing is done in multiple stages and requires a plan</a:t>
            </a:r>
            <a:r>
              <a:rPr lang="en-US" dirty="0">
                <a:cs typeface="Arial" panose="020B0604020202020204" pitchFamily="34" charset="0"/>
              </a:rPr>
              <a:t>.</a:t>
            </a:r>
          </a:p>
          <a:p>
            <a:pPr marL="355600" indent="-342900">
              <a:buFont typeface="Arial" panose="020B0604020202020204" pitchFamily="34" charset="0"/>
              <a:buChar char="•"/>
              <a:defRPr/>
            </a:pPr>
            <a:r>
              <a:rPr spc="-5" dirty="0" smtClean="0">
                <a:cs typeface="Arial" panose="020B0604020202020204" pitchFamily="34" charset="0"/>
              </a:rPr>
              <a:t>Web</a:t>
            </a:r>
            <a:r>
              <a:rPr spc="-15" dirty="0" smtClean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Testing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includes</a:t>
            </a:r>
            <a:r>
              <a:rPr spc="-1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the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following</a:t>
            </a:r>
            <a:r>
              <a:rPr spc="-10" dirty="0">
                <a:cs typeface="Arial" panose="020B0604020202020204" pitchFamily="34" charset="0"/>
              </a:rPr>
              <a:t> </a:t>
            </a:r>
            <a:r>
              <a:rPr spc="-5" dirty="0">
                <a:cs typeface="Arial" panose="020B0604020202020204" pitchFamily="34" charset="0"/>
              </a:rPr>
              <a:t>types:</a:t>
            </a:r>
            <a:endParaRPr lang="en-GB" spc="-5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7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Functionality</a:t>
            </a:r>
            <a:r>
              <a:rPr lang="en-GB" spc="-5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Graphical</a:t>
            </a:r>
            <a:r>
              <a:rPr lang="en-GB" spc="-3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User</a:t>
            </a:r>
            <a:r>
              <a:rPr lang="en-GB" spc="-25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Interface</a:t>
            </a:r>
            <a:r>
              <a:rPr lang="en-GB" spc="-25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Security</a:t>
            </a:r>
            <a:r>
              <a:rPr lang="en-GB" spc="-5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Cross</a:t>
            </a:r>
            <a:r>
              <a:rPr lang="en-GB" spc="-45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Browser/Compatibility</a:t>
            </a:r>
            <a:r>
              <a:rPr lang="en-GB" spc="-4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Performance</a:t>
            </a:r>
            <a:r>
              <a:rPr lang="en-GB" spc="-5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Usability</a:t>
            </a:r>
            <a:r>
              <a:rPr lang="en-GB" spc="-5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812165" lvl="1" indent="-342900">
              <a:spcBef>
                <a:spcPts val="645"/>
              </a:spcBef>
              <a:buFont typeface="Arial" panose="020B0604020202020204" pitchFamily="34" charset="0"/>
              <a:buChar char="•"/>
              <a:tabLst>
                <a:tab pos="347980" algn="l"/>
                <a:tab pos="349250" algn="l"/>
              </a:tabLst>
              <a:defRPr/>
            </a:pPr>
            <a:r>
              <a:rPr lang="en-GB" spc="-5" dirty="0">
                <a:cs typeface="Arial" panose="020B0604020202020204" pitchFamily="34" charset="0"/>
              </a:rPr>
              <a:t>Crowd</a:t>
            </a:r>
            <a:r>
              <a:rPr lang="en-GB" spc="-50" dirty="0">
                <a:cs typeface="Arial" panose="020B0604020202020204" pitchFamily="34" charset="0"/>
              </a:rPr>
              <a:t> </a:t>
            </a:r>
            <a:r>
              <a:rPr lang="en-GB" spc="-5" dirty="0">
                <a:cs typeface="Arial" panose="020B0604020202020204" pitchFamily="34" charset="0"/>
              </a:rPr>
              <a:t>Testing</a:t>
            </a:r>
            <a:endParaRPr lang="en-GB" dirty="0">
              <a:cs typeface="Arial" panose="020B0604020202020204" pitchFamily="34" charset="0"/>
            </a:endParaRPr>
          </a:p>
          <a:p>
            <a:pPr marL="12700">
              <a:defRPr/>
            </a:pPr>
            <a:endParaRPr sz="2000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02F15C7-7965-7C77-BB82-3A9DD5B50C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0825" y="260648"/>
            <a:ext cx="6548437" cy="750888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800" spc="-5" dirty="0"/>
              <a:t>Functionality</a:t>
            </a:r>
            <a:r>
              <a:rPr sz="4800" spc="-90" dirty="0"/>
              <a:t> </a:t>
            </a:r>
            <a:r>
              <a:rPr sz="4800"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95415EC9-18E9-4BD8-B2B2-01AF672C89D1}"/>
              </a:ext>
            </a:extLst>
          </p:cNvPr>
          <p:cNvSpPr txBox="1"/>
          <p:nvPr/>
        </p:nvSpPr>
        <p:spPr>
          <a:xfrm>
            <a:off x="107504" y="1412776"/>
            <a:ext cx="8928992" cy="4410503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550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1000"/>
              </a:lnSpc>
              <a:spcBef>
                <a:spcPts val="100"/>
              </a:spcBef>
            </a:pPr>
            <a:r>
              <a:rPr lang="en-US" altLang="en-US" sz="2000" dirty="0">
                <a:ea typeface="Arial MT"/>
                <a:cs typeface="Arial" panose="020B0604020202020204" pitchFamily="34" charset="0"/>
              </a:rPr>
              <a:t>Verifies whether the website is developed as per the functional requirements defined in the business documentation or not.</a:t>
            </a:r>
          </a:p>
          <a:p>
            <a:pPr>
              <a:lnSpc>
                <a:spcPct val="121000"/>
              </a:lnSpc>
              <a:buFont typeface="Arial MT"/>
              <a:buAutoNum type="arabicParenR"/>
            </a:pPr>
            <a:r>
              <a:rPr lang="en-US" altLang="en-US" sz="1700" b="1" dirty="0">
                <a:cs typeface="Arial" panose="020B0604020202020204" pitchFamily="34" charset="0"/>
              </a:rPr>
              <a:t>     URL Testing/ Link Testing</a:t>
            </a:r>
          </a:p>
          <a:p>
            <a:pPr lvl="1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Arial MT"/>
                <a:cs typeface="Arial" panose="020B0604020202020204" pitchFamily="34" charset="0"/>
              </a:rPr>
              <a:t>URLs should be directed towards the appropriate webpage</a:t>
            </a:r>
          </a:p>
          <a:p>
            <a:pPr lvl="1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GB" altLang="en-US" sz="1700" dirty="0">
                <a:ea typeface="Arial MT"/>
                <a:cs typeface="Arial" panose="020B0604020202020204" pitchFamily="34" charset="0"/>
              </a:rPr>
              <a:t>No</a:t>
            </a:r>
            <a:r>
              <a:rPr lang="en-US" altLang="en-US" sz="1700" dirty="0">
                <a:ea typeface="Arial MT"/>
                <a:cs typeface="Arial" panose="020B0604020202020204" pitchFamily="34" charset="0"/>
              </a:rPr>
              <a:t> 404 error page or a broken URL</a:t>
            </a:r>
          </a:p>
          <a:p>
            <a:pPr>
              <a:lnSpc>
                <a:spcPct val="121000"/>
              </a:lnSpc>
            </a:pPr>
            <a:r>
              <a:rPr lang="en-US" altLang="en-US" sz="1700" b="1" dirty="0">
                <a:cs typeface="Arial" panose="020B0604020202020204" pitchFamily="34" charset="0"/>
              </a:rPr>
              <a:t>2)     Form Testing/ Input Field Testing</a:t>
            </a:r>
          </a:p>
          <a:p>
            <a:pPr lvl="1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US" altLang="en-US" sz="1700" dirty="0">
                <a:ea typeface="Arial MT"/>
                <a:cs typeface="Arial" panose="020B0604020202020204" pitchFamily="34" charset="0"/>
              </a:rPr>
              <a:t>All input fields tested by putting different types  of characters and special characters</a:t>
            </a:r>
          </a:p>
          <a:p>
            <a:pPr lvl="1">
              <a:lnSpc>
                <a:spcPct val="121000"/>
              </a:lnSpc>
              <a:buFont typeface="Arial" panose="020B0604020202020204" pitchFamily="34" charset="0"/>
              <a:buChar char="•"/>
            </a:pPr>
            <a:r>
              <a:rPr lang="en-GB" altLang="en-US" sz="1700" dirty="0">
                <a:ea typeface="Arial MT"/>
                <a:cs typeface="Arial" panose="020B0604020202020204" pitchFamily="34" charset="0"/>
              </a:rPr>
              <a:t>Appropriate</a:t>
            </a:r>
            <a:r>
              <a:rPr lang="en-US" altLang="en-US" sz="1700" dirty="0">
                <a:ea typeface="Arial MT"/>
                <a:cs typeface="Arial" panose="020B0604020202020204" pitchFamily="34" charset="0"/>
              </a:rPr>
              <a:t> error messages for mandatory fields, in case a user hasn’t filled those</a:t>
            </a:r>
          </a:p>
          <a:p>
            <a:pPr>
              <a:spcBef>
                <a:spcPts val="13"/>
              </a:spcBef>
            </a:pPr>
            <a:r>
              <a:rPr lang="en-US" altLang="en-US" sz="1700" b="1" dirty="0">
                <a:solidFill>
                  <a:srgbClr val="000000"/>
                </a:solidFill>
                <a:cs typeface="Arial" panose="020B0604020202020204" pitchFamily="34" charset="0"/>
              </a:rPr>
              <a:t>3)      Cookies Testing</a:t>
            </a:r>
            <a:endParaRPr lang="en-US" altLang="en-US" sz="17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>
              <a:spcBef>
                <a:spcPts val="13"/>
              </a:spcBef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rgbClr val="000000"/>
                </a:solidFill>
                <a:ea typeface="Arial MT"/>
                <a:cs typeface="Arial" panose="020B0604020202020204" pitchFamily="34" charset="0"/>
              </a:rPr>
              <a:t>Cookies are a small set of files used by a web application to store user  sessions</a:t>
            </a:r>
          </a:p>
          <a:p>
            <a:pPr lvl="1">
              <a:spcBef>
                <a:spcPts val="13"/>
              </a:spcBef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rgbClr val="000000"/>
                </a:solidFill>
                <a:ea typeface="Arial MT"/>
                <a:cs typeface="Arial" panose="020B0604020202020204" pitchFamily="34" charset="0"/>
              </a:rPr>
              <a:t>Cookies should not store any vital information such as the CVV number of a card for  banking transactions</a:t>
            </a:r>
          </a:p>
          <a:p>
            <a:pPr>
              <a:lnSpc>
                <a:spcPct val="138000"/>
              </a:lnSpc>
              <a:spcBef>
                <a:spcPts val="100"/>
              </a:spcBef>
            </a:pPr>
            <a:r>
              <a:rPr lang="en-US" altLang="en-US" sz="1700" b="1" dirty="0">
                <a:solidFill>
                  <a:srgbClr val="000000"/>
                </a:solidFill>
                <a:cs typeface="Arial" panose="020B0604020202020204" pitchFamily="34" charset="0"/>
              </a:rPr>
              <a:t>4)      End-to-End Workflow Testing</a:t>
            </a:r>
            <a:endParaRPr lang="en-US" altLang="en-US" sz="170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1700" dirty="0">
                <a:solidFill>
                  <a:srgbClr val="000000"/>
                </a:solidFill>
                <a:cs typeface="Arial" panose="020B0604020202020204" pitchFamily="34" charset="0"/>
              </a:rPr>
              <a:t>W</a:t>
            </a:r>
            <a:r>
              <a:rPr lang="en-US" altLang="en-US" sz="1700" dirty="0">
                <a:solidFill>
                  <a:srgbClr val="000000"/>
                </a:solidFill>
                <a:ea typeface="Arial MT"/>
                <a:cs typeface="Arial" panose="020B0604020202020204" pitchFamily="34" charset="0"/>
              </a:rPr>
              <a:t>orkflow of the web application should be  tested. </a:t>
            </a:r>
            <a:endParaRPr lang="en-GB" altLang="en-US" sz="1700" dirty="0">
              <a:ea typeface="Arial M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570D149-708E-3CF6-594A-362F1B3D7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50" y="412750"/>
            <a:ext cx="8496300" cy="690563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User</a:t>
            </a:r>
            <a:r>
              <a:rPr spc="-30" dirty="0"/>
              <a:t> </a:t>
            </a:r>
            <a:r>
              <a:rPr spc="-5" dirty="0"/>
              <a:t>Interface</a:t>
            </a:r>
            <a:r>
              <a:rPr spc="-35" dirty="0"/>
              <a:t> </a:t>
            </a:r>
            <a:r>
              <a:rPr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6A3AC3C-10B1-FD86-F4D9-6DAA50CEE455}"/>
              </a:ext>
            </a:extLst>
          </p:cNvPr>
          <p:cNvSpPr txBox="1"/>
          <p:nvPr/>
        </p:nvSpPr>
        <p:spPr>
          <a:xfrm>
            <a:off x="268635" y="1625365"/>
            <a:ext cx="8606730" cy="3481722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21000"/>
              </a:lnSpc>
              <a:spcBef>
                <a:spcPts val="100"/>
              </a:spcBef>
            </a:pPr>
            <a:r>
              <a:rPr lang="en-US" altLang="en-US" i="1" dirty="0">
                <a:solidFill>
                  <a:srgbClr val="002060"/>
                </a:solidFill>
                <a:ea typeface="Arial MT"/>
                <a:cs typeface="Arial" panose="020B0604020202020204" pitchFamily="34" charset="0"/>
              </a:rPr>
              <a:t>Graphical User Interface testing (GUI Testing) is testing for issues including:</a:t>
            </a:r>
          </a:p>
          <a:p>
            <a:pPr>
              <a:spcBef>
                <a:spcPts val="38"/>
              </a:spcBef>
            </a:pP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Form truncation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Readable font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Appropriate color scheme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Proper adjustment of text in relation with the web page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Correct alignment and readable images and text, etc.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1DF75CB-00E0-65AD-290F-8BB62FC1CF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4825" y="404664"/>
            <a:ext cx="4968875" cy="688975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Security</a:t>
            </a:r>
            <a:r>
              <a:rPr spc="-90" dirty="0"/>
              <a:t> </a:t>
            </a:r>
            <a:r>
              <a:rPr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1F5E7B8-44D3-9836-2EDB-C54E4115E198}"/>
              </a:ext>
            </a:extLst>
          </p:cNvPr>
          <p:cNvSpPr txBox="1"/>
          <p:nvPr/>
        </p:nvSpPr>
        <p:spPr>
          <a:xfrm>
            <a:off x="143508" y="1484784"/>
            <a:ext cx="8856984" cy="4496103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Security Testing is to identify/uncover any Security Loopholes (i.e., Vulnerabilities or Security Bugs). 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Security Testing comprises of both </a:t>
            </a:r>
            <a:r>
              <a:rPr lang="en-US" altLang="en-US" dirty="0">
                <a:solidFill>
                  <a:srgbClr val="286AAD"/>
                </a:solidFill>
                <a:ea typeface="Arial MT"/>
                <a:cs typeface="Arial" panose="020B0604020202020204" pitchFamily="34" charset="0"/>
              </a:rPr>
              <a:t>Vulnerability Assessment 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and </a:t>
            </a:r>
            <a:r>
              <a:rPr lang="en-US" altLang="en-US" dirty="0">
                <a:solidFill>
                  <a:srgbClr val="286AAD"/>
                </a:solidFill>
                <a:ea typeface="Arial MT"/>
                <a:cs typeface="Arial" panose="020B0604020202020204" pitchFamily="34" charset="0"/>
              </a:rPr>
              <a:t>Penetration Testing.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Vulnerability Assessment assesses the application and identify the security loopholes (i.e. Vulnerabilities) in the application.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Penetration Testing simulates the hacker activities by hacking/breaching/utilizing the identified  security loophole (i.e. vulnerability) to check or prove  what kind of damage/risk that the vulnerability is causing.</a:t>
            </a:r>
          </a:p>
          <a:p>
            <a:pPr marL="355600" indent="-3429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Security Testing is a crucial aspect under web testing, especially for the sites such as banking,  e-commerce.</a:t>
            </a:r>
            <a:endParaRPr lang="en-GB" altLang="en-US" sz="1600" dirty="0">
              <a:ea typeface="Arial M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object 3">
            <a:extLst>
              <a:ext uri="{FF2B5EF4-FFF2-40B4-BE49-F238E27FC236}">
                <a16:creationId xmlns:a16="http://schemas.microsoft.com/office/drawing/2014/main" id="{879E1349-75FA-2A07-50BF-F983FBEC3D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0877" y="1412776"/>
            <a:ext cx="4383123" cy="34736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EBF705B0-16CE-57CF-399B-FEE578CA11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592" y="307236"/>
            <a:ext cx="4968875" cy="688975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5" dirty="0"/>
              <a:t>Security</a:t>
            </a:r>
            <a:r>
              <a:rPr spc="-90" dirty="0"/>
              <a:t> </a:t>
            </a:r>
            <a:r>
              <a:rPr spc="-5" dirty="0"/>
              <a:t>Testing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79BA2C-222A-1073-23F1-897F49F2B679}"/>
              </a:ext>
            </a:extLst>
          </p:cNvPr>
          <p:cNvSpPr txBox="1"/>
          <p:nvPr/>
        </p:nvSpPr>
        <p:spPr>
          <a:xfrm>
            <a:off x="-1" y="1412776"/>
            <a:ext cx="5292467" cy="34717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298450" indent="-285750"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55650" indent="-285750"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239713" algn="l"/>
                <a:tab pos="2413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2700" indent="0">
              <a:lnSpc>
                <a:spcPts val="2050"/>
              </a:lnSpc>
              <a:spcBef>
                <a:spcPts val="350"/>
              </a:spcBef>
            </a:pPr>
            <a:r>
              <a:rPr lang="en-US" altLang="en-US" sz="2000" dirty="0">
                <a:cs typeface="Arial" panose="020B0604020202020204" pitchFamily="34" charset="0"/>
              </a:rPr>
              <a:t>Objectives of  Security Testing is to  </a:t>
            </a:r>
            <a:r>
              <a:rPr lang="en-US" altLang="en-US" sz="2000" dirty="0" smtClean="0">
                <a:cs typeface="Arial" panose="020B0604020202020204" pitchFamily="34" charset="0"/>
              </a:rPr>
              <a:t>ensure:</a:t>
            </a:r>
            <a:endParaRPr lang="en-US" altLang="en-US" sz="2000" dirty="0">
              <a:cs typeface="Arial" panose="020B0604020202020204" pitchFamily="34" charset="0"/>
            </a:endParaRPr>
          </a:p>
          <a:p>
            <a:pPr>
              <a:lnSpc>
                <a:spcPts val="205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 smtClean="0">
                <a:solidFill>
                  <a:srgbClr val="286AAD"/>
                </a:solidFill>
                <a:cs typeface="Arial" panose="020B0604020202020204" pitchFamily="34" charset="0"/>
              </a:rPr>
              <a:t>Confidentiality</a:t>
            </a:r>
            <a:r>
              <a:rPr lang="en-US" altLang="en-US" sz="1800" dirty="0" smtClean="0">
                <a:cs typeface="Arial" panose="020B0604020202020204" pitchFamily="34" charset="0"/>
              </a:rPr>
              <a:t> </a:t>
            </a:r>
            <a:r>
              <a:rPr lang="en-US" altLang="en-US" sz="1800" dirty="0">
                <a:cs typeface="Arial" panose="020B0604020202020204" pitchFamily="34" charset="0"/>
              </a:rPr>
              <a:t>–</a:t>
            </a:r>
          </a:p>
          <a:p>
            <a:pPr lvl="1">
              <a:lnSpc>
                <a:spcPts val="205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1800" dirty="0">
                <a:cs typeface="Arial" panose="020B0604020202020204" pitchFamily="34" charset="0"/>
              </a:rPr>
              <a:t>Information is private and  secured</a:t>
            </a:r>
          </a:p>
          <a:p>
            <a:pPr>
              <a:lnSpc>
                <a:spcPct val="90000"/>
              </a:lnSpc>
              <a:spcBef>
                <a:spcPts val="963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rgbClr val="286AAD"/>
                </a:solidFill>
                <a:cs typeface="Arial" panose="020B0604020202020204" pitchFamily="34" charset="0"/>
              </a:rPr>
              <a:t>Integrity</a:t>
            </a:r>
            <a:r>
              <a:rPr lang="en-US" altLang="en-US" sz="1800" dirty="0">
                <a:cs typeface="Arial" panose="020B0604020202020204" pitchFamily="34" charset="0"/>
              </a:rPr>
              <a:t> –</a:t>
            </a:r>
          </a:p>
          <a:p>
            <a:pPr lvl="1">
              <a:lnSpc>
                <a:spcPct val="90000"/>
              </a:lnSpc>
              <a:spcBef>
                <a:spcPts val="963"/>
              </a:spcBef>
              <a:buFont typeface="Arial" panose="020B0604020202020204" pitchFamily="34" charset="0"/>
              <a:buChar char="•"/>
            </a:pPr>
            <a:r>
              <a:rPr lang="en-GB" sz="1800" dirty="0">
                <a:cs typeface="Arial" panose="020B0604020202020204" pitchFamily="34" charset="0"/>
              </a:rPr>
              <a:t>accuracy and </a:t>
            </a:r>
            <a:r>
              <a:rPr lang="en-GB" sz="1800" dirty="0" smtClean="0">
                <a:cs typeface="Arial" panose="020B0604020202020204" pitchFamily="34" charset="0"/>
              </a:rPr>
              <a:t>completeness of data &amp; not tampered with.</a:t>
            </a:r>
            <a:endParaRPr lang="en-GB" sz="1800" dirty="0">
              <a:cs typeface="Arial" panose="020B0604020202020204" pitchFamily="34" charset="0"/>
            </a:endParaRPr>
          </a:p>
          <a:p>
            <a:pPr>
              <a:lnSpc>
                <a:spcPts val="2050"/>
              </a:lnSpc>
              <a:spcBef>
                <a:spcPts val="1038"/>
              </a:spcBef>
              <a:buFont typeface="Arial" panose="020B0604020202020204" pitchFamily="34" charset="0"/>
              <a:buChar char="•"/>
            </a:pPr>
            <a:r>
              <a:rPr lang="en-US" altLang="en-US" sz="1800" b="1" dirty="0" smtClean="0">
                <a:solidFill>
                  <a:srgbClr val="286AAD"/>
                </a:solidFill>
                <a:cs typeface="Arial" panose="020B0604020202020204" pitchFamily="34" charset="0"/>
              </a:rPr>
              <a:t>Availability</a:t>
            </a:r>
            <a:r>
              <a:rPr lang="en-US" altLang="en-US" sz="1800" dirty="0" smtClean="0">
                <a:cs typeface="Arial" panose="020B0604020202020204" pitchFamily="34" charset="0"/>
              </a:rPr>
              <a:t> </a:t>
            </a:r>
          </a:p>
          <a:p>
            <a:pPr lvl="1">
              <a:lnSpc>
                <a:spcPts val="2050"/>
              </a:lnSpc>
              <a:spcBef>
                <a:spcPts val="1038"/>
              </a:spcBef>
              <a:buFont typeface="Arial" panose="020B0604020202020204" pitchFamily="34" charset="0"/>
              <a:buChar char="•"/>
            </a:pPr>
            <a:r>
              <a:rPr lang="en-US" altLang="en-US" sz="1800" dirty="0" smtClean="0">
                <a:cs typeface="Arial" panose="020B0604020202020204" pitchFamily="34" charset="0"/>
              </a:rPr>
              <a:t>Application/System </a:t>
            </a:r>
            <a:r>
              <a:rPr lang="en-US" altLang="en-US" sz="1800" dirty="0">
                <a:cs typeface="Arial" panose="020B0604020202020204" pitchFamily="34" charset="0"/>
              </a:rPr>
              <a:t>is available  all the time to the intended users.</a:t>
            </a:r>
          </a:p>
          <a:p>
            <a:pPr>
              <a:buFont typeface="Wingdings" panose="05000000000000000000" pitchFamily="2" charset="2"/>
              <a:buChar char="q"/>
            </a:pPr>
            <a:endParaRPr lang="en-GB" altLang="en-US" sz="1600" dirty="0"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746771" y="5638845"/>
            <a:ext cx="6444208" cy="3616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050"/>
              </a:lnSpc>
              <a:spcBef>
                <a:spcPts val="1013"/>
              </a:spcBef>
              <a:buFont typeface="Arial" panose="020B0604020202020204" pitchFamily="34" charset="0"/>
              <a:buChar char="•"/>
            </a:pPr>
            <a:r>
              <a:rPr lang="en-US" altLang="en-US" b="1" dirty="0">
                <a:solidFill>
                  <a:srgbClr val="286AAD"/>
                </a:solidFill>
                <a:cs typeface="Arial" panose="020B0604020202020204" pitchFamily="34" charset="0"/>
              </a:rPr>
              <a:t>CIA</a:t>
            </a:r>
            <a:r>
              <a:rPr lang="en-US" altLang="en-US" dirty="0">
                <a:cs typeface="Arial" panose="020B0604020202020204" pitchFamily="34" charset="0"/>
              </a:rPr>
              <a:t> - Confidentiality,  Integrity and Availability</a:t>
            </a:r>
            <a:endParaRPr lang="en-US" altLang="en-US" dirty="0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392FE8C-6EC9-5EC9-E936-B47BA8C9B3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04" y="359323"/>
            <a:ext cx="8784976" cy="628377"/>
          </a:xfrm>
        </p:spPr>
        <p:txBody>
          <a:bodyPr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000" spc="-5" dirty="0"/>
              <a:t>Cross</a:t>
            </a:r>
            <a:r>
              <a:rPr sz="4000" spc="-55" dirty="0"/>
              <a:t> </a:t>
            </a:r>
            <a:r>
              <a:rPr sz="4000" spc="-5" dirty="0"/>
              <a:t>Browser</a:t>
            </a:r>
            <a:r>
              <a:rPr lang="en-US" sz="4000" spc="-5" dirty="0"/>
              <a:t> </a:t>
            </a:r>
            <a:r>
              <a:rPr sz="4000" spc="-5" dirty="0"/>
              <a:t>Compatibility</a:t>
            </a:r>
            <a:r>
              <a:rPr sz="4000" spc="-50" dirty="0"/>
              <a:t> </a:t>
            </a:r>
            <a:r>
              <a:rPr sz="4000"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56FA4C4-7C4C-028E-7138-90F2D0E7DD40}"/>
              </a:ext>
            </a:extLst>
          </p:cNvPr>
          <p:cNvSpPr txBox="1"/>
          <p:nvPr/>
        </p:nvSpPr>
        <p:spPr>
          <a:xfrm>
            <a:off x="251520" y="1484784"/>
            <a:ext cx="8640960" cy="4440318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8000"/>
              </a:lnSpc>
              <a:spcBef>
                <a:spcPts val="100"/>
              </a:spcBef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Web application is tested against different combinations of browsers and operating systems such as:</a:t>
            </a:r>
          </a:p>
          <a:p>
            <a:pPr>
              <a:spcBef>
                <a:spcPts val="38"/>
              </a:spcBef>
            </a:pP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Firefox with Windows</a:t>
            </a:r>
          </a:p>
          <a:p>
            <a:pPr marL="1085850" lvl="1" indent="-342900">
              <a:buFont typeface="Arial" panose="020B0604020202020204" pitchFamily="34" charset="0"/>
              <a:buChar char="•"/>
            </a:pPr>
            <a:r>
              <a:rPr lang="en-GB" altLang="en-US" dirty="0">
                <a:ea typeface="Arial MT"/>
                <a:cs typeface="Arial" panose="020B0604020202020204" pitchFamily="34" charset="0"/>
              </a:rPr>
              <a:t>Chrome with Windows</a:t>
            </a: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1085850" lvl="1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Safari with Mac OS</a:t>
            </a:r>
          </a:p>
          <a:p>
            <a:pPr>
              <a:spcBef>
                <a:spcPts val="25"/>
              </a:spcBef>
            </a:pP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>
              <a:lnSpc>
                <a:spcPct val="138000"/>
              </a:lnSpc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Intent of this testing is to verify that the web application behaves consistently across all OS’s and  browsers wherein there should not be any browser or OS specific bug.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8FB5F1F-02C6-2EC7-6FC5-41BE26A770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7504" y="260648"/>
            <a:ext cx="5976938" cy="688975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pc="-10" dirty="0"/>
              <a:t>Performance</a:t>
            </a:r>
            <a:r>
              <a:rPr spc="-90" dirty="0"/>
              <a:t> </a:t>
            </a:r>
            <a:r>
              <a:rPr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28DA1F6-25C7-49B4-6EBF-A3BF516B35AB}"/>
              </a:ext>
            </a:extLst>
          </p:cNvPr>
          <p:cNvSpPr txBox="1"/>
          <p:nvPr/>
        </p:nvSpPr>
        <p:spPr>
          <a:xfrm>
            <a:off x="323528" y="1393282"/>
            <a:ext cx="8424936" cy="4071436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Test the performance of the web application for different conditions</a:t>
            </a:r>
          </a:p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The response time of a web application and its </a:t>
            </a:r>
            <a:r>
              <a:rPr lang="en-US" altLang="en-US" dirty="0" err="1">
                <a:ea typeface="Arial MT"/>
                <a:cs typeface="Arial" panose="020B0604020202020204" pitchFamily="34" charset="0"/>
              </a:rPr>
              <a:t>behaviour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 during peak and non- peak load traffic</a:t>
            </a:r>
          </a:p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ea typeface="Arial MT"/>
                <a:cs typeface="Arial" panose="020B0604020202020204" pitchFamily="34" charset="0"/>
              </a:rPr>
              <a:t>Recovery 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time of the web application when it crashes at a certain point of time</a:t>
            </a:r>
          </a:p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altLang="en-US" dirty="0">
                <a:ea typeface="Arial MT"/>
                <a:cs typeface="Arial" panose="020B0604020202020204" pitchFamily="34" charset="0"/>
              </a:rPr>
              <a:t>Several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 tools (commercial or open-source) are used for performance testing such as  </a:t>
            </a:r>
            <a:r>
              <a:rPr lang="en-US" altLang="en-US" dirty="0" err="1">
                <a:ea typeface="Arial MT"/>
                <a:cs typeface="Arial" panose="020B0604020202020204" pitchFamily="34" charset="0"/>
              </a:rPr>
              <a:t>Loadrunner</a:t>
            </a:r>
            <a:r>
              <a:rPr lang="en-US" altLang="en-US" dirty="0">
                <a:ea typeface="Arial MT"/>
                <a:cs typeface="Arial" panose="020B0604020202020204" pitchFamily="34" charset="0"/>
              </a:rPr>
              <a:t>, JMeter, etc.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62656349-0F06-7DFB-B4C5-21E94AA7A0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5750" y="260648"/>
            <a:ext cx="6281738" cy="842963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5400" spc="-5" dirty="0"/>
              <a:t>Usability</a:t>
            </a:r>
            <a:r>
              <a:rPr sz="5400" spc="-90" dirty="0"/>
              <a:t> </a:t>
            </a:r>
            <a:r>
              <a:rPr sz="5400"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54FEEF4-E2D4-E2A0-0B51-6CA992A50BD4}"/>
              </a:ext>
            </a:extLst>
          </p:cNvPr>
          <p:cNvSpPr txBox="1"/>
          <p:nvPr/>
        </p:nvSpPr>
        <p:spPr>
          <a:xfrm>
            <a:off x="268635" y="1340768"/>
            <a:ext cx="8606730" cy="4754443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138000"/>
              </a:lnSpc>
              <a:spcBef>
                <a:spcPts val="100"/>
              </a:spcBef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Usability Testing pertains to testing  the web elements such as:</a:t>
            </a:r>
          </a:p>
          <a:p>
            <a:pPr marL="355600" indent="-342900">
              <a:spcBef>
                <a:spcPts val="38"/>
              </a:spcBef>
              <a:buFont typeface="Arial" panose="020B0604020202020204" pitchFamily="34" charset="0"/>
              <a:buChar char="•"/>
            </a:pP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 marL="355600" indent="-342900"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Forms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Text boxes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Images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Menu items</a:t>
            </a:r>
          </a:p>
          <a:p>
            <a:pPr marL="355600" indent="-342900">
              <a:spcBef>
                <a:spcPts val="650"/>
              </a:spcBef>
              <a:buFont typeface="Arial" panose="020B0604020202020204" pitchFamily="34" charset="0"/>
              <a:buChar char="•"/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Links </a:t>
            </a:r>
          </a:p>
          <a:p>
            <a:pPr>
              <a:spcBef>
                <a:spcPts val="650"/>
              </a:spcBef>
            </a:pPr>
            <a:endParaRPr lang="en-US" altLang="en-US" dirty="0">
              <a:ea typeface="Arial MT"/>
              <a:cs typeface="Arial" panose="020B0604020202020204" pitchFamily="34" charset="0"/>
            </a:endParaRPr>
          </a:p>
          <a:p>
            <a:pPr>
              <a:spcBef>
                <a:spcPts val="650"/>
              </a:spcBef>
            </a:pPr>
            <a:r>
              <a:rPr lang="en-US" altLang="en-US" dirty="0">
                <a:ea typeface="Arial MT"/>
                <a:cs typeface="Arial" panose="020B0604020202020204" pitchFamily="34" charset="0"/>
              </a:rPr>
              <a:t>Usability testing ensures the consistency and visibility across all web pages.</a:t>
            </a:r>
          </a:p>
          <a:p>
            <a:pPr>
              <a:spcBef>
                <a:spcPts val="25"/>
              </a:spcBef>
            </a:pPr>
            <a:endParaRPr lang="en-US" altLang="en-US" dirty="0">
              <a:ea typeface="Arial M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EF728D5-08F4-BE17-A538-02478E7B33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6485" y="332656"/>
            <a:ext cx="5176837" cy="752475"/>
          </a:xfrm>
        </p:spPr>
        <p:txBody>
          <a:bodyPr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4800" spc="-5" dirty="0"/>
              <a:t>Crowd</a:t>
            </a:r>
            <a:r>
              <a:rPr sz="4800" spc="-95" dirty="0"/>
              <a:t> </a:t>
            </a:r>
            <a:r>
              <a:rPr sz="4800" spc="-5" dirty="0"/>
              <a:t>Testing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29EAFBD-D748-A6C5-669C-170A7C106DA1}"/>
              </a:ext>
            </a:extLst>
          </p:cNvPr>
          <p:cNvSpPr txBox="1"/>
          <p:nvPr/>
        </p:nvSpPr>
        <p:spPr>
          <a:xfrm>
            <a:off x="256484" y="1659252"/>
            <a:ext cx="8635995" cy="3539495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latin typeface="Arial MT"/>
                <a:ea typeface="Arial MT"/>
                <a:cs typeface="Arial MT"/>
              </a:rPr>
              <a:t>Crowd Testing is also referred to as crowdsourced testing.</a:t>
            </a:r>
          </a:p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Arial MT"/>
                <a:ea typeface="Arial MT"/>
                <a:cs typeface="Arial MT"/>
              </a:rPr>
              <a:t>A</a:t>
            </a:r>
            <a:r>
              <a:rPr lang="en-US" altLang="en-US" sz="2800" dirty="0">
                <a:latin typeface="Arial MT"/>
                <a:ea typeface="Arial MT"/>
                <a:cs typeface="Arial MT"/>
              </a:rPr>
              <a:t> large group of people are selected to perform testing on a web application.</a:t>
            </a:r>
          </a:p>
          <a:p>
            <a:pPr marL="355600" indent="-342900">
              <a:lnSpc>
                <a:spcPct val="138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GB" altLang="en-US" sz="2800" dirty="0">
                <a:latin typeface="Arial MT"/>
                <a:ea typeface="Arial MT"/>
                <a:cs typeface="Arial MT"/>
              </a:rPr>
              <a:t>Feedbacks </a:t>
            </a:r>
            <a:r>
              <a:rPr lang="en-US" altLang="en-US" sz="2800" dirty="0">
                <a:latin typeface="Arial MT"/>
                <a:ea typeface="Arial MT"/>
                <a:cs typeface="Arial MT"/>
              </a:rPr>
              <a:t>and suggestions on the web application are collected.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FED4F-E067-7859-0D9E-B2483E1C0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- 1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FACE7-12A3-E3A8-839E-67681859F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1268760"/>
            <a:ext cx="8856663" cy="4896544"/>
          </a:xfrm>
        </p:spPr>
        <p:txBody>
          <a:bodyPr/>
          <a:lstStyle/>
          <a:p>
            <a:pPr algn="l"/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Which type of testing focuses on a web application's performance under load?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Unit Testing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Load Testing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Usability Testing</a:t>
            </a:r>
          </a:p>
          <a:p>
            <a:pPr algn="l"/>
            <a:r>
              <a:rPr lang="en-US" sz="1800" b="1" i="0" dirty="0" smtClean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What testing is performed to ensure that the web application is secure from external threats?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Security Testing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Integration Testing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Functionality Testing</a:t>
            </a:r>
          </a:p>
          <a:p>
            <a:pPr algn="l"/>
            <a:r>
              <a:rPr lang="en-US" sz="1800" b="1" i="0" dirty="0" smtClean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Which testing ensures that a web application provides a good user experience and is easy to navigate?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Compatibility Testing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Usability Testing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Performance Testing</a:t>
            </a:r>
          </a:p>
          <a:p>
            <a:r>
              <a:rPr lang="en-US" sz="1600" dirty="0"/>
              <a:t/>
            </a:r>
            <a:br>
              <a:rPr lang="en-US" sz="1600" dirty="0"/>
            </a:b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07103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EE3714-D3AB-F442-E4DA-2ED2B62DD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SDLC</a:t>
            </a:r>
            <a:endParaRPr lang="en-GB" dirty="0"/>
          </a:p>
        </p:txBody>
      </p:sp>
      <p:sp>
        <p:nvSpPr>
          <p:cNvPr id="26627" name="Text Placeholder 4">
            <a:extLst>
              <a:ext uri="{FF2B5EF4-FFF2-40B4-BE49-F238E27FC236}">
                <a16:creationId xmlns:a16="http://schemas.microsoft.com/office/drawing/2014/main" id="{28A884C2-BEB7-B4B8-F903-2060198ED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8A0C2C07-EEE3-1382-AE4E-3C7AB25F73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Software Development Life Cycle (SDLC)</a:t>
            </a:r>
            <a:endParaRPr lang="en-GB" altLang="en-US" sz="3600" dirty="0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48937647-CA53-C1FD-0947-3944621E5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3698941"/>
            <a:ext cx="8229600" cy="256815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development is not just about coding and programming languages.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development is a complex paradigm covering multiple aspects of a product that are required to synchronize for a fully functional, high-quality product.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is essential that software development process is conducted in structured and quality-controlled environment.</a:t>
            </a:r>
            <a:endParaRPr lang="en-GB" alt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8676" name="Picture 6">
            <a:extLst>
              <a:ext uri="{FF2B5EF4-FFF2-40B4-BE49-F238E27FC236}">
                <a16:creationId xmlns:a16="http://schemas.microsoft.com/office/drawing/2014/main" id="{44E7C459-6CF6-18D8-A9B3-DE20F477E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5287" y="1412776"/>
            <a:ext cx="5400675" cy="2112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C7DA682-F4BD-9C88-5BEB-08904090EF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Objectives</a:t>
            </a:r>
            <a:endParaRPr lang="en-GB" altLang="en-US"/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060772A2-D3CB-1F92-759A-15A145BAD5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a structured process for organizations to develop high-quality software products and the lowest cost possible.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a framework of tasks to be performed at different stages of software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Essential for project planning, cost estimation and resource allocation.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Allows better control over project and the development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Defines roles and responsibilities for different stakeholders.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Goals for each stage including the expected output is pre-defined.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communication between different stakeholders.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0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Decrease project risks, development and maintenance costs, and project management expenses</a:t>
            </a:r>
            <a:endParaRPr lang="en-GB" altLang="en-US" sz="20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8E5DCB47-DF1C-B759-B9B2-859F221783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Phases</a:t>
            </a:r>
            <a:endParaRPr lang="en-GB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B3F9A9E-2B22-744A-005D-94F869E88BD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1678755"/>
              </p:ext>
            </p:extLst>
          </p:nvPr>
        </p:nvGraphicFramePr>
        <p:xfrm>
          <a:off x="-340152" y="1133326"/>
          <a:ext cx="9505056" cy="4591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0724" name="TextBox 4">
            <a:extLst>
              <a:ext uri="{FF2B5EF4-FFF2-40B4-BE49-F238E27FC236}">
                <a16:creationId xmlns:a16="http://schemas.microsoft.com/office/drawing/2014/main" id="{9907F60C-DD66-DCE7-AEC5-AE2159CA7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4581525"/>
            <a:ext cx="53292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FF0000"/>
                </a:solidFill>
                <a:ea typeface="SimSun" panose="02010600030101010101" pitchFamily="2" charset="-122"/>
              </a:rPr>
              <a:t>Typical phases of SDLC</a:t>
            </a:r>
            <a:endParaRPr lang="en-GB" altLang="en-US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9AAAB65-F036-9AA4-B7F0-C86D55AD11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Phases - Planning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2501-AD2D-52EC-64A5-4E5E4793A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940" y="1435333"/>
            <a:ext cx="4954588" cy="4852988"/>
          </a:xfrm>
        </p:spPr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Objectives:</a:t>
            </a:r>
          </a:p>
          <a:p>
            <a:pPr lvl="1">
              <a:defRPr/>
            </a:pPr>
            <a:r>
              <a:rPr lang="en-US" sz="1600" dirty="0"/>
              <a:t>Product roadmap</a:t>
            </a:r>
          </a:p>
          <a:p>
            <a:pPr lvl="1">
              <a:defRPr/>
            </a:pPr>
            <a:r>
              <a:rPr lang="en-US" sz="1600" dirty="0"/>
              <a:t>Cost estimation</a:t>
            </a:r>
          </a:p>
          <a:p>
            <a:pPr lvl="1">
              <a:defRPr/>
            </a:pPr>
            <a:r>
              <a:rPr lang="en-US" sz="1600" dirty="0"/>
              <a:t>Resource allocation</a:t>
            </a:r>
          </a:p>
          <a:p>
            <a:pPr lvl="1">
              <a:defRPr/>
            </a:pPr>
            <a:r>
              <a:rPr lang="en-US" sz="1600" dirty="0"/>
              <a:t>Capacity planning</a:t>
            </a:r>
          </a:p>
          <a:p>
            <a:pPr lvl="1">
              <a:defRPr/>
            </a:pPr>
            <a:r>
              <a:rPr lang="en-US" sz="1600" dirty="0"/>
              <a:t>Project scheduling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Collaborators:</a:t>
            </a:r>
          </a:p>
          <a:p>
            <a:pPr lvl="1">
              <a:defRPr/>
            </a:pPr>
            <a:r>
              <a:rPr lang="en-US" sz="1600" dirty="0"/>
              <a:t>Project managers (operations)</a:t>
            </a:r>
          </a:p>
          <a:p>
            <a:pPr lvl="1">
              <a:defRPr/>
            </a:pPr>
            <a:r>
              <a:rPr lang="en-US" sz="1600" dirty="0"/>
              <a:t>Development team manager</a:t>
            </a:r>
          </a:p>
          <a:p>
            <a:pPr lvl="1">
              <a:defRPr/>
            </a:pPr>
            <a:r>
              <a:rPr lang="en-US" sz="1600" dirty="0"/>
              <a:t>Product managers (Business analysts)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Outputs:</a:t>
            </a:r>
          </a:p>
          <a:p>
            <a:pPr lvl="1">
              <a:defRPr/>
            </a:pPr>
            <a:r>
              <a:rPr lang="en-US" sz="1600" dirty="0"/>
              <a:t>Project plan</a:t>
            </a:r>
          </a:p>
          <a:p>
            <a:pPr lvl="1">
              <a:defRPr/>
            </a:pPr>
            <a:r>
              <a:rPr lang="en-US" sz="1600" dirty="0"/>
              <a:t>Schedule</a:t>
            </a:r>
          </a:p>
          <a:p>
            <a:pPr lvl="1">
              <a:defRPr/>
            </a:pPr>
            <a:r>
              <a:rPr lang="en-US" sz="1600" dirty="0"/>
              <a:t>Cost estimates</a:t>
            </a:r>
          </a:p>
          <a:p>
            <a:pPr lvl="1">
              <a:defRPr/>
            </a:pPr>
            <a:r>
              <a:rPr lang="en-US" sz="1600" dirty="0"/>
              <a:t>Procurements</a:t>
            </a:r>
          </a:p>
          <a:p>
            <a:pPr>
              <a:defRPr/>
            </a:pPr>
            <a:endParaRPr lang="en-GB" sz="2000" dirty="0"/>
          </a:p>
        </p:txBody>
      </p:sp>
      <p:grpSp>
        <p:nvGrpSpPr>
          <p:cNvPr id="31748" name="Group 11">
            <a:extLst>
              <a:ext uri="{FF2B5EF4-FFF2-40B4-BE49-F238E27FC236}">
                <a16:creationId xmlns:a16="http://schemas.microsoft.com/office/drawing/2014/main" id="{4D389BC3-B350-A41B-65D3-AC82EB2240B1}"/>
              </a:ext>
            </a:extLst>
          </p:cNvPr>
          <p:cNvGrpSpPr>
            <a:grpSpLocks/>
          </p:cNvGrpSpPr>
          <p:nvPr/>
        </p:nvGrpSpPr>
        <p:grpSpPr bwMode="auto">
          <a:xfrm>
            <a:off x="4321175" y="1600200"/>
            <a:ext cx="4846638" cy="3552825"/>
            <a:chOff x="4505001" y="1124744"/>
            <a:chExt cx="4846754" cy="3553544"/>
          </a:xfrm>
        </p:grpSpPr>
        <p:pic>
          <p:nvPicPr>
            <p:cNvPr id="31749" name="Graphic 6" descr="Social network with solid fill">
              <a:extLst>
                <a:ext uri="{FF2B5EF4-FFF2-40B4-BE49-F238E27FC236}">
                  <a16:creationId xmlns:a16="http://schemas.microsoft.com/office/drawing/2014/main" id="{7B0198AD-5D9F-F52E-D475-876EDABFBC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9393" y="1124744"/>
              <a:ext cx="3554498" cy="35535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FF24FE1-C2DA-E5EC-BD0F-F756E9076FE7}"/>
                </a:ext>
              </a:extLst>
            </p:cNvPr>
            <p:cNvSpPr/>
            <p:nvPr/>
          </p:nvSpPr>
          <p:spPr>
            <a:xfrm>
              <a:off x="6411635" y="2277502"/>
              <a:ext cx="1170015" cy="129566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hangingPunct="1">
                <a:defRPr/>
              </a:pPr>
              <a:endParaRPr lang="en-GB"/>
            </a:p>
          </p:txBody>
        </p:sp>
        <p:pic>
          <p:nvPicPr>
            <p:cNvPr id="31751" name="Graphic 4" descr="Gantt Chart with solid fill">
              <a:extLst>
                <a:ext uri="{FF2B5EF4-FFF2-40B4-BE49-F238E27FC236}">
                  <a16:creationId xmlns:a16="http://schemas.microsoft.com/office/drawing/2014/main" id="{8BB9A9AE-D370-2720-4B45-AD81CEA8AB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75106" y="2106018"/>
              <a:ext cx="1636751" cy="1637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752" name="TextBox 8">
              <a:extLst>
                <a:ext uri="{FF2B5EF4-FFF2-40B4-BE49-F238E27FC236}">
                  <a16:creationId xmlns:a16="http://schemas.microsoft.com/office/drawing/2014/main" id="{ACACD77D-C114-B24A-BB2D-B42042DD1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5001" y="2947197"/>
              <a:ext cx="144016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FF0000"/>
                  </a:solidFill>
                  <a:ea typeface="SimSun" panose="02010600030101010101" pitchFamily="2" charset="-122"/>
                </a:rPr>
                <a:t>Operations</a:t>
              </a:r>
              <a:endParaRPr lang="en-GB" altLang="en-US" sz="1400" b="1">
                <a:solidFill>
                  <a:srgbClr val="FF0000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31753" name="TextBox 9">
              <a:extLst>
                <a:ext uri="{FF2B5EF4-FFF2-40B4-BE49-F238E27FC236}">
                  <a16:creationId xmlns:a16="http://schemas.microsoft.com/office/drawing/2014/main" id="{150ADFEC-9958-E724-6643-67ECDB9F73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11595" y="3079051"/>
              <a:ext cx="144016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FF0000"/>
                  </a:solidFill>
                  <a:ea typeface="SimSun" panose="02010600030101010101" pitchFamily="2" charset="-122"/>
                </a:rPr>
                <a:t>Development</a:t>
              </a:r>
              <a:endParaRPr lang="en-GB" altLang="en-US" sz="1400" b="1">
                <a:solidFill>
                  <a:srgbClr val="FF0000"/>
                </a:solidFill>
                <a:ea typeface="SimSun" panose="02010600030101010101" pitchFamily="2" charset="-122"/>
              </a:endParaRPr>
            </a:p>
          </p:txBody>
        </p:sp>
        <p:sp>
          <p:nvSpPr>
            <p:cNvPr id="31754" name="TextBox 10">
              <a:extLst>
                <a:ext uri="{FF2B5EF4-FFF2-40B4-BE49-F238E27FC236}">
                  <a16:creationId xmlns:a16="http://schemas.microsoft.com/office/drawing/2014/main" id="{3B73AB10-FF7F-8E5B-5A6D-5CB825EB5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4369" y="1157419"/>
              <a:ext cx="1751620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r>
                <a:rPr lang="en-US" altLang="en-US" sz="1400" b="1">
                  <a:solidFill>
                    <a:srgbClr val="FF0000"/>
                  </a:solidFill>
                  <a:ea typeface="SimSun" panose="02010600030101010101" pitchFamily="2" charset="-122"/>
                </a:rPr>
                <a:t>Product managers</a:t>
              </a:r>
              <a:endParaRPr lang="en-GB" altLang="en-US" sz="1400" b="1">
                <a:solidFill>
                  <a:srgbClr val="FF0000"/>
                </a:solidFill>
                <a:ea typeface="SimSun" panose="0201060003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79A470B8-6672-1D27-9930-E6CAB84D1E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Phases - Requirements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715F8-BC20-A84E-90B4-E3B6306B7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16" y="1267794"/>
            <a:ext cx="4330700" cy="4852988"/>
          </a:xfrm>
        </p:spPr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Objectives:</a:t>
            </a:r>
          </a:p>
          <a:p>
            <a:pPr lvl="1">
              <a:defRPr/>
            </a:pPr>
            <a:r>
              <a:rPr lang="en-US" sz="1600" dirty="0"/>
              <a:t>Identify system requirements</a:t>
            </a:r>
          </a:p>
          <a:p>
            <a:pPr lvl="1">
              <a:defRPr/>
            </a:pPr>
            <a:r>
              <a:rPr lang="en-US" sz="1600" dirty="0"/>
              <a:t>Derive feature specifications</a:t>
            </a:r>
          </a:p>
          <a:p>
            <a:pPr lvl="1">
              <a:defRPr/>
            </a:pPr>
            <a:r>
              <a:rPr lang="en-US" sz="1600" dirty="0"/>
              <a:t>Design workflow</a:t>
            </a:r>
          </a:p>
          <a:p>
            <a:pPr lvl="1">
              <a:defRPr/>
            </a:pPr>
            <a:r>
              <a:rPr lang="en-US" sz="1600" dirty="0"/>
              <a:t>Comply with regulatory requirements</a:t>
            </a:r>
          </a:p>
          <a:p>
            <a:pPr lvl="1">
              <a:defRPr/>
            </a:pPr>
            <a:r>
              <a:rPr lang="en-US" sz="1600" dirty="0"/>
              <a:t>Approval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Collaborators:</a:t>
            </a:r>
          </a:p>
          <a:p>
            <a:pPr lvl="1">
              <a:defRPr/>
            </a:pPr>
            <a:r>
              <a:rPr lang="en-US" sz="1600" dirty="0"/>
              <a:t>Business analysis/product owners</a:t>
            </a:r>
          </a:p>
          <a:p>
            <a:pPr lvl="1">
              <a:defRPr/>
            </a:pPr>
            <a:r>
              <a:rPr lang="en-US" sz="1600" dirty="0"/>
              <a:t>Subject matter experts</a:t>
            </a:r>
          </a:p>
          <a:p>
            <a:pPr lvl="1">
              <a:defRPr/>
            </a:pPr>
            <a:r>
              <a:rPr lang="en-US" sz="1600" dirty="0"/>
              <a:t>Project manager (operations &amp; development)</a:t>
            </a:r>
          </a:p>
          <a:p>
            <a:pPr lvl="1">
              <a:defRPr/>
            </a:pPr>
            <a:r>
              <a:rPr lang="en-US" sz="1600" dirty="0"/>
              <a:t>Architects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Outputs:</a:t>
            </a:r>
          </a:p>
          <a:p>
            <a:pPr lvl="1">
              <a:defRPr/>
            </a:pPr>
            <a:r>
              <a:rPr lang="en-US" sz="1600" dirty="0"/>
              <a:t>Specifications document</a:t>
            </a:r>
          </a:p>
          <a:p>
            <a:pPr lvl="1">
              <a:defRPr/>
            </a:pPr>
            <a:r>
              <a:rPr lang="en-US" sz="1600" dirty="0"/>
              <a:t>Define system inputs and outputs</a:t>
            </a:r>
          </a:p>
          <a:p>
            <a:pPr lvl="1">
              <a:defRPr/>
            </a:pPr>
            <a:r>
              <a:rPr lang="en-US" sz="1600" dirty="0"/>
              <a:t>System workflow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GB" sz="2000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7DE0B7D-2BBE-A594-26D6-307F25A92CE2}"/>
              </a:ext>
            </a:extLst>
          </p:cNvPr>
          <p:cNvGraphicFramePr/>
          <p:nvPr/>
        </p:nvGraphicFramePr>
        <p:xfrm>
          <a:off x="4716016" y="1600200"/>
          <a:ext cx="4330824" cy="4133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2773" name="TextBox 8">
            <a:extLst>
              <a:ext uri="{FF2B5EF4-FFF2-40B4-BE49-F238E27FC236}">
                <a16:creationId xmlns:a16="http://schemas.microsoft.com/office/drawing/2014/main" id="{A8FF0295-B5D1-33A4-E92C-E241E864B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702300"/>
            <a:ext cx="4330700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200" b="1">
                <a:solidFill>
                  <a:srgbClr val="FF0000"/>
                </a:solidFill>
                <a:ea typeface="SimSun" panose="02010600030101010101" pitchFamily="2" charset="-122"/>
              </a:rPr>
              <a:t>Software requirements specifications</a:t>
            </a:r>
            <a:endParaRPr lang="en-GB" altLang="en-US" sz="1200" b="1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E3CF4247-47CC-12BE-A982-A8C799F797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Phases - Design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EA7CA-137D-BBF8-E4ED-9909F471E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484784"/>
            <a:ext cx="4619625" cy="4852988"/>
          </a:xfrm>
        </p:spPr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Objectives:</a:t>
            </a:r>
          </a:p>
          <a:p>
            <a:pPr lvl="1">
              <a:defRPr/>
            </a:pPr>
            <a:r>
              <a:rPr lang="en-US" sz="1600" dirty="0"/>
              <a:t>Identify the technical requirements</a:t>
            </a:r>
          </a:p>
          <a:p>
            <a:pPr lvl="1">
              <a:defRPr/>
            </a:pPr>
            <a:r>
              <a:rPr lang="en-US" sz="1600" dirty="0"/>
              <a:t>Design the architecture of the software</a:t>
            </a:r>
          </a:p>
          <a:p>
            <a:pPr lvl="1">
              <a:defRPr/>
            </a:pPr>
            <a:r>
              <a:rPr lang="en-US" sz="1600" dirty="0"/>
              <a:t>Establish communication pattern between different components of the software</a:t>
            </a:r>
          </a:p>
          <a:p>
            <a:pPr lvl="1">
              <a:defRPr/>
            </a:pPr>
            <a:r>
              <a:rPr lang="en-US" sz="1600" dirty="0"/>
              <a:t>Rapid prototyping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Collaborators:</a:t>
            </a:r>
          </a:p>
          <a:p>
            <a:pPr lvl="1">
              <a:defRPr/>
            </a:pPr>
            <a:r>
              <a:rPr lang="en-US" sz="1600" dirty="0"/>
              <a:t>Software architects</a:t>
            </a:r>
          </a:p>
          <a:p>
            <a:pPr lvl="1">
              <a:defRPr/>
            </a:pPr>
            <a:r>
              <a:rPr lang="en-US" sz="1600" dirty="0"/>
              <a:t>Development team managers</a:t>
            </a:r>
          </a:p>
          <a:p>
            <a:pPr lvl="1">
              <a:defRPr/>
            </a:pPr>
            <a:r>
              <a:rPr lang="en-US" sz="1600" dirty="0"/>
              <a:t>Development team leads</a:t>
            </a:r>
          </a:p>
          <a:p>
            <a:pPr lvl="1">
              <a:defRPr/>
            </a:pPr>
            <a:r>
              <a:rPr lang="en-US" sz="1600" dirty="0"/>
              <a:t>Product owner / business analyst</a:t>
            </a:r>
          </a:p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Outputs:</a:t>
            </a:r>
          </a:p>
          <a:p>
            <a:pPr lvl="1">
              <a:defRPr/>
            </a:pPr>
            <a:r>
              <a:rPr lang="en-US" sz="1600" dirty="0"/>
              <a:t>Design Document</a:t>
            </a:r>
          </a:p>
          <a:p>
            <a:pPr lvl="1">
              <a:defRPr/>
            </a:pPr>
            <a:r>
              <a:rPr lang="en-US" sz="1600" dirty="0"/>
              <a:t>Prototypes</a:t>
            </a:r>
          </a:p>
          <a:p>
            <a:pPr lvl="1">
              <a:defRPr/>
            </a:pPr>
            <a:r>
              <a:rPr lang="en-US" sz="1600" dirty="0"/>
              <a:t>Development plan</a:t>
            </a:r>
          </a:p>
        </p:txBody>
      </p:sp>
      <p:pic>
        <p:nvPicPr>
          <p:cNvPr id="33796" name="Picture 4" descr="Software Design Diagram Tool - Get Free Software Design Templates">
            <a:extLst>
              <a:ext uri="{FF2B5EF4-FFF2-40B4-BE49-F238E27FC236}">
                <a16:creationId xmlns:a16="http://schemas.microsoft.com/office/drawing/2014/main" id="{48DAA9D2-382B-52C7-81A4-E862EBC5C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588" y="2924175"/>
            <a:ext cx="4384675" cy="309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89BBC777-31F5-F817-80A1-ADC5B27C04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Phases - Development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0BB1-B3EC-3670-A258-084F0DD8C1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619625" cy="4852988"/>
          </a:xfrm>
        </p:spPr>
        <p:txBody>
          <a:bodyPr/>
          <a:lstStyle/>
          <a:p>
            <a:pPr>
              <a:defRPr/>
            </a:pPr>
            <a:r>
              <a:rPr lang="en-US" sz="2400" b="1" dirty="0">
                <a:solidFill>
                  <a:schemeClr val="accent6"/>
                </a:solidFill>
              </a:rPr>
              <a:t>Objectives:</a:t>
            </a:r>
          </a:p>
          <a:p>
            <a:pPr lvl="1">
              <a:defRPr/>
            </a:pPr>
            <a:r>
              <a:rPr lang="en-US" sz="2000" dirty="0"/>
              <a:t>Software development</a:t>
            </a:r>
          </a:p>
          <a:p>
            <a:pPr lvl="1">
              <a:defRPr/>
            </a:pPr>
            <a:r>
              <a:rPr lang="en-US" sz="2000" dirty="0"/>
              <a:t>Implement features inline with requirements and design</a:t>
            </a:r>
          </a:p>
          <a:p>
            <a:pPr lvl="1">
              <a:defRPr/>
            </a:pPr>
            <a:r>
              <a:rPr lang="en-US" sz="2000" dirty="0"/>
              <a:t>Follow adopted methodology</a:t>
            </a:r>
          </a:p>
          <a:p>
            <a:pPr lvl="1">
              <a:defRPr/>
            </a:pPr>
            <a:r>
              <a:rPr lang="en-US" sz="2000" dirty="0"/>
              <a:t>Version control</a:t>
            </a:r>
          </a:p>
          <a:p>
            <a:pPr>
              <a:defRPr/>
            </a:pPr>
            <a:r>
              <a:rPr lang="en-US" sz="2400" b="1" dirty="0">
                <a:solidFill>
                  <a:schemeClr val="accent6"/>
                </a:solidFill>
              </a:rPr>
              <a:t>Collaborators:</a:t>
            </a:r>
          </a:p>
          <a:p>
            <a:pPr lvl="1">
              <a:defRPr/>
            </a:pPr>
            <a:r>
              <a:rPr lang="en-US" sz="2000" dirty="0"/>
              <a:t>All development team</a:t>
            </a:r>
          </a:p>
          <a:p>
            <a:pPr lvl="1">
              <a:defRPr/>
            </a:pPr>
            <a:r>
              <a:rPr lang="en-US" sz="2000" dirty="0"/>
              <a:t>Business analyst / product owners</a:t>
            </a:r>
          </a:p>
          <a:p>
            <a:pPr>
              <a:defRPr/>
            </a:pPr>
            <a:r>
              <a:rPr lang="en-US" sz="2400" b="1" dirty="0">
                <a:solidFill>
                  <a:schemeClr val="accent6"/>
                </a:solidFill>
              </a:rPr>
              <a:t>Outputs:</a:t>
            </a:r>
          </a:p>
          <a:p>
            <a:pPr lvl="1">
              <a:defRPr/>
            </a:pPr>
            <a:r>
              <a:rPr lang="en-US" sz="2000" dirty="0"/>
              <a:t>Developed software</a:t>
            </a:r>
          </a:p>
          <a:p>
            <a:pPr lvl="1">
              <a:defRPr/>
            </a:pPr>
            <a:r>
              <a:rPr lang="en-US" sz="2000" dirty="0"/>
              <a:t>Functional and testable</a:t>
            </a:r>
            <a:endParaRPr lang="en-GB" sz="2000" dirty="0"/>
          </a:p>
        </p:txBody>
      </p:sp>
      <p:pic>
        <p:nvPicPr>
          <p:cNvPr id="34820" name="Picture 3">
            <a:extLst>
              <a:ext uri="{FF2B5EF4-FFF2-40B4-BE49-F238E27FC236}">
                <a16:creationId xmlns:a16="http://schemas.microsoft.com/office/drawing/2014/main" id="{BC859FB6-4EB7-DAD8-7143-A62EAA8FA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63" y="2060575"/>
            <a:ext cx="42481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B08E9585-D97B-462E-0BED-C4705E805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Phases - Testing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BABD8-2B9D-472F-B8C7-1D5C53ED7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5587" y="1269206"/>
            <a:ext cx="8856663" cy="4319587"/>
          </a:xfrm>
        </p:spPr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Objectives:</a:t>
            </a:r>
          </a:p>
          <a:p>
            <a:pPr lvl="1">
              <a:defRPr/>
            </a:pPr>
            <a:r>
              <a:rPr lang="en-US" sz="1600" dirty="0"/>
              <a:t>Test the software quality</a:t>
            </a:r>
          </a:p>
          <a:p>
            <a:pPr lvl="1">
              <a:defRPr/>
            </a:pPr>
            <a:r>
              <a:rPr lang="en-US" sz="1600" dirty="0"/>
              <a:t>Multi-level tests</a:t>
            </a:r>
          </a:p>
          <a:p>
            <a:pPr lvl="1">
              <a:defRPr/>
            </a:pPr>
            <a:r>
              <a:rPr lang="en-GB" sz="1600" dirty="0"/>
              <a:t>Unit testing</a:t>
            </a:r>
          </a:p>
          <a:p>
            <a:pPr lvl="1">
              <a:defRPr/>
            </a:pPr>
            <a:r>
              <a:rPr lang="en-GB" sz="1600" dirty="0"/>
              <a:t>Integration testing</a:t>
            </a:r>
          </a:p>
          <a:p>
            <a:pPr lvl="1">
              <a:defRPr/>
            </a:pPr>
            <a:r>
              <a:rPr lang="en-GB" sz="1600" dirty="0"/>
              <a:t>Regression testing</a:t>
            </a:r>
          </a:p>
          <a:p>
            <a:pPr lvl="1">
              <a:defRPr/>
            </a:pPr>
            <a:r>
              <a:rPr lang="en-GB" sz="1600" dirty="0"/>
              <a:t>Performance testing</a:t>
            </a:r>
          </a:p>
          <a:p>
            <a:pPr lvl="1">
              <a:defRPr/>
            </a:pPr>
            <a:r>
              <a:rPr lang="en-GB" sz="1600" dirty="0"/>
              <a:t>Security testing</a:t>
            </a:r>
          </a:p>
          <a:p>
            <a:pPr lvl="1">
              <a:defRPr/>
            </a:pPr>
            <a:r>
              <a:rPr lang="en-GB" sz="1600" dirty="0"/>
              <a:t>Acceptance testing</a:t>
            </a:r>
          </a:p>
          <a:p>
            <a:pPr>
              <a:defRPr/>
            </a:pPr>
            <a:r>
              <a:rPr lang="en-GB" sz="2000" b="1" dirty="0">
                <a:solidFill>
                  <a:schemeClr val="accent6"/>
                </a:solidFill>
              </a:rPr>
              <a:t>Collaborators:</a:t>
            </a:r>
          </a:p>
          <a:p>
            <a:pPr lvl="1">
              <a:defRPr/>
            </a:pPr>
            <a:r>
              <a:rPr lang="en-GB" sz="1600" dirty="0"/>
              <a:t>Quality Assurance team</a:t>
            </a:r>
          </a:p>
          <a:p>
            <a:pPr lvl="1">
              <a:defRPr/>
            </a:pPr>
            <a:r>
              <a:rPr lang="en-GB" sz="1600" dirty="0"/>
              <a:t>Developers</a:t>
            </a:r>
          </a:p>
          <a:p>
            <a:pPr>
              <a:defRPr/>
            </a:pPr>
            <a:r>
              <a:rPr lang="en-GB" sz="2000" b="1" dirty="0">
                <a:solidFill>
                  <a:schemeClr val="accent6"/>
                </a:solidFill>
              </a:rPr>
              <a:t>Outputs:</a:t>
            </a:r>
          </a:p>
          <a:p>
            <a:pPr lvl="1">
              <a:defRPr/>
            </a:pPr>
            <a:r>
              <a:rPr lang="en-GB" sz="1600" dirty="0"/>
              <a:t>Identify “bugs”</a:t>
            </a:r>
          </a:p>
          <a:p>
            <a:pPr lvl="1">
              <a:defRPr/>
            </a:pPr>
            <a:r>
              <a:rPr lang="en-GB" sz="1600" dirty="0"/>
              <a:t>Verify compliance to requirements</a:t>
            </a:r>
          </a:p>
          <a:p>
            <a:pPr lvl="1">
              <a:defRPr/>
            </a:pPr>
            <a:r>
              <a:rPr lang="en-GB" sz="1600" dirty="0"/>
              <a:t>Test report</a:t>
            </a:r>
          </a:p>
        </p:txBody>
      </p:sp>
      <p:grpSp>
        <p:nvGrpSpPr>
          <p:cNvPr id="35844" name="Group 15">
            <a:extLst>
              <a:ext uri="{FF2B5EF4-FFF2-40B4-BE49-F238E27FC236}">
                <a16:creationId xmlns:a16="http://schemas.microsoft.com/office/drawing/2014/main" id="{BC59E8E7-351A-DFB8-C2D6-46C70F5E3582}"/>
              </a:ext>
            </a:extLst>
          </p:cNvPr>
          <p:cNvGrpSpPr>
            <a:grpSpLocks/>
          </p:cNvGrpSpPr>
          <p:nvPr/>
        </p:nvGrpSpPr>
        <p:grpSpPr bwMode="auto">
          <a:xfrm>
            <a:off x="5076056" y="2564904"/>
            <a:ext cx="2401888" cy="2393950"/>
            <a:chOff x="5436096" y="1827466"/>
            <a:chExt cx="2401416" cy="2393621"/>
          </a:xfrm>
        </p:grpSpPr>
        <p:grpSp>
          <p:nvGrpSpPr>
            <p:cNvPr id="35845" name="Group 14">
              <a:extLst>
                <a:ext uri="{FF2B5EF4-FFF2-40B4-BE49-F238E27FC236}">
                  <a16:creationId xmlns:a16="http://schemas.microsoft.com/office/drawing/2014/main" id="{A454EC2D-23F9-E2E8-E07B-F53455A3CE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36096" y="1827466"/>
              <a:ext cx="2401416" cy="2393621"/>
              <a:chOff x="4114800" y="2971800"/>
              <a:chExt cx="1825352" cy="1825352"/>
            </a:xfrm>
          </p:grpSpPr>
          <p:pic>
            <p:nvPicPr>
              <p:cNvPr id="35849" name="Graphic 10" descr="Monitor with solid fill">
                <a:extLst>
                  <a:ext uri="{FF2B5EF4-FFF2-40B4-BE49-F238E27FC236}">
                    <a16:creationId xmlns:a16="http://schemas.microsoft.com/office/drawing/2014/main" id="{1FA2700B-E048-F87A-BE41-DD02C0E4E5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14800" y="2971800"/>
                <a:ext cx="1825352" cy="1825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850" name="Graphic 12" descr="Binary outline">
                <a:extLst>
                  <a:ext uri="{FF2B5EF4-FFF2-40B4-BE49-F238E27FC236}">
                    <a16:creationId xmlns:a16="http://schemas.microsoft.com/office/drawing/2014/main" id="{55ADD213-7414-287B-246F-28F23512D0E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504482" y="3345827"/>
                <a:ext cx="914485" cy="913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35846" name="Group 13">
              <a:extLst>
                <a:ext uri="{FF2B5EF4-FFF2-40B4-BE49-F238E27FC236}">
                  <a16:creationId xmlns:a16="http://schemas.microsoft.com/office/drawing/2014/main" id="{9338CA18-3A37-FD50-6AB1-7EAE521CFAE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24128" y="2546026"/>
              <a:ext cx="725252" cy="741448"/>
              <a:chOff x="5776156" y="2975584"/>
              <a:chExt cx="1465312" cy="1465312"/>
            </a:xfrm>
          </p:grpSpPr>
          <p:pic>
            <p:nvPicPr>
              <p:cNvPr id="35847" name="Graphic 6" descr="Magnifying glass with solid fill">
                <a:extLst>
                  <a:ext uri="{FF2B5EF4-FFF2-40B4-BE49-F238E27FC236}">
                    <a16:creationId xmlns:a16="http://schemas.microsoft.com/office/drawing/2014/main" id="{572F813E-9CD2-9CFC-E19B-D9822B499F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774639" y="2976529"/>
                <a:ext cx="1465498" cy="14649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848" name="Graphic 8" descr="Spider with solid fill">
                <a:extLst>
                  <a:ext uri="{FF2B5EF4-FFF2-40B4-BE49-F238E27FC236}">
                    <a16:creationId xmlns:a16="http://schemas.microsoft.com/office/drawing/2014/main" id="{6DA7891B-E227-E26C-7480-870CB143F46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hq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1731" y="3346685"/>
                <a:ext cx="455363" cy="4579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itle 1">
            <a:extLst>
              <a:ext uri="{FF2B5EF4-FFF2-40B4-BE49-F238E27FC236}">
                <a16:creationId xmlns:a16="http://schemas.microsoft.com/office/drawing/2014/main" id="{40D9D8B3-E200-049A-5918-C256D52BF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sz="3600" dirty="0"/>
              <a:t>SDLC Phases – Release &amp; Maintenance </a:t>
            </a:r>
            <a:endParaRPr lang="en-GB" alt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8F64A-DEB9-3135-D8AA-D389240B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388" y="1268413"/>
            <a:ext cx="8229600" cy="4852987"/>
          </a:xfrm>
        </p:spPr>
        <p:txBody>
          <a:bodyPr/>
          <a:lstStyle/>
          <a:p>
            <a:pPr>
              <a:defRPr/>
            </a:pPr>
            <a:r>
              <a:rPr lang="en-US" sz="2000" b="1" dirty="0">
                <a:solidFill>
                  <a:schemeClr val="accent6"/>
                </a:solidFill>
              </a:rPr>
              <a:t>Objectives:</a:t>
            </a:r>
          </a:p>
          <a:p>
            <a:pPr lvl="1">
              <a:defRPr/>
            </a:pPr>
            <a:r>
              <a:rPr lang="en-US" sz="2000" dirty="0"/>
              <a:t>Deploy the software</a:t>
            </a:r>
          </a:p>
          <a:p>
            <a:pPr lvl="1">
              <a:defRPr/>
            </a:pPr>
            <a:r>
              <a:rPr lang="en-US" sz="2000" dirty="0"/>
              <a:t>Regulatory approvals – UAT form</a:t>
            </a:r>
          </a:p>
          <a:p>
            <a:pPr lvl="1">
              <a:defRPr/>
            </a:pPr>
            <a:r>
              <a:rPr lang="en-US" sz="2000" dirty="0"/>
              <a:t>Release documentation</a:t>
            </a:r>
            <a:r>
              <a:rPr lang="en-GB" sz="2000" dirty="0"/>
              <a:t> and sign-off</a:t>
            </a:r>
          </a:p>
          <a:p>
            <a:pPr>
              <a:defRPr/>
            </a:pPr>
            <a:r>
              <a:rPr lang="en-GB" sz="2000" b="1" dirty="0">
                <a:solidFill>
                  <a:schemeClr val="accent6"/>
                </a:solidFill>
              </a:rPr>
              <a:t>Collaborators:</a:t>
            </a:r>
          </a:p>
          <a:p>
            <a:pPr lvl="1">
              <a:defRPr/>
            </a:pPr>
            <a:r>
              <a:rPr lang="en-GB" sz="2000" dirty="0"/>
              <a:t>DevOps engineer/Release manager</a:t>
            </a:r>
          </a:p>
          <a:p>
            <a:pPr lvl="1">
              <a:defRPr/>
            </a:pPr>
            <a:r>
              <a:rPr lang="en-GB" sz="2000" dirty="0"/>
              <a:t>Product owner</a:t>
            </a:r>
          </a:p>
          <a:p>
            <a:pPr lvl="1">
              <a:defRPr/>
            </a:pPr>
            <a:r>
              <a:rPr lang="en-GB" sz="2000" dirty="0"/>
              <a:t>Project managers (operations)</a:t>
            </a:r>
          </a:p>
          <a:p>
            <a:pPr>
              <a:defRPr/>
            </a:pPr>
            <a:r>
              <a:rPr lang="en-GB" sz="2000" b="1" dirty="0">
                <a:solidFill>
                  <a:schemeClr val="accent6"/>
                </a:solidFill>
              </a:rPr>
              <a:t>Outputs:</a:t>
            </a:r>
          </a:p>
          <a:p>
            <a:pPr lvl="1">
              <a:defRPr/>
            </a:pPr>
            <a:r>
              <a:rPr lang="en-GB" sz="2000" dirty="0"/>
              <a:t>Software in production</a:t>
            </a:r>
          </a:p>
          <a:p>
            <a:pPr lvl="1">
              <a:defRPr/>
            </a:pPr>
            <a:r>
              <a:rPr lang="en-GB" sz="2000" dirty="0"/>
              <a:t>Release notes </a:t>
            </a:r>
          </a:p>
          <a:p>
            <a:pPr lvl="1">
              <a:defRPr/>
            </a:pPr>
            <a:r>
              <a:rPr lang="en-GB" sz="2000" dirty="0"/>
              <a:t>Monitoring and maintenance</a:t>
            </a:r>
          </a:p>
          <a:p>
            <a:pPr>
              <a:defRPr/>
            </a:pPr>
            <a:endParaRPr lang="en-US" sz="2000" dirty="0"/>
          </a:p>
        </p:txBody>
      </p:sp>
      <p:pic>
        <p:nvPicPr>
          <p:cNvPr id="36868" name="Graphic 4" descr="Internet with solid fill">
            <a:extLst>
              <a:ext uri="{FF2B5EF4-FFF2-40B4-BE49-F238E27FC236}">
                <a16:creationId xmlns:a16="http://schemas.microsoft.com/office/drawing/2014/main" id="{84696D90-63B7-C519-4E54-C6AFC70BD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1288" y="2108200"/>
            <a:ext cx="1917700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Graphic 6" descr="Confetti ball with solid fill">
            <a:extLst>
              <a:ext uri="{FF2B5EF4-FFF2-40B4-BE49-F238E27FC236}">
                <a16:creationId xmlns:a16="http://schemas.microsoft.com/office/drawing/2014/main" id="{4A10FDF3-66D8-0E89-F7D0-E97ABB2CD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370205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Graphic 8" descr="Dance with solid fill">
            <a:extLst>
              <a:ext uri="{FF2B5EF4-FFF2-40B4-BE49-F238E27FC236}">
                <a16:creationId xmlns:a16="http://schemas.microsoft.com/office/drawing/2014/main" id="{CE2C193C-5494-D631-B424-3799C94FC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0475" y="3702050"/>
            <a:ext cx="9144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DB3C7A1-8D3C-CFB1-5BA9-81DB44C0759A}"/>
              </a:ext>
            </a:extLst>
          </p:cNvPr>
          <p:cNvSpPr txBox="1"/>
          <p:nvPr/>
        </p:nvSpPr>
        <p:spPr>
          <a:xfrm>
            <a:off x="6659420" y="1844378"/>
            <a:ext cx="1888536" cy="3693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b="1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ea typeface="宋体" panose="02010600030101010101" pitchFamily="2" charset="-122"/>
              </a:rPr>
              <a:t>RELEASED!!</a:t>
            </a:r>
            <a:endParaRPr lang="en-GB" b="1" dirty="0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4ACD13EC-BD68-B435-1EB4-BAA22ED1B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SDLC Phase – Task</a:t>
            </a:r>
            <a:endParaRPr lang="en-GB" altLang="en-US" dirty="0"/>
          </a:p>
        </p:txBody>
      </p:sp>
      <p:sp>
        <p:nvSpPr>
          <p:cNvPr id="37891" name="Content Placeholder 2">
            <a:extLst>
              <a:ext uri="{FF2B5EF4-FFF2-40B4-BE49-F238E27FC236}">
                <a16:creationId xmlns:a16="http://schemas.microsoft.com/office/drawing/2014/main" id="{E5ACD2DB-066D-EAA3-AF85-69FC967280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17638"/>
            <a:ext cx="8229600" cy="4852987"/>
          </a:xfrm>
        </p:spPr>
        <p:txBody>
          <a:bodyPr/>
          <a:lstStyle/>
          <a:p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Review the SDLC process of an </a:t>
            </a:r>
            <a:r>
              <a:rPr lang="en-US" altLang="en-US" sz="2400" i="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organisation</a:t>
            </a: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below and provide a quick description in own words.</a:t>
            </a:r>
            <a:endParaRPr lang="en-GB" altLang="en-US" sz="24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7892" name="Picture 4">
            <a:extLst>
              <a:ext uri="{FF2B5EF4-FFF2-40B4-BE49-F238E27FC236}">
                <a16:creationId xmlns:a16="http://schemas.microsoft.com/office/drawing/2014/main" id="{F93B5DEB-7A85-D60C-B8DE-96E14125F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95525"/>
            <a:ext cx="9144000" cy="444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0F6CE-C08B-B2D6-1129-CD663424D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err="1"/>
              <a:t>Sdlc</a:t>
            </a:r>
            <a:r>
              <a:rPr lang="en-US" dirty="0"/>
              <a:t> models</a:t>
            </a:r>
            <a:endParaRPr lang="en-GB" dirty="0"/>
          </a:p>
        </p:txBody>
      </p:sp>
      <p:sp>
        <p:nvSpPr>
          <p:cNvPr id="38915" name="Text Placeholder 4">
            <a:extLst>
              <a:ext uri="{FF2B5EF4-FFF2-40B4-BE49-F238E27FC236}">
                <a16:creationId xmlns:a16="http://schemas.microsoft.com/office/drawing/2014/main" id="{CE2803E6-89DD-7E55-5E83-E4F5C44E8D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4CDAE496-7549-2E68-AE6D-1B278198F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Models -Overview</a:t>
            </a:r>
            <a:endParaRPr lang="en-GB" altLang="en-US"/>
          </a:p>
        </p:txBody>
      </p:sp>
      <p:sp>
        <p:nvSpPr>
          <p:cNvPr id="39939" name="Content Placeholder 2">
            <a:extLst>
              <a:ext uri="{FF2B5EF4-FFF2-40B4-BE49-F238E27FC236}">
                <a16:creationId xmlns:a16="http://schemas.microsoft.com/office/drawing/2014/main" id="{75964A5B-BA6C-4871-ADEE-9255952CC5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7570788" cy="4708525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Various models for SDLC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model defines a set of steps to follow for the development activity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28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popular models:</a:t>
            </a:r>
          </a:p>
          <a:p>
            <a:pPr lvl="2"/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Waterfall</a:t>
            </a:r>
          </a:p>
          <a:p>
            <a:pPr lvl="2"/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Iterative</a:t>
            </a:r>
          </a:p>
          <a:p>
            <a:pPr lvl="2"/>
            <a:r>
              <a:rPr lang="en-US" altLang="en-US" sz="2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E79DD734-3853-3D9B-2ABF-FC920EE5FE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Models – Waterfall 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6B5B3-3D23-3688-F70A-B489E986E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1412776"/>
            <a:ext cx="8856663" cy="4319587"/>
          </a:xfrm>
        </p:spPr>
        <p:txBody>
          <a:bodyPr/>
          <a:lstStyle/>
          <a:p>
            <a:pPr>
              <a:defRPr/>
            </a:pPr>
            <a:r>
              <a:rPr lang="en-US" b="1" i="0" dirty="0">
                <a:solidFill>
                  <a:schemeClr val="accent6"/>
                </a:solidFill>
              </a:rPr>
              <a:t>Waterfall:</a:t>
            </a:r>
          </a:p>
          <a:p>
            <a:pPr lvl="1">
              <a:defRPr/>
            </a:pPr>
            <a:r>
              <a:rPr lang="en-US" dirty="0"/>
              <a:t>Oldest SDLC model</a:t>
            </a:r>
          </a:p>
          <a:p>
            <a:pPr lvl="1">
              <a:defRPr/>
            </a:pPr>
            <a:r>
              <a:rPr lang="en-US" dirty="0"/>
              <a:t>SDLC phases in sequential manner</a:t>
            </a:r>
          </a:p>
          <a:p>
            <a:pPr lvl="1">
              <a:defRPr/>
            </a:pPr>
            <a:r>
              <a:rPr lang="en-US" dirty="0"/>
              <a:t>Tangible output in each stage</a:t>
            </a:r>
          </a:p>
          <a:p>
            <a:pPr lvl="1">
              <a:defRPr/>
            </a:pPr>
            <a:r>
              <a:rPr lang="en-US" dirty="0"/>
              <a:t>Little room for changes and flexibility</a:t>
            </a:r>
          </a:p>
          <a:p>
            <a:pPr lvl="1">
              <a:defRPr/>
            </a:pPr>
            <a:r>
              <a:rPr lang="en-US" dirty="0"/>
              <a:t>Expensive to make changes</a:t>
            </a:r>
          </a:p>
          <a:p>
            <a:pPr>
              <a:defRPr/>
            </a:pPr>
            <a:endParaRPr lang="en-GB" i="0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666A5B0-E990-DDE7-288A-EA709F0CD72A}"/>
              </a:ext>
            </a:extLst>
          </p:cNvPr>
          <p:cNvGraphicFramePr/>
          <p:nvPr/>
        </p:nvGraphicFramePr>
        <p:xfrm>
          <a:off x="1979712" y="4509120"/>
          <a:ext cx="4536504" cy="13681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CF27D148-4DC7-D15C-8B98-028A65C6AB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Models - Iterative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C9356-6AAC-138F-7A5F-DD5DF19FC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3668" y="1528923"/>
            <a:ext cx="8856663" cy="4319587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chemeClr val="accent6"/>
                </a:solidFill>
              </a:rPr>
              <a:t>Iterative:</a:t>
            </a:r>
          </a:p>
          <a:p>
            <a:pPr lvl="1">
              <a:defRPr/>
            </a:pPr>
            <a:r>
              <a:rPr lang="en-US" dirty="0"/>
              <a:t>Development in iterations</a:t>
            </a:r>
          </a:p>
          <a:p>
            <a:pPr lvl="1">
              <a:defRPr/>
            </a:pPr>
            <a:r>
              <a:rPr lang="en-US" dirty="0"/>
              <a:t>Subset of software requirements implemented </a:t>
            </a:r>
          </a:p>
          <a:p>
            <a:pPr lvl="1">
              <a:defRPr/>
            </a:pPr>
            <a:r>
              <a:rPr lang="en-US" dirty="0"/>
              <a:t>Final iteration completes the product</a:t>
            </a:r>
          </a:p>
          <a:p>
            <a:pPr lvl="1">
              <a:defRPr/>
            </a:pPr>
            <a:r>
              <a:rPr lang="en-US" dirty="0"/>
              <a:t>Allows parallel development</a:t>
            </a:r>
          </a:p>
          <a:p>
            <a:pPr>
              <a:defRPr/>
            </a:pPr>
            <a:endParaRPr lang="en-GB" dirty="0"/>
          </a:p>
        </p:txBody>
      </p:sp>
      <p:grpSp>
        <p:nvGrpSpPr>
          <p:cNvPr id="41988" name="Group 11">
            <a:extLst>
              <a:ext uri="{FF2B5EF4-FFF2-40B4-BE49-F238E27FC236}">
                <a16:creationId xmlns:a16="http://schemas.microsoft.com/office/drawing/2014/main" id="{B8D553C3-DA3D-CEC5-B6CD-FC0DA93F1F0E}"/>
              </a:ext>
            </a:extLst>
          </p:cNvPr>
          <p:cNvGrpSpPr>
            <a:grpSpLocks/>
          </p:cNvGrpSpPr>
          <p:nvPr/>
        </p:nvGrpSpPr>
        <p:grpSpPr bwMode="auto">
          <a:xfrm>
            <a:off x="1763713" y="3933825"/>
            <a:ext cx="4752975" cy="2439988"/>
            <a:chOff x="2051720" y="4088815"/>
            <a:chExt cx="4578908" cy="2296508"/>
          </a:xfrm>
        </p:grpSpPr>
        <p:grpSp>
          <p:nvGrpSpPr>
            <p:cNvPr id="41989" name="Group 3">
              <a:extLst>
                <a:ext uri="{FF2B5EF4-FFF2-40B4-BE49-F238E27FC236}">
                  <a16:creationId xmlns:a16="http://schemas.microsoft.com/office/drawing/2014/main" id="{1F73AFB2-6732-C8D5-C180-A8FFC61339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51720" y="4653136"/>
              <a:ext cx="4578908" cy="1732187"/>
              <a:chOff x="4389847" y="4848000"/>
              <a:chExt cx="4578908" cy="1732187"/>
            </a:xfrm>
          </p:grpSpPr>
          <p:graphicFrame>
            <p:nvGraphicFramePr>
              <p:cNvPr id="5" name="Diagram 4">
                <a:extLst>
                  <a:ext uri="{FF2B5EF4-FFF2-40B4-BE49-F238E27FC236}">
                    <a16:creationId xmlns:a16="http://schemas.microsoft.com/office/drawing/2014/main" id="{7C85B273-05B2-4B8C-047E-1A3FC835CD57}"/>
                  </a:ext>
                </a:extLst>
              </p:cNvPr>
              <p:cNvGraphicFramePr/>
              <p:nvPr/>
            </p:nvGraphicFramePr>
            <p:xfrm>
              <a:off x="5868144" y="4869161"/>
              <a:ext cx="3096344" cy="10801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  <p:graphicFrame>
            <p:nvGraphicFramePr>
              <p:cNvPr id="6" name="Diagram 5">
                <a:extLst>
                  <a:ext uri="{FF2B5EF4-FFF2-40B4-BE49-F238E27FC236}">
                    <a16:creationId xmlns:a16="http://schemas.microsoft.com/office/drawing/2014/main" id="{92AF2B95-3D76-D8A8-521E-1A0BAB979BC4}"/>
                  </a:ext>
                </a:extLst>
              </p:cNvPr>
              <p:cNvGraphicFramePr/>
              <p:nvPr/>
            </p:nvGraphicFramePr>
            <p:xfrm>
              <a:off x="5872411" y="5500067"/>
              <a:ext cx="3096344" cy="1080120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8447AD9-CF6D-0679-AA99-BC6880BDE543}"/>
                  </a:ext>
                </a:extLst>
              </p:cNvPr>
              <p:cNvSpPr/>
              <p:nvPr/>
            </p:nvSpPr>
            <p:spPr>
              <a:xfrm>
                <a:off x="4389847" y="5245911"/>
                <a:ext cx="1079729" cy="43181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hangingPunct="1">
                  <a:defRPr/>
                </a:pPr>
                <a:r>
                  <a:rPr lang="en-US" sz="1000" dirty="0">
                    <a:solidFill>
                      <a:schemeClr val="tx1"/>
                    </a:solidFill>
                  </a:rPr>
                  <a:t>Requirements</a:t>
                </a:r>
                <a:endParaRPr lang="en-GB" sz="100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Connector: Elbow 7">
                <a:extLst>
                  <a:ext uri="{FF2B5EF4-FFF2-40B4-BE49-F238E27FC236}">
                    <a16:creationId xmlns:a16="http://schemas.microsoft.com/office/drawing/2014/main" id="{D7E5D720-121A-1595-7C55-474280758C67}"/>
                  </a:ext>
                </a:extLst>
              </p:cNvPr>
              <p:cNvCxnSpPr>
                <a:stCxn id="7" idx="0"/>
              </p:cNvCxnSpPr>
              <p:nvPr/>
            </p:nvCxnSpPr>
            <p:spPr>
              <a:xfrm rot="5400000" flipH="1" flipV="1">
                <a:off x="5198209" y="4579969"/>
                <a:ext cx="397444" cy="934440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E54C5DFB-3DB6-311B-E7BF-A2AF23874C30}"/>
                  </a:ext>
                </a:extLst>
              </p:cNvPr>
              <p:cNvCxnSpPr>
                <a:cxnSpLocks/>
                <a:endCxn id="5" idx="1"/>
              </p:cNvCxnSpPr>
              <p:nvPr/>
            </p:nvCxnSpPr>
            <p:spPr>
              <a:xfrm>
                <a:off x="5474164" y="5410268"/>
                <a:ext cx="394575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Connector: Elbow 9">
                <a:extLst>
                  <a:ext uri="{FF2B5EF4-FFF2-40B4-BE49-F238E27FC236}">
                    <a16:creationId xmlns:a16="http://schemas.microsoft.com/office/drawing/2014/main" id="{88CF2959-7B1C-953D-092B-5B3EE51264E1}"/>
                  </a:ext>
                </a:extLst>
              </p:cNvPr>
              <p:cNvCxnSpPr>
                <a:stCxn id="7" idx="2"/>
                <a:endCxn id="6" idx="1"/>
              </p:cNvCxnSpPr>
              <p:nvPr/>
            </p:nvCxnSpPr>
            <p:spPr>
              <a:xfrm rot="16200000" flipH="1">
                <a:off x="5219216" y="5388217"/>
                <a:ext cx="363078" cy="942087"/>
              </a:xfrm>
              <a:prstGeom prst="bentConnector2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aphicFrame>
          <p:nvGraphicFramePr>
            <p:cNvPr id="11" name="Diagram 10">
              <a:extLst>
                <a:ext uri="{FF2B5EF4-FFF2-40B4-BE49-F238E27FC236}">
                  <a16:creationId xmlns:a16="http://schemas.microsoft.com/office/drawing/2014/main" id="{666A8C67-348C-1541-1CDF-66EFB0FED6F3}"/>
                </a:ext>
              </a:extLst>
            </p:cNvPr>
            <p:cNvGraphicFramePr/>
            <p:nvPr/>
          </p:nvGraphicFramePr>
          <p:xfrm>
            <a:off x="3534284" y="4088815"/>
            <a:ext cx="3096344" cy="108012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12" r:lo="rId13" r:qs="rId14" r:cs="rId15"/>
            </a:graphicData>
          </a:graphic>
        </p:graphicFrame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7E85D8AC-128D-8328-F676-E55B3367D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Models - Agile</a:t>
            </a:r>
            <a:endParaRPr lang="en-GB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1882BF91-2A06-E238-44E4-2A8623DE49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3188" y="1628800"/>
            <a:ext cx="8856663" cy="43195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Agile SDLC is the most popular methodology for software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combo of iterative and incremental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a flexible framework.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Adaptive approach – does not require detailed planning.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Feature driven development approach.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Frequent testing resulting in low risks.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400" i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Release iterations.</a:t>
            </a:r>
            <a:endParaRPr lang="en-GB" altLang="en-US" sz="240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14EB6211-78BA-17C4-2FCF-B8BCB08B86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Models - Agile</a:t>
            </a:r>
            <a:endParaRPr lang="en-GB" alt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56D3308-4D28-2A07-5076-3ACA51708A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55575" y="2125706"/>
          <a:ext cx="2448273" cy="2174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Arrow: Right 4">
            <a:extLst>
              <a:ext uri="{FF2B5EF4-FFF2-40B4-BE49-F238E27FC236}">
                <a16:creationId xmlns:a16="http://schemas.microsoft.com/office/drawing/2014/main" id="{DE5C264D-C54D-CD89-1DC0-C688DD7091D5}"/>
              </a:ext>
            </a:extLst>
          </p:cNvPr>
          <p:cNvSpPr/>
          <p:nvPr/>
        </p:nvSpPr>
        <p:spPr>
          <a:xfrm>
            <a:off x="649288" y="4070350"/>
            <a:ext cx="576262" cy="328613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dirty="0">
                <a:solidFill>
                  <a:schemeClr val="bg1"/>
                </a:solidFill>
              </a:rPr>
              <a:t>Plan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7FB99904-7267-CDB0-7C64-925592224807}"/>
              </a:ext>
            </a:extLst>
          </p:cNvPr>
          <p:cNvSpPr/>
          <p:nvPr/>
        </p:nvSpPr>
        <p:spPr>
          <a:xfrm>
            <a:off x="2336800" y="4017963"/>
            <a:ext cx="792163" cy="433387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050" dirty="0">
                <a:solidFill>
                  <a:schemeClr val="bg1"/>
                </a:solidFill>
              </a:rPr>
              <a:t>Release</a:t>
            </a:r>
            <a:endParaRPr lang="en-GB" sz="1050" dirty="0">
              <a:solidFill>
                <a:schemeClr val="bg1"/>
              </a:solidFill>
            </a:endParaRPr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B6B7F95E-3874-32A8-BAB8-3A05097C4515}"/>
              </a:ext>
            </a:extLst>
          </p:cNvPr>
          <p:cNvGraphicFramePr>
            <a:graphicFrameLocks/>
          </p:cNvGraphicFramePr>
          <p:nvPr/>
        </p:nvGraphicFramePr>
        <p:xfrm>
          <a:off x="3779911" y="2165758"/>
          <a:ext cx="2448273" cy="2174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C11EE46E-2AB5-D0F4-0625-414F124F1579}"/>
              </a:ext>
            </a:extLst>
          </p:cNvPr>
          <p:cNvGraphicFramePr>
            <a:graphicFrameLocks/>
          </p:cNvGraphicFramePr>
          <p:nvPr/>
        </p:nvGraphicFramePr>
        <p:xfrm>
          <a:off x="6516217" y="2125706"/>
          <a:ext cx="2448273" cy="2174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12" name="Arrow: Right 11">
            <a:extLst>
              <a:ext uri="{FF2B5EF4-FFF2-40B4-BE49-F238E27FC236}">
                <a16:creationId xmlns:a16="http://schemas.microsoft.com/office/drawing/2014/main" id="{13CE8197-0BFE-7073-EA12-E88A112369F9}"/>
              </a:ext>
            </a:extLst>
          </p:cNvPr>
          <p:cNvSpPr/>
          <p:nvPr/>
        </p:nvSpPr>
        <p:spPr>
          <a:xfrm>
            <a:off x="3779838" y="4162425"/>
            <a:ext cx="576262" cy="330200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dirty="0">
                <a:solidFill>
                  <a:schemeClr val="bg1"/>
                </a:solidFill>
              </a:rPr>
              <a:t>Plan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3E66822-8A34-FB37-B081-63F2309532A1}"/>
              </a:ext>
            </a:extLst>
          </p:cNvPr>
          <p:cNvSpPr/>
          <p:nvPr/>
        </p:nvSpPr>
        <p:spPr>
          <a:xfrm>
            <a:off x="8097838" y="4111625"/>
            <a:ext cx="792162" cy="431800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050" dirty="0">
                <a:solidFill>
                  <a:schemeClr val="bg1"/>
                </a:solidFill>
              </a:rPr>
              <a:t>Release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7BF7FB0-70BF-7D43-A572-754191C60E06}"/>
              </a:ext>
            </a:extLst>
          </p:cNvPr>
          <p:cNvSpPr/>
          <p:nvPr/>
        </p:nvSpPr>
        <p:spPr>
          <a:xfrm>
            <a:off x="6526213" y="4125913"/>
            <a:ext cx="576262" cy="330200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100" dirty="0">
                <a:solidFill>
                  <a:schemeClr val="bg1"/>
                </a:solidFill>
              </a:rPr>
              <a:t>Plan</a:t>
            </a:r>
            <a:endParaRPr lang="en-GB" sz="1200" dirty="0">
              <a:solidFill>
                <a:schemeClr val="bg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B46F60C-9F80-5987-C4F3-FF215A5D9131}"/>
              </a:ext>
            </a:extLst>
          </p:cNvPr>
          <p:cNvSpPr/>
          <p:nvPr/>
        </p:nvSpPr>
        <p:spPr>
          <a:xfrm>
            <a:off x="5354638" y="4138613"/>
            <a:ext cx="792162" cy="431800"/>
          </a:xfrm>
          <a:prstGeom prst="rightArrow">
            <a:avLst/>
          </a:prstGeom>
          <a:solidFill>
            <a:schemeClr val="accent6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sz="1050" dirty="0">
                <a:solidFill>
                  <a:schemeClr val="bg1"/>
                </a:solidFill>
              </a:rPr>
              <a:t>Release</a:t>
            </a:r>
            <a:endParaRPr lang="en-GB" sz="1050" dirty="0">
              <a:solidFill>
                <a:schemeClr val="bg1"/>
              </a:solidFill>
            </a:endParaRPr>
          </a:p>
        </p:txBody>
      </p:sp>
      <p:sp>
        <p:nvSpPr>
          <p:cNvPr id="44044" name="TextBox 15">
            <a:extLst>
              <a:ext uri="{FF2B5EF4-FFF2-40B4-BE49-F238E27FC236}">
                <a16:creationId xmlns:a16="http://schemas.microsoft.com/office/drawing/2014/main" id="{7858BD68-3F03-1A29-4371-F145AF2134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8125" y="3213100"/>
            <a:ext cx="1047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 dirty="0">
                <a:solidFill>
                  <a:srgbClr val="FF0000"/>
                </a:solidFill>
                <a:ea typeface="SimSun" panose="02010600030101010101" pitchFamily="2" charset="-122"/>
              </a:rPr>
              <a:t>Sprint 1</a:t>
            </a:r>
            <a:endParaRPr lang="en-GB" altLang="en-US" sz="1800" b="1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44045" name="TextBox 16">
            <a:extLst>
              <a:ext uri="{FF2B5EF4-FFF2-40B4-BE49-F238E27FC236}">
                <a16:creationId xmlns:a16="http://schemas.microsoft.com/office/drawing/2014/main" id="{980C1661-B845-7A22-BA68-20522BD567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219450"/>
            <a:ext cx="1047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 dirty="0">
                <a:solidFill>
                  <a:srgbClr val="FF0000"/>
                </a:solidFill>
                <a:ea typeface="SimSun" panose="02010600030101010101" pitchFamily="2" charset="-122"/>
              </a:rPr>
              <a:t>Sprint 2</a:t>
            </a:r>
            <a:endParaRPr lang="en-GB" altLang="en-US" sz="1800" b="1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44046" name="TextBox 17">
            <a:extLst>
              <a:ext uri="{FF2B5EF4-FFF2-40B4-BE49-F238E27FC236}">
                <a16:creationId xmlns:a16="http://schemas.microsoft.com/office/drawing/2014/main" id="{12F9C5EC-9DA6-361F-442F-4BA4C536D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6150" y="3213100"/>
            <a:ext cx="1047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800" b="1" dirty="0">
                <a:solidFill>
                  <a:srgbClr val="FF0000"/>
                </a:solidFill>
                <a:ea typeface="SimSun" panose="02010600030101010101" pitchFamily="2" charset="-122"/>
              </a:rPr>
              <a:t>Sprint 3</a:t>
            </a:r>
            <a:endParaRPr lang="en-GB" altLang="en-US" sz="1800" b="1" dirty="0">
              <a:solidFill>
                <a:srgbClr val="FF0000"/>
              </a:solidFill>
              <a:ea typeface="SimSun" panose="02010600030101010101" pitchFamily="2" charset="-122"/>
            </a:endParaRPr>
          </a:p>
        </p:txBody>
      </p:sp>
      <p:sp>
        <p:nvSpPr>
          <p:cNvPr id="44047" name="TextBox 18">
            <a:extLst>
              <a:ext uri="{FF2B5EF4-FFF2-40B4-BE49-F238E27FC236}">
                <a16:creationId xmlns:a16="http://schemas.microsoft.com/office/drawing/2014/main" id="{1FD31EA6-FFE6-B3F2-E0A8-9D6A06881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4979618"/>
            <a:ext cx="822960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en-US" dirty="0">
                <a:ea typeface="SimSun" panose="02010600030101010101" pitchFamily="2" charset="-122"/>
              </a:rPr>
              <a:t>Under Agile methodology, the SDLC is carried out in short time durations called “</a:t>
            </a:r>
            <a:r>
              <a:rPr lang="en-US" altLang="en-US" dirty="0">
                <a:solidFill>
                  <a:srgbClr val="FF0000"/>
                </a:solidFill>
                <a:ea typeface="SimSun" panose="02010600030101010101" pitchFamily="2" charset="-122"/>
              </a:rPr>
              <a:t>Sprints</a:t>
            </a:r>
            <a:r>
              <a:rPr lang="en-US" altLang="en-US" dirty="0">
                <a:ea typeface="SimSun" panose="02010600030101010101" pitchFamily="2" charset="-122"/>
              </a:rPr>
              <a:t>”</a:t>
            </a:r>
            <a:endParaRPr lang="en-GB" altLang="en-US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AE245CA6-A65E-2C4B-AF3F-014A1FDDAA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SDLC Models - Agile</a:t>
            </a:r>
            <a:endParaRPr lang="en-GB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4D8D0-D34C-259C-5C1F-D514EEC70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188" y="1412776"/>
            <a:ext cx="8856663" cy="4319587"/>
          </a:xfrm>
        </p:spPr>
        <p:txBody>
          <a:bodyPr/>
          <a:lstStyle/>
          <a:p>
            <a:pPr>
              <a:defRPr/>
            </a:pPr>
            <a:r>
              <a:rPr lang="en-US" sz="2800" b="1" i="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Agile manifesto:</a:t>
            </a:r>
          </a:p>
          <a:p>
            <a:pPr lvl="1">
              <a:defRPr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Individuals and interactions 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processes and tools</a:t>
            </a:r>
          </a:p>
          <a:p>
            <a:pPr lvl="1">
              <a:defRPr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 software 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comprehensive documentation</a:t>
            </a:r>
          </a:p>
          <a:p>
            <a:pPr lvl="1">
              <a:defRPr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collaboration 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contract negotiation</a:t>
            </a:r>
          </a:p>
          <a:p>
            <a:pPr lvl="1">
              <a:defRPr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Responding to change </a:t>
            </a:r>
            <a:r>
              <a:rPr lang="en-US" sz="24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 following a plan</a:t>
            </a: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endParaRPr lang="en-US" sz="2800" b="1" dirty="0">
              <a:solidFill>
                <a:schemeClr val="accent6"/>
              </a:solidFill>
              <a:latin typeface="Times New Roman" panose="02020603050405020304" pitchFamily="18" charset="0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en-US" sz="2800" b="1" i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Task</a:t>
            </a:r>
          </a:p>
          <a:p>
            <a:pPr>
              <a:defRPr/>
            </a:pPr>
            <a:r>
              <a:rPr lang="en-US" sz="2800" b="1" i="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Read Agile Manifesto and twelve principles of Agile software at </a:t>
            </a:r>
            <a:r>
              <a:rPr lang="en-US" sz="28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http://agilemanifesto.org/</a:t>
            </a:r>
            <a:r>
              <a:rPr lang="en-US" sz="2800" i="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GB" sz="280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61BFE-C8AA-4718-C89C-67AE0E0C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- 2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852F9-215C-86C1-DA8B-22283FA20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827" y="1258888"/>
            <a:ext cx="8744745" cy="4319587"/>
          </a:xfrm>
        </p:spPr>
        <p:txBody>
          <a:bodyPr/>
          <a:lstStyle/>
          <a:p>
            <a:pPr algn="l"/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1. What is a key characteristic of the Agile SDLC model?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Comprehensive documentation is prioritized over working software.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Development is carried out in small, incremental cycles.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Changes to requirements are discouraged late in the development process</a:t>
            </a:r>
            <a:r>
              <a:rPr lang="en-US" sz="1800" b="0" i="0" dirty="0" smtClean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2. In Agile methodology, what is a short period during which a specific set of work has to be completed and made ready for review called?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Sprint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Waterfall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</a:t>
            </a:r>
            <a:r>
              <a:rPr lang="en-US" sz="1800" b="0" i="0" dirty="0" smtClean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Phase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3. Which of the following best describes the role of a Scrum Master in an Agile team?</a:t>
            </a:r>
            <a:endParaRPr lang="en-US" sz="18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A) Directs team members on which tasks to complete each day.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B) Facilitates the team's progress towards their goals.</a:t>
            </a:r>
          </a:p>
          <a:p>
            <a:pPr algn="l"/>
            <a:r>
              <a:rPr lang="en-US" sz="18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C) Writes the code necessary to implement new features.</a:t>
            </a:r>
          </a:p>
          <a:p>
            <a:r>
              <a:rPr lang="en-US" sz="1800" dirty="0"/>
              <a:t/>
            </a:r>
            <a:br>
              <a:rPr lang="en-US" sz="1800" dirty="0"/>
            </a:b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621992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8B67E0-5A6F-3940-0DD2-A319BF2B8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Version control</a:t>
            </a:r>
            <a:endParaRPr lang="en-GB" dirty="0"/>
          </a:p>
        </p:txBody>
      </p:sp>
      <p:sp>
        <p:nvSpPr>
          <p:cNvPr id="46083" name="Text Placeholder 4">
            <a:extLst>
              <a:ext uri="{FF2B5EF4-FFF2-40B4-BE49-F238E27FC236}">
                <a16:creationId xmlns:a16="http://schemas.microsoft.com/office/drawing/2014/main" id="{BCAFDEFB-F563-D270-CEF6-DF9F0339D9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A5AEC392-1B80-0EFA-AAF4-0FD6F565BCB4}"/>
              </a:ext>
            </a:extLst>
          </p:cNvPr>
          <p:cNvSpPr txBox="1"/>
          <p:nvPr/>
        </p:nvSpPr>
        <p:spPr>
          <a:xfrm>
            <a:off x="89693" y="1258888"/>
            <a:ext cx="8964613" cy="4955844"/>
          </a:xfrm>
          <a:prstGeom prst="rect">
            <a:avLst/>
          </a:prstGeom>
        </p:spPr>
        <p:txBody>
          <a:bodyPr wrap="square" lIns="0" tIns="635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28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200" dirty="0">
                <a:cs typeface="Arial" panose="020B0604020202020204" pitchFamily="34" charset="0"/>
              </a:rPr>
              <a:t>Version control is a system that records changes to a file or set of files over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You </a:t>
            </a:r>
            <a:r>
              <a:rPr lang="en-US" altLang="en-US" sz="2200" dirty="0">
                <a:cs typeface="Arial" panose="020B0604020202020204" pitchFamily="34" charset="0"/>
              </a:rPr>
              <a:t>can recall specific versions later.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In coding, multiple versions of a code file are made.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Over time, it gets messy to manage the versions.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In collaboration, other developers have their own version of the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To manage the different versions and track the code development, version control is needed.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Version control can be managed by various commercial tools available.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GB" altLang="en-US" sz="2200" dirty="0">
                <a:cs typeface="Arial" panose="020B0604020202020204" pitchFamily="34" charset="0"/>
              </a:rPr>
              <a:t>Benefits include:</a:t>
            </a:r>
          </a:p>
          <a:p>
            <a:pPr marL="7556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Generate backups</a:t>
            </a:r>
          </a:p>
          <a:p>
            <a:pPr marL="7556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Test and experiment</a:t>
            </a:r>
          </a:p>
          <a:p>
            <a:pPr marL="7556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Keep a track of changes</a:t>
            </a:r>
          </a:p>
          <a:p>
            <a:pPr marL="755650" lvl="1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000" dirty="0">
                <a:cs typeface="Arial" panose="020B0604020202020204" pitchFamily="34" charset="0"/>
              </a:rPr>
              <a:t>Collaborate and contribute</a:t>
            </a:r>
            <a:endParaRPr lang="en-US" altLang="en-US" sz="1600" dirty="0">
              <a:cs typeface="Arial" panose="020B0604020202020204" pitchFamily="34" charset="0"/>
            </a:endParaRPr>
          </a:p>
        </p:txBody>
      </p:sp>
      <p:sp>
        <p:nvSpPr>
          <p:cNvPr id="47107" name="Title 6">
            <a:extLst>
              <a:ext uri="{FF2B5EF4-FFF2-40B4-BE49-F238E27FC236}">
                <a16:creationId xmlns:a16="http://schemas.microsoft.com/office/drawing/2014/main" id="{0E4D2CAF-C7F3-EF04-8009-107DDBFAA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What is Version Control?</a:t>
            </a:r>
            <a:endParaRPr lang="en-GB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D19212AE-6B04-2EE6-DB89-1C2DEA2CBDF1}"/>
              </a:ext>
            </a:extLst>
          </p:cNvPr>
          <p:cNvSpPr txBox="1"/>
          <p:nvPr/>
        </p:nvSpPr>
        <p:spPr>
          <a:xfrm>
            <a:off x="395536" y="1506537"/>
            <a:ext cx="2863776" cy="320601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000" spc="-5" dirty="0">
                <a:solidFill>
                  <a:srgbClr val="0F9D58"/>
                </a:solidFill>
                <a:latin typeface="Courier New"/>
                <a:cs typeface="Courier New"/>
              </a:rPr>
              <a:t>Centralized</a:t>
            </a:r>
            <a:r>
              <a:rPr sz="2000" spc="-85" dirty="0">
                <a:solidFill>
                  <a:srgbClr val="0F9D5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0F9D58"/>
                </a:solidFill>
                <a:latin typeface="Courier New"/>
                <a:cs typeface="Courier New"/>
              </a:rPr>
              <a:t>VCS</a:t>
            </a:r>
            <a:endParaRPr sz="2000" dirty="0">
              <a:latin typeface="Courier New"/>
              <a:cs typeface="Courier New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5E95A717-EC26-6FD7-3691-B68ED59BDC96}"/>
              </a:ext>
            </a:extLst>
          </p:cNvPr>
          <p:cNvSpPr txBox="1"/>
          <p:nvPr/>
        </p:nvSpPr>
        <p:spPr>
          <a:xfrm>
            <a:off x="5718089" y="1348438"/>
            <a:ext cx="3164285" cy="320601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12700">
              <a:spcBef>
                <a:spcPts val="100"/>
              </a:spcBef>
              <a:defRPr/>
            </a:pPr>
            <a:r>
              <a:rPr sz="2000" spc="-5" dirty="0">
                <a:solidFill>
                  <a:srgbClr val="0F9D58"/>
                </a:solidFill>
                <a:latin typeface="Courier New"/>
                <a:cs typeface="Courier New"/>
              </a:rPr>
              <a:t>Distributed</a:t>
            </a:r>
            <a:r>
              <a:rPr sz="2000" spc="-85" dirty="0">
                <a:solidFill>
                  <a:srgbClr val="0F9D58"/>
                </a:solidFill>
                <a:latin typeface="Courier New"/>
                <a:cs typeface="Courier New"/>
              </a:rPr>
              <a:t> </a:t>
            </a:r>
            <a:r>
              <a:rPr sz="2000" spc="-5" dirty="0">
                <a:solidFill>
                  <a:srgbClr val="0F9D58"/>
                </a:solidFill>
                <a:latin typeface="Courier New"/>
                <a:cs typeface="Courier New"/>
              </a:rPr>
              <a:t>VCS</a:t>
            </a:r>
            <a:endParaRPr sz="2000" dirty="0">
              <a:latin typeface="Courier New"/>
              <a:cs typeface="Courier New"/>
            </a:endParaRPr>
          </a:p>
        </p:txBody>
      </p:sp>
      <p:pic>
        <p:nvPicPr>
          <p:cNvPr id="48132" name="object 5">
            <a:extLst>
              <a:ext uri="{FF2B5EF4-FFF2-40B4-BE49-F238E27FC236}">
                <a16:creationId xmlns:a16="http://schemas.microsoft.com/office/drawing/2014/main" id="{9640B7DE-B97F-4680-AB68-C2CB8B110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44700"/>
            <a:ext cx="4261428" cy="28244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3" name="object 7">
            <a:extLst>
              <a:ext uri="{FF2B5EF4-FFF2-40B4-BE49-F238E27FC236}">
                <a16:creationId xmlns:a16="http://schemas.microsoft.com/office/drawing/2014/main" id="{AD26F68C-3C6F-C56A-3293-0989780DB6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7" y="1768012"/>
            <a:ext cx="4344752" cy="44622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134" name="Title 7">
            <a:extLst>
              <a:ext uri="{FF2B5EF4-FFF2-40B4-BE49-F238E27FC236}">
                <a16:creationId xmlns:a16="http://schemas.microsoft.com/office/drawing/2014/main" id="{0AFC96C8-E5CB-AFDC-D880-71380F4A1E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Version Control System</a:t>
            </a:r>
            <a:endParaRPr lang="en-GB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4595B615-FEEC-63B7-D842-39968A69DAE9}"/>
              </a:ext>
            </a:extLst>
          </p:cNvPr>
          <p:cNvSpPr txBox="1"/>
          <p:nvPr/>
        </p:nvSpPr>
        <p:spPr>
          <a:xfrm>
            <a:off x="251520" y="1773238"/>
            <a:ext cx="8785225" cy="3190297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>
            <a:lvl1pPr marL="2984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800" b="1" dirty="0">
                <a:cs typeface="Arial" panose="020B0604020202020204" pitchFamily="34" charset="0"/>
              </a:rPr>
              <a:t>Git </a:t>
            </a:r>
            <a:r>
              <a:rPr lang="en-US" altLang="en-US" sz="2800" dirty="0">
                <a:cs typeface="Arial" panose="020B0604020202020204" pitchFamily="34" charset="0"/>
              </a:rPr>
              <a:t>is free and </a:t>
            </a:r>
            <a:r>
              <a:rPr lang="en-US" altLang="en-US" sz="2800" b="1" dirty="0">
                <a:solidFill>
                  <a:schemeClr val="accent2"/>
                </a:solidFill>
                <a:cs typeface="Arial" panose="020B0604020202020204" pitchFamily="34" charset="0"/>
              </a:rPr>
              <a:t>open-source</a:t>
            </a:r>
            <a:r>
              <a:rPr lang="en-US" altLang="en-US" sz="2800" b="1" dirty="0">
                <a:cs typeface="Arial" panose="020B0604020202020204" pitchFamily="34" charset="0"/>
              </a:rPr>
              <a:t> </a:t>
            </a:r>
            <a:r>
              <a:rPr lang="en-US" altLang="en-US" sz="2800" dirty="0">
                <a:cs typeface="Arial" panose="020B0604020202020204" pitchFamily="34" charset="0"/>
              </a:rPr>
              <a:t>software for distributed version control.</a:t>
            </a:r>
          </a:p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It can track changes in any set of files.</a:t>
            </a:r>
          </a:p>
          <a:p>
            <a:pPr marL="469900" indent="-457200">
              <a:lnSpc>
                <a:spcPct val="15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altLang="en-US" sz="2800" dirty="0">
                <a:cs typeface="Arial" panose="020B0604020202020204" pitchFamily="34" charset="0"/>
              </a:rPr>
              <a:t>Usually used for coordinating work among programmers collaboratively.</a:t>
            </a:r>
          </a:p>
        </p:txBody>
      </p:sp>
      <p:sp>
        <p:nvSpPr>
          <p:cNvPr id="49155" name="Title 8">
            <a:extLst>
              <a:ext uri="{FF2B5EF4-FFF2-40B4-BE49-F238E27FC236}">
                <a16:creationId xmlns:a16="http://schemas.microsoft.com/office/drawing/2014/main" id="{9DA20D92-3B1E-C3C5-04D3-E545B08C1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Git Software</a:t>
            </a:r>
            <a:endParaRPr lang="en-GB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>
            <a:extLst>
              <a:ext uri="{FF2B5EF4-FFF2-40B4-BE49-F238E27FC236}">
                <a16:creationId xmlns:a16="http://schemas.microsoft.com/office/drawing/2014/main" id="{D9DA9C0E-0BCF-10D9-D98B-11868FD91F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Git Commands</a:t>
            </a:r>
            <a:endParaRPr lang="en-GB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52B352-FFFB-9F0E-E55C-05C5471D3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875" y="1557338"/>
            <a:ext cx="8856663" cy="43195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i="0" dirty="0">
                <a:latin typeface="Arial" panose="020B0604020202020204" pitchFamily="34" charset="0"/>
                <a:cs typeface="Arial" panose="020B0604020202020204" pitchFamily="34" charset="0"/>
              </a:rPr>
              <a:t>Common Git commands:</a:t>
            </a:r>
          </a:p>
          <a:p>
            <a:pPr marL="923290" lvl="1" indent="-457200">
              <a:spcBef>
                <a:spcPts val="100"/>
              </a:spcBef>
              <a:buClr>
                <a:srgbClr val="676C72"/>
              </a:buClr>
              <a:buSzPct val="100000"/>
              <a:tabLst>
                <a:tab pos="248285" algn="l"/>
              </a:tabLst>
              <a:defRPr/>
            </a:pPr>
            <a:r>
              <a:rPr lang="sv-SE" sz="3000" spc="-415" dirty="0">
                <a:solidFill>
                  <a:srgbClr val="6AA84F"/>
                </a:solidFill>
                <a:latin typeface="Tahoma"/>
                <a:cs typeface="Tahoma"/>
              </a:rPr>
              <a:t>&gt;&gt;</a:t>
            </a:r>
            <a:r>
              <a:rPr lang="sv-SE" sz="3000" spc="-145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g</a:t>
            </a:r>
            <a:r>
              <a:rPr lang="sv-SE" sz="3000" spc="10" dirty="0">
                <a:solidFill>
                  <a:srgbClr val="6AA84F"/>
                </a:solidFill>
                <a:latin typeface="Tahoma"/>
                <a:cs typeface="Tahoma"/>
              </a:rPr>
              <a:t>i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t</a:t>
            </a:r>
            <a:r>
              <a:rPr lang="sv-SE" sz="3000" spc="-150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dirty="0">
                <a:solidFill>
                  <a:srgbClr val="676C72"/>
                </a:solidFill>
                <a:latin typeface="Tahoma"/>
                <a:cs typeface="Tahoma"/>
              </a:rPr>
              <a:t>a</a:t>
            </a:r>
            <a:r>
              <a:rPr lang="sv-SE" sz="3000" spc="75" dirty="0">
                <a:solidFill>
                  <a:srgbClr val="676C72"/>
                </a:solidFill>
                <a:latin typeface="Tahoma"/>
                <a:cs typeface="Tahoma"/>
              </a:rPr>
              <a:t>d</a:t>
            </a:r>
            <a:r>
              <a:rPr lang="sv-SE" sz="3000" spc="85" dirty="0">
                <a:solidFill>
                  <a:srgbClr val="676C72"/>
                </a:solidFill>
                <a:latin typeface="Tahoma"/>
                <a:cs typeface="Tahoma"/>
              </a:rPr>
              <a:t>d</a:t>
            </a:r>
            <a:endParaRPr lang="sv-SE" sz="3000" dirty="0">
              <a:latin typeface="Tahoma"/>
              <a:cs typeface="Tahoma"/>
            </a:endParaRPr>
          </a:p>
          <a:p>
            <a:pPr marL="913765" lvl="1" indent="-457200">
              <a:spcBef>
                <a:spcPts val="790"/>
              </a:spcBef>
              <a:buClr>
                <a:srgbClr val="404040"/>
              </a:buClr>
              <a:buSzPct val="100000"/>
              <a:tabLst>
                <a:tab pos="248285" algn="l"/>
              </a:tabLst>
              <a:defRPr/>
            </a:pPr>
            <a:r>
              <a:rPr lang="sv-SE" sz="3000" spc="-415" dirty="0">
                <a:solidFill>
                  <a:srgbClr val="6AA84F"/>
                </a:solidFill>
                <a:latin typeface="Tahoma"/>
                <a:cs typeface="Tahoma"/>
              </a:rPr>
              <a:t>&gt;&gt;</a:t>
            </a:r>
            <a:r>
              <a:rPr lang="sv-SE" sz="3000" spc="-145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g</a:t>
            </a:r>
            <a:r>
              <a:rPr lang="sv-SE" sz="3000" spc="10" dirty="0">
                <a:solidFill>
                  <a:srgbClr val="6AA84F"/>
                </a:solidFill>
                <a:latin typeface="Tahoma"/>
                <a:cs typeface="Tahoma"/>
              </a:rPr>
              <a:t>i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t</a:t>
            </a:r>
            <a:r>
              <a:rPr lang="sv-SE" sz="3000" spc="-150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35" dirty="0">
                <a:solidFill>
                  <a:srgbClr val="676C72"/>
                </a:solidFill>
                <a:latin typeface="Tahoma"/>
                <a:cs typeface="Tahoma"/>
              </a:rPr>
              <a:t>s</a:t>
            </a:r>
            <a:r>
              <a:rPr lang="sv-SE" sz="3000" spc="30" dirty="0">
                <a:solidFill>
                  <a:srgbClr val="676C72"/>
                </a:solidFill>
                <a:latin typeface="Tahoma"/>
                <a:cs typeface="Tahoma"/>
              </a:rPr>
              <a:t>t</a:t>
            </a:r>
            <a:r>
              <a:rPr lang="sv-SE" sz="3000" spc="-10" dirty="0">
                <a:solidFill>
                  <a:srgbClr val="676C72"/>
                </a:solidFill>
                <a:latin typeface="Tahoma"/>
                <a:cs typeface="Tahoma"/>
              </a:rPr>
              <a:t>a</a:t>
            </a:r>
            <a:r>
              <a:rPr lang="sv-SE" sz="3000" spc="20" dirty="0">
                <a:solidFill>
                  <a:srgbClr val="676C72"/>
                </a:solidFill>
                <a:latin typeface="Tahoma"/>
                <a:cs typeface="Tahoma"/>
              </a:rPr>
              <a:t>t</a:t>
            </a:r>
            <a:r>
              <a:rPr lang="sv-SE" sz="3000" spc="25" dirty="0">
                <a:solidFill>
                  <a:srgbClr val="676C72"/>
                </a:solidFill>
                <a:latin typeface="Tahoma"/>
                <a:cs typeface="Tahoma"/>
              </a:rPr>
              <a:t>u</a:t>
            </a:r>
            <a:r>
              <a:rPr lang="sv-SE" sz="3000" spc="45" dirty="0">
                <a:solidFill>
                  <a:srgbClr val="676C72"/>
                </a:solidFill>
                <a:latin typeface="Tahoma"/>
                <a:cs typeface="Tahoma"/>
              </a:rPr>
              <a:t>s</a:t>
            </a:r>
            <a:endParaRPr lang="sv-SE" sz="3000" dirty="0">
              <a:latin typeface="Tahoma"/>
              <a:cs typeface="Tahoma"/>
            </a:endParaRPr>
          </a:p>
          <a:p>
            <a:pPr marL="913765" lvl="1" indent="-457200">
              <a:spcBef>
                <a:spcPts val="840"/>
              </a:spcBef>
              <a:buClr>
                <a:srgbClr val="404040"/>
              </a:buClr>
              <a:buSzPct val="100000"/>
              <a:tabLst>
                <a:tab pos="248285" algn="l"/>
              </a:tabLst>
              <a:defRPr/>
            </a:pPr>
            <a:r>
              <a:rPr lang="sv-SE" sz="3000" spc="-415" dirty="0">
                <a:solidFill>
                  <a:srgbClr val="6AA84F"/>
                </a:solidFill>
                <a:latin typeface="Tahoma"/>
                <a:cs typeface="Tahoma"/>
              </a:rPr>
              <a:t>&gt;&gt;</a:t>
            </a:r>
            <a:r>
              <a:rPr lang="sv-SE" sz="3000" spc="-145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g</a:t>
            </a:r>
            <a:r>
              <a:rPr lang="sv-SE" sz="3000" spc="10" dirty="0">
                <a:solidFill>
                  <a:srgbClr val="6AA84F"/>
                </a:solidFill>
                <a:latin typeface="Tahoma"/>
                <a:cs typeface="Tahoma"/>
              </a:rPr>
              <a:t>i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t</a:t>
            </a:r>
            <a:r>
              <a:rPr lang="sv-SE" sz="3000" spc="-150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140" dirty="0">
                <a:solidFill>
                  <a:srgbClr val="676C72"/>
                </a:solidFill>
                <a:latin typeface="Tahoma"/>
                <a:cs typeface="Tahoma"/>
              </a:rPr>
              <a:t>c</a:t>
            </a:r>
            <a:r>
              <a:rPr lang="sv-SE" sz="3000" spc="75" dirty="0">
                <a:solidFill>
                  <a:srgbClr val="676C72"/>
                </a:solidFill>
                <a:latin typeface="Tahoma"/>
                <a:cs typeface="Tahoma"/>
              </a:rPr>
              <a:t>o</a:t>
            </a:r>
            <a:r>
              <a:rPr lang="sv-SE" sz="3000" spc="50" dirty="0">
                <a:solidFill>
                  <a:srgbClr val="676C72"/>
                </a:solidFill>
                <a:latin typeface="Tahoma"/>
                <a:cs typeface="Tahoma"/>
              </a:rPr>
              <a:t>mm</a:t>
            </a:r>
            <a:r>
              <a:rPr lang="sv-SE" sz="3000" dirty="0">
                <a:solidFill>
                  <a:srgbClr val="676C72"/>
                </a:solidFill>
                <a:latin typeface="Tahoma"/>
                <a:cs typeface="Tahoma"/>
              </a:rPr>
              <a:t>i</a:t>
            </a:r>
            <a:r>
              <a:rPr lang="sv-SE" sz="3000" spc="50" dirty="0">
                <a:solidFill>
                  <a:srgbClr val="676C72"/>
                </a:solidFill>
                <a:latin typeface="Tahoma"/>
                <a:cs typeface="Tahoma"/>
              </a:rPr>
              <a:t>t</a:t>
            </a:r>
          </a:p>
          <a:p>
            <a:pPr marL="913765" lvl="1" indent="-457200">
              <a:spcBef>
                <a:spcPts val="840"/>
              </a:spcBef>
              <a:buClr>
                <a:srgbClr val="404040"/>
              </a:buClr>
              <a:buSzPct val="100000"/>
              <a:tabLst>
                <a:tab pos="248285" algn="l"/>
              </a:tabLst>
              <a:defRPr/>
            </a:pPr>
            <a:r>
              <a:rPr lang="sv-SE" sz="3000" spc="-415" dirty="0">
                <a:solidFill>
                  <a:srgbClr val="6AA84F"/>
                </a:solidFill>
                <a:latin typeface="Tahoma"/>
                <a:cs typeface="Tahoma"/>
              </a:rPr>
              <a:t>&gt;&gt;</a:t>
            </a:r>
            <a:r>
              <a:rPr lang="sv-SE" sz="3000" spc="-145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g</a:t>
            </a:r>
            <a:r>
              <a:rPr lang="sv-SE" sz="3000" spc="10" dirty="0">
                <a:solidFill>
                  <a:srgbClr val="6AA84F"/>
                </a:solidFill>
                <a:latin typeface="Tahoma"/>
                <a:cs typeface="Tahoma"/>
              </a:rPr>
              <a:t>i</a:t>
            </a:r>
            <a:r>
              <a:rPr lang="sv-SE" sz="3000" spc="50" dirty="0">
                <a:solidFill>
                  <a:srgbClr val="6AA84F"/>
                </a:solidFill>
                <a:latin typeface="Tahoma"/>
                <a:cs typeface="Tahoma"/>
              </a:rPr>
              <a:t>t</a:t>
            </a:r>
            <a:r>
              <a:rPr lang="sv-SE" sz="3000" spc="-150" dirty="0">
                <a:solidFill>
                  <a:srgbClr val="6AA84F"/>
                </a:solidFill>
                <a:latin typeface="Tahoma"/>
                <a:cs typeface="Tahoma"/>
              </a:rPr>
              <a:t> </a:t>
            </a:r>
            <a:r>
              <a:rPr lang="sv-SE" sz="3000" spc="-45" dirty="0">
                <a:solidFill>
                  <a:srgbClr val="676C72"/>
                </a:solidFill>
                <a:latin typeface="Tahoma"/>
                <a:cs typeface="Tahoma"/>
              </a:rPr>
              <a:t>l</a:t>
            </a:r>
            <a:r>
              <a:rPr lang="sv-SE" sz="3000" spc="85" dirty="0">
                <a:solidFill>
                  <a:srgbClr val="676C72"/>
                </a:solidFill>
                <a:latin typeface="Tahoma"/>
                <a:cs typeface="Tahoma"/>
              </a:rPr>
              <a:t>og</a:t>
            </a:r>
          </a:p>
          <a:p>
            <a:pPr marL="923291" lvl="1" indent="-457200">
              <a:spcBef>
                <a:spcPts val="100"/>
              </a:spcBef>
              <a:buClr>
                <a:srgbClr val="676C72"/>
              </a:buClr>
              <a:buSzPct val="127777"/>
              <a:tabLst>
                <a:tab pos="246379" algn="l"/>
              </a:tabLst>
              <a:defRPr/>
            </a:pPr>
            <a:r>
              <a:rPr lang="en-GB" sz="3000" spc="-30" dirty="0">
                <a:solidFill>
                  <a:srgbClr val="6AA84F"/>
                </a:solidFill>
                <a:latin typeface="Microsoft Sans Serif"/>
                <a:cs typeface="Microsoft Sans Serif"/>
              </a:rPr>
              <a:t>&gt;&gt;</a:t>
            </a:r>
            <a:r>
              <a:rPr lang="en-GB" sz="3000" spc="-40" dirty="0">
                <a:solidFill>
                  <a:srgbClr val="6AA84F"/>
                </a:solidFill>
                <a:latin typeface="Microsoft Sans Serif"/>
                <a:cs typeface="Microsoft Sans Serif"/>
              </a:rPr>
              <a:t> </a:t>
            </a:r>
            <a:r>
              <a:rPr lang="en-GB" sz="3000" spc="5" dirty="0">
                <a:solidFill>
                  <a:srgbClr val="6AA84F"/>
                </a:solidFill>
                <a:latin typeface="Microsoft Sans Serif"/>
                <a:cs typeface="Microsoft Sans Serif"/>
              </a:rPr>
              <a:t>git</a:t>
            </a:r>
            <a:r>
              <a:rPr lang="en-GB" sz="3000" spc="-30" dirty="0">
                <a:solidFill>
                  <a:srgbClr val="6AA84F"/>
                </a:solidFill>
                <a:latin typeface="Microsoft Sans Serif"/>
                <a:cs typeface="Microsoft Sans Serif"/>
              </a:rPr>
              <a:t> </a:t>
            </a:r>
            <a:r>
              <a:rPr lang="en-GB" sz="3000" spc="10" dirty="0">
                <a:solidFill>
                  <a:srgbClr val="676C72"/>
                </a:solidFill>
                <a:latin typeface="Microsoft Sans Serif"/>
                <a:cs typeface="Microsoft Sans Serif"/>
              </a:rPr>
              <a:t>checkout</a:t>
            </a:r>
            <a:endParaRPr lang="en-GB" sz="3000" dirty="0">
              <a:latin typeface="Microsoft Sans Serif"/>
              <a:cs typeface="Microsoft Sans Serif"/>
            </a:endParaRPr>
          </a:p>
          <a:p>
            <a:pPr marL="923291" lvl="1" indent="-457200">
              <a:spcBef>
                <a:spcPts val="600"/>
              </a:spcBef>
              <a:buClr>
                <a:srgbClr val="676C72"/>
              </a:buClr>
              <a:buSzPct val="127777"/>
              <a:tabLst>
                <a:tab pos="246379" algn="l"/>
              </a:tabLst>
              <a:defRPr/>
            </a:pPr>
            <a:r>
              <a:rPr lang="en-GB" sz="3000" spc="-30" dirty="0">
                <a:solidFill>
                  <a:srgbClr val="6AA84F"/>
                </a:solidFill>
                <a:latin typeface="Microsoft Sans Serif"/>
                <a:cs typeface="Microsoft Sans Serif"/>
              </a:rPr>
              <a:t>&gt;&gt;</a:t>
            </a:r>
            <a:r>
              <a:rPr lang="en-GB" sz="3000" spc="-35" dirty="0">
                <a:solidFill>
                  <a:srgbClr val="6AA84F"/>
                </a:solidFill>
                <a:latin typeface="Microsoft Sans Serif"/>
                <a:cs typeface="Microsoft Sans Serif"/>
              </a:rPr>
              <a:t> </a:t>
            </a:r>
            <a:r>
              <a:rPr lang="en-GB" sz="3000" spc="5" dirty="0">
                <a:solidFill>
                  <a:srgbClr val="6AA84F"/>
                </a:solidFill>
                <a:latin typeface="Microsoft Sans Serif"/>
                <a:cs typeface="Microsoft Sans Serif"/>
              </a:rPr>
              <a:t>git</a:t>
            </a:r>
            <a:r>
              <a:rPr lang="en-GB" sz="3000" spc="-25" dirty="0">
                <a:solidFill>
                  <a:srgbClr val="6AA84F"/>
                </a:solidFill>
                <a:latin typeface="Microsoft Sans Serif"/>
                <a:cs typeface="Microsoft Sans Serif"/>
              </a:rPr>
              <a:t> </a:t>
            </a:r>
            <a:r>
              <a:rPr lang="en-GB" sz="3000" spc="25" dirty="0">
                <a:solidFill>
                  <a:srgbClr val="676C72"/>
                </a:solidFill>
                <a:latin typeface="Microsoft Sans Serif"/>
                <a:cs typeface="Microsoft Sans Serif"/>
              </a:rPr>
              <a:t>revert</a:t>
            </a:r>
            <a:endParaRPr lang="en-GB" sz="3000" dirty="0">
              <a:latin typeface="Microsoft Sans Serif"/>
              <a:cs typeface="Microsoft Sans Serif"/>
            </a:endParaRPr>
          </a:p>
          <a:p>
            <a:pPr marL="913766" lvl="1" indent="-457200">
              <a:spcBef>
                <a:spcPts val="790"/>
              </a:spcBef>
              <a:buClr>
                <a:srgbClr val="676C72"/>
              </a:buClr>
              <a:buSzPct val="138888"/>
              <a:tabLst>
                <a:tab pos="246379" algn="l"/>
              </a:tabLst>
              <a:defRPr/>
            </a:pPr>
            <a:r>
              <a:rPr lang="en-GB" sz="3000" spc="-30" dirty="0">
                <a:solidFill>
                  <a:srgbClr val="6AA84F"/>
                </a:solidFill>
                <a:latin typeface="Microsoft Sans Serif"/>
                <a:cs typeface="Microsoft Sans Serif"/>
              </a:rPr>
              <a:t>&gt;&gt;</a:t>
            </a:r>
            <a:r>
              <a:rPr lang="en-GB" sz="3000" spc="-40" dirty="0">
                <a:solidFill>
                  <a:srgbClr val="6AA84F"/>
                </a:solidFill>
                <a:latin typeface="Microsoft Sans Serif"/>
                <a:cs typeface="Microsoft Sans Serif"/>
              </a:rPr>
              <a:t> </a:t>
            </a:r>
            <a:r>
              <a:rPr lang="en-GB" sz="3000" spc="5" dirty="0">
                <a:solidFill>
                  <a:srgbClr val="6AA84F"/>
                </a:solidFill>
                <a:latin typeface="Microsoft Sans Serif"/>
                <a:cs typeface="Microsoft Sans Serif"/>
              </a:rPr>
              <a:t>git</a:t>
            </a:r>
            <a:r>
              <a:rPr lang="en-GB" sz="3000" spc="-25" dirty="0">
                <a:solidFill>
                  <a:srgbClr val="6AA84F"/>
                </a:solidFill>
                <a:latin typeface="Microsoft Sans Serif"/>
                <a:cs typeface="Microsoft Sans Serif"/>
              </a:rPr>
              <a:t> </a:t>
            </a:r>
            <a:r>
              <a:rPr lang="en-GB" sz="3000" spc="15" dirty="0">
                <a:solidFill>
                  <a:srgbClr val="676C72"/>
                </a:solidFill>
                <a:latin typeface="Microsoft Sans Serif"/>
                <a:cs typeface="Microsoft Sans Serif"/>
              </a:rPr>
              <a:t>reset</a:t>
            </a:r>
            <a:endParaRPr lang="en-GB" sz="3000" dirty="0">
              <a:latin typeface="Microsoft Sans Serif"/>
              <a:cs typeface="Microsoft Sans Serif"/>
            </a:endParaRPr>
          </a:p>
          <a:p>
            <a:pPr marL="247650" indent="-235585">
              <a:spcBef>
                <a:spcPts val="840"/>
              </a:spcBef>
              <a:buClr>
                <a:srgbClr val="404040"/>
              </a:buClr>
              <a:buSzPct val="138888"/>
              <a:buFontTx/>
              <a:buChar char="•"/>
              <a:tabLst>
                <a:tab pos="248285" algn="l"/>
              </a:tabLst>
              <a:defRPr/>
            </a:pPr>
            <a:endParaRPr lang="sv-SE" sz="3200" dirty="0">
              <a:latin typeface="Tahoma"/>
              <a:cs typeface="Tahoma"/>
            </a:endParaRPr>
          </a:p>
          <a:p>
            <a:pPr marL="457200" indent="-457200">
              <a:buFont typeface="Wingdings" panose="05000000000000000000" pitchFamily="2" charset="2"/>
              <a:buChar char="q"/>
              <a:defRPr/>
            </a:pPr>
            <a:endParaRPr lang="en-GB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Title 5">
            <a:extLst>
              <a:ext uri="{FF2B5EF4-FFF2-40B4-BE49-F238E27FC236}">
                <a16:creationId xmlns:a16="http://schemas.microsoft.com/office/drawing/2014/main" id="{42BC6131-0B7B-2673-E017-3FF4DC2579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Branching in Git</a:t>
            </a:r>
            <a:endParaRPr lang="en-GB" altLang="en-US" dirty="0"/>
          </a:p>
        </p:txBody>
      </p:sp>
      <p:sp>
        <p:nvSpPr>
          <p:cNvPr id="51204" name="TextBox 6">
            <a:extLst>
              <a:ext uri="{FF2B5EF4-FFF2-40B4-BE49-F238E27FC236}">
                <a16:creationId xmlns:a16="http://schemas.microsoft.com/office/drawing/2014/main" id="{CA506AE7-C885-9F40-7897-CDAA11F8A6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4437112"/>
            <a:ext cx="8564885" cy="200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With Git, main code can be separated from “in-development” code version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Master branch is a branch which holds the deployed code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000" dirty="0"/>
              <a:t>With branching, different code versions can be held for development, testing, and production</a:t>
            </a:r>
          </a:p>
          <a:p>
            <a:pPr>
              <a:buFont typeface="Wingdings" panose="05000000000000000000" pitchFamily="2" charset="2"/>
              <a:buChar char="q"/>
            </a:pPr>
            <a:endParaRPr lang="en-GB" altLang="en-US"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268760"/>
            <a:ext cx="9108504" cy="2994434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04C3D7A8-C6AE-3C73-E5E9-0304D53B8A5E}"/>
              </a:ext>
            </a:extLst>
          </p:cNvPr>
          <p:cNvSpPr txBox="1"/>
          <p:nvPr/>
        </p:nvSpPr>
        <p:spPr>
          <a:xfrm>
            <a:off x="427787" y="1340768"/>
            <a:ext cx="8420100" cy="628377"/>
          </a:xfrm>
          <a:prstGeom prst="rect">
            <a:avLst/>
          </a:prstGeom>
        </p:spPr>
        <p:txBody>
          <a:bodyPr lIns="0" tIns="12700" rIns="0" bIns="0">
            <a:spAutoFit/>
          </a:bodyPr>
          <a:lstStyle>
            <a:lvl1pPr marL="127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100"/>
              </a:spcBef>
            </a:pPr>
            <a:r>
              <a:rPr lang="en-US" altLang="en-US" sz="2000" dirty="0">
                <a:cs typeface="Arial" panose="020B0604020202020204" pitchFamily="34" charset="0"/>
              </a:rPr>
              <a:t>GitHub is a website and cloud-based service  that helps developers </a:t>
            </a:r>
            <a:r>
              <a:rPr lang="en-US" altLang="en-US" sz="2000" b="1" dirty="0">
                <a:cs typeface="Arial" panose="020B0604020202020204" pitchFamily="34" charset="0"/>
              </a:rPr>
              <a:t>store and manage </a:t>
            </a:r>
            <a:r>
              <a:rPr lang="en-US" altLang="en-US" sz="2000" dirty="0">
                <a:cs typeface="Arial" panose="020B0604020202020204" pitchFamily="34" charset="0"/>
              </a:rPr>
              <a:t>the code, track and control changes.</a:t>
            </a:r>
          </a:p>
        </p:txBody>
      </p:sp>
      <p:sp>
        <p:nvSpPr>
          <p:cNvPr id="52227" name="Title 6">
            <a:extLst>
              <a:ext uri="{FF2B5EF4-FFF2-40B4-BE49-F238E27FC236}">
                <a16:creationId xmlns:a16="http://schemas.microsoft.com/office/drawing/2014/main" id="{80DCFC14-2837-EFCB-FFC8-75BD519640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GitHub</a:t>
            </a:r>
            <a:endParaRPr lang="en-GB" altLang="en-US" dirty="0"/>
          </a:p>
        </p:txBody>
      </p:sp>
      <p:pic>
        <p:nvPicPr>
          <p:cNvPr id="52228" name="object 6">
            <a:extLst>
              <a:ext uri="{FF2B5EF4-FFF2-40B4-BE49-F238E27FC236}">
                <a16:creationId xmlns:a16="http://schemas.microsoft.com/office/drawing/2014/main" id="{A3C45D4F-A245-9496-7CFB-84B9A1B64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1025"/>
            <a:ext cx="9143999" cy="4120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AF398DEC-8F7B-A083-8B8C-4A3F0970471A}"/>
              </a:ext>
            </a:extLst>
          </p:cNvPr>
          <p:cNvSpPr txBox="1"/>
          <p:nvPr/>
        </p:nvSpPr>
        <p:spPr>
          <a:xfrm>
            <a:off x="539750" y="1854200"/>
            <a:ext cx="7992690" cy="1859483"/>
          </a:xfrm>
          <a:prstGeom prst="rect">
            <a:avLst/>
          </a:prstGeom>
        </p:spPr>
        <p:txBody>
          <a:bodyPr wrap="square" lIns="0" tIns="12700" rIns="0" bIns="0">
            <a:spAutoFit/>
          </a:bodyPr>
          <a:lstStyle/>
          <a:p>
            <a:pPr marL="354965" indent="-342900"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  <a:defRPr/>
            </a:pPr>
            <a:r>
              <a:rPr b="1" spc="20" dirty="0">
                <a:cs typeface="Arial" panose="020B0604020202020204" pitchFamily="34" charset="0"/>
              </a:rPr>
              <a:t>Forking</a:t>
            </a:r>
            <a:r>
              <a:rPr b="1" spc="-45" dirty="0">
                <a:cs typeface="Arial" panose="020B0604020202020204" pitchFamily="34" charset="0"/>
              </a:rPr>
              <a:t> </a:t>
            </a:r>
            <a:r>
              <a:rPr spc="-50" dirty="0">
                <a:cs typeface="Arial" panose="020B0604020202020204" pitchFamily="34" charset="0"/>
              </a:rPr>
              <a:t>a</a:t>
            </a:r>
            <a:r>
              <a:rPr spc="-30" dirty="0">
                <a:cs typeface="Arial" panose="020B0604020202020204" pitchFamily="34" charset="0"/>
              </a:rPr>
              <a:t> </a:t>
            </a:r>
            <a:r>
              <a:rPr spc="25" dirty="0">
                <a:cs typeface="Arial" panose="020B0604020202020204" pitchFamily="34" charset="0"/>
              </a:rPr>
              <a:t>repository</a:t>
            </a:r>
            <a:r>
              <a:rPr lang="en-GB" spc="25" dirty="0">
                <a:cs typeface="Arial" panose="020B0604020202020204" pitchFamily="34" charset="0"/>
              </a:rPr>
              <a:t>.</a:t>
            </a: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  <a:defRPr/>
            </a:pPr>
            <a:r>
              <a:rPr b="1" spc="5" dirty="0">
                <a:cs typeface="Arial" panose="020B0604020202020204" pitchFamily="34" charset="0"/>
              </a:rPr>
              <a:t>“git</a:t>
            </a:r>
            <a:r>
              <a:rPr b="1" spc="-50" dirty="0">
                <a:cs typeface="Arial" panose="020B0604020202020204" pitchFamily="34" charset="0"/>
              </a:rPr>
              <a:t> </a:t>
            </a:r>
            <a:r>
              <a:rPr b="1" spc="-5" dirty="0">
                <a:cs typeface="Arial" panose="020B0604020202020204" pitchFamily="34" charset="0"/>
              </a:rPr>
              <a:t>clone”</a:t>
            </a:r>
            <a:r>
              <a:rPr spc="-5" dirty="0">
                <a:cs typeface="Arial" panose="020B0604020202020204" pitchFamily="34" charset="0"/>
              </a:rPr>
              <a:t>-ing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-50" dirty="0">
                <a:cs typeface="Arial" panose="020B0604020202020204" pitchFamily="34" charset="0"/>
              </a:rPr>
              <a:t>a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25" dirty="0">
                <a:cs typeface="Arial" panose="020B0604020202020204" pitchFamily="34" charset="0"/>
              </a:rPr>
              <a:t>repository</a:t>
            </a:r>
            <a:r>
              <a:rPr lang="en-GB" spc="25" dirty="0">
                <a:cs typeface="Arial" panose="020B0604020202020204" pitchFamily="34" charset="0"/>
              </a:rPr>
              <a:t>.</a:t>
            </a: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  <a:defRPr/>
            </a:pPr>
            <a:r>
              <a:rPr spc="-5" dirty="0">
                <a:cs typeface="Arial" panose="020B0604020202020204" pitchFamily="34" charset="0"/>
              </a:rPr>
              <a:t>Working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55" dirty="0">
                <a:cs typeface="Arial" panose="020B0604020202020204" pitchFamily="34" charset="0"/>
              </a:rPr>
              <a:t>on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10" dirty="0">
                <a:cs typeface="Arial" panose="020B0604020202020204" pitchFamily="34" charset="0"/>
              </a:rPr>
              <a:t>new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15" dirty="0">
                <a:cs typeface="Arial" panose="020B0604020202020204" pitchFamily="34" charset="0"/>
              </a:rPr>
              <a:t>features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25" dirty="0">
                <a:cs typeface="Arial" panose="020B0604020202020204" pitchFamily="34" charset="0"/>
              </a:rPr>
              <a:t>in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30" dirty="0">
                <a:cs typeface="Arial" panose="020B0604020202020204" pitchFamily="34" charset="0"/>
              </a:rPr>
              <a:t>your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-15" dirty="0">
                <a:cs typeface="Arial" panose="020B0604020202020204" pitchFamily="34" charset="0"/>
              </a:rPr>
              <a:t>local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10" dirty="0">
                <a:cs typeface="Arial" panose="020B0604020202020204" pitchFamily="34" charset="0"/>
              </a:rPr>
              <a:t>machine</a:t>
            </a:r>
            <a:r>
              <a:rPr lang="en-GB" spc="10" dirty="0">
                <a:cs typeface="Arial" panose="020B0604020202020204" pitchFamily="34" charset="0"/>
              </a:rPr>
              <a:t>.</a:t>
            </a: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  <a:defRPr/>
            </a:pPr>
            <a:r>
              <a:rPr spc="15" dirty="0">
                <a:cs typeface="Arial" panose="020B0604020202020204" pitchFamily="34" charset="0"/>
              </a:rPr>
              <a:t>Updating</a:t>
            </a:r>
            <a:r>
              <a:rPr spc="-20" dirty="0">
                <a:cs typeface="Arial" panose="020B0604020202020204" pitchFamily="34" charset="0"/>
              </a:rPr>
              <a:t> </a:t>
            </a:r>
            <a:r>
              <a:rPr spc="45" dirty="0">
                <a:cs typeface="Arial" panose="020B0604020202020204" pitchFamily="34" charset="0"/>
              </a:rPr>
              <a:t>the</a:t>
            </a:r>
            <a:r>
              <a:rPr spc="-20" dirty="0">
                <a:cs typeface="Arial" panose="020B0604020202020204" pitchFamily="34" charset="0"/>
              </a:rPr>
              <a:t> changes </a:t>
            </a:r>
            <a:r>
              <a:rPr spc="55" dirty="0">
                <a:cs typeface="Arial" panose="020B0604020202020204" pitchFamily="34" charset="0"/>
              </a:rPr>
              <a:t>on</a:t>
            </a:r>
            <a:r>
              <a:rPr spc="-15" dirty="0">
                <a:cs typeface="Arial" panose="020B0604020202020204" pitchFamily="34" charset="0"/>
              </a:rPr>
              <a:t> </a:t>
            </a:r>
            <a:r>
              <a:rPr spc="30" dirty="0">
                <a:cs typeface="Arial" panose="020B0604020202020204" pitchFamily="34" charset="0"/>
              </a:rPr>
              <a:t>your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b="1" spc="-15" dirty="0">
                <a:cs typeface="Arial" panose="020B0604020202020204" pitchFamily="34" charset="0"/>
              </a:rPr>
              <a:t>“local”</a:t>
            </a:r>
            <a:r>
              <a:rPr b="1" spc="-30" dirty="0">
                <a:cs typeface="Arial" panose="020B0604020202020204" pitchFamily="34" charset="0"/>
              </a:rPr>
              <a:t> </a:t>
            </a:r>
            <a:r>
              <a:rPr spc="25" dirty="0">
                <a:cs typeface="Arial" panose="020B0604020202020204" pitchFamily="34" charset="0"/>
              </a:rPr>
              <a:t>repository</a:t>
            </a:r>
            <a:r>
              <a:rPr lang="en-GB" spc="25" dirty="0">
                <a:cs typeface="Arial" panose="020B0604020202020204" pitchFamily="34" charset="0"/>
              </a:rPr>
              <a:t>.</a:t>
            </a:r>
            <a:endParaRPr dirty="0">
              <a:cs typeface="Arial" panose="020B0604020202020204" pitchFamily="34" charset="0"/>
            </a:endParaRPr>
          </a:p>
          <a:p>
            <a:pPr marL="354965" indent="-342900">
              <a:buFont typeface="Arial" panose="020B0604020202020204" pitchFamily="34" charset="0"/>
              <a:buChar char="•"/>
              <a:tabLst>
                <a:tab pos="379095" algn="l"/>
                <a:tab pos="379730" algn="l"/>
              </a:tabLst>
              <a:defRPr/>
            </a:pPr>
            <a:r>
              <a:rPr spc="-15" dirty="0">
                <a:cs typeface="Arial" panose="020B0604020202020204" pitchFamily="34" charset="0"/>
              </a:rPr>
              <a:t>Creating</a:t>
            </a:r>
            <a:r>
              <a:rPr spc="-25" dirty="0">
                <a:cs typeface="Arial" panose="020B0604020202020204" pitchFamily="34" charset="0"/>
              </a:rPr>
              <a:t> </a:t>
            </a:r>
            <a:r>
              <a:rPr spc="30" dirty="0">
                <a:cs typeface="Arial" panose="020B0604020202020204" pitchFamily="34" charset="0"/>
              </a:rPr>
              <a:t>your</a:t>
            </a:r>
            <a:r>
              <a:rPr spc="-25" dirty="0">
                <a:cs typeface="Arial" panose="020B0604020202020204" pitchFamily="34" charset="0"/>
              </a:rPr>
              <a:t> </a:t>
            </a:r>
            <a:r>
              <a:rPr spc="40" dirty="0">
                <a:cs typeface="Arial" panose="020B0604020202020204" pitchFamily="34" charset="0"/>
              </a:rPr>
              <a:t>ﬁrst</a:t>
            </a:r>
            <a:r>
              <a:rPr spc="15" dirty="0">
                <a:cs typeface="Arial" panose="020B0604020202020204" pitchFamily="34" charset="0"/>
              </a:rPr>
              <a:t> </a:t>
            </a:r>
            <a:r>
              <a:rPr b="1" spc="50" dirty="0">
                <a:cs typeface="Arial" panose="020B0604020202020204" pitchFamily="34" charset="0"/>
              </a:rPr>
              <a:t>pull</a:t>
            </a:r>
            <a:r>
              <a:rPr b="1" spc="-45" dirty="0">
                <a:cs typeface="Arial" panose="020B0604020202020204" pitchFamily="34" charset="0"/>
              </a:rPr>
              <a:t> </a:t>
            </a:r>
            <a:r>
              <a:rPr b="1" spc="20" dirty="0">
                <a:cs typeface="Arial" panose="020B0604020202020204" pitchFamily="34" charset="0"/>
              </a:rPr>
              <a:t>request(PR)</a:t>
            </a:r>
            <a:r>
              <a:rPr lang="en-GB" b="1" spc="20" dirty="0">
                <a:cs typeface="Arial" panose="020B0604020202020204" pitchFamily="34" charset="0"/>
              </a:rPr>
              <a:t>.</a:t>
            </a:r>
            <a:endParaRPr dirty="0">
              <a:cs typeface="Arial" panose="020B0604020202020204" pitchFamily="34" charset="0"/>
            </a:endParaRPr>
          </a:p>
        </p:txBody>
      </p:sp>
      <p:sp>
        <p:nvSpPr>
          <p:cNvPr id="53251" name="Title 7">
            <a:extLst>
              <a:ext uri="{FF2B5EF4-FFF2-40B4-BE49-F238E27FC236}">
                <a16:creationId xmlns:a16="http://schemas.microsoft.com/office/drawing/2014/main" id="{B773AF67-23DF-AB3C-A0B3-BE5DD1EE8E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Project Collaboration with GitHub</a:t>
            </a:r>
            <a:endParaRPr lang="en-GB" altLang="en-US" sz="4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6">
            <a:extLst>
              <a:ext uri="{FF2B5EF4-FFF2-40B4-BE49-F238E27FC236}">
                <a16:creationId xmlns:a16="http://schemas.microsoft.com/office/drawing/2014/main" id="{163CDF21-2416-4795-EE84-F96E6ED734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Quiz - 3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3A68FD-4315-DCD6-1B98-B43FF7CA5E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3188" y="1258888"/>
            <a:ext cx="8861300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1. What command is used to create a new repository in Git?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git start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git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init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git create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2. Which command is used to clone a repository from GitHub to your local machine?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git clone [URL]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git copy [URL]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git get [URL]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3. How do you switch to a different branch in Git?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A) git checkout [branch-name]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B) git switch [branch-name]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cs typeface="Arial" panose="020B0604020202020204" pitchFamily="34" charset="0"/>
              </a:rPr>
              <a:t>C) Both A and B are correct.</a:t>
            </a: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2C75A0B2-2873-10E4-14FF-C37609F97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References</a:t>
            </a:r>
          </a:p>
        </p:txBody>
      </p:sp>
      <p:sp>
        <p:nvSpPr>
          <p:cNvPr id="55299" name="Rectangle 5">
            <a:extLst>
              <a:ext uri="{FF2B5EF4-FFF2-40B4-BE49-F238E27FC236}">
                <a16:creationId xmlns:a16="http://schemas.microsoft.com/office/drawing/2014/main" id="{62E79B38-7466-82E2-687B-FDF8914C42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656" y="1258888"/>
            <a:ext cx="9144000" cy="5122440"/>
          </a:xfrm>
        </p:spPr>
        <p:txBody>
          <a:bodyPr/>
          <a:lstStyle/>
          <a:p>
            <a:pPr algn="l"/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Books: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App Testing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Patton, R. (2014).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Software Testing, 2nd Edition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Sams Publishing.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SDLC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Schwalbe, K. (2015).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Information Technology Project Management, 8th Edition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Cengage Learning.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Loeliger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J., &amp; McCullough, M. (2012).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 with Git, 2nd Edition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O'Reilly Media.</a:t>
            </a:r>
          </a:p>
          <a:p>
            <a:pPr algn="l"/>
            <a:endParaRPr lang="en-GB" sz="1400" b="1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Resources: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Webapp Testing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Guru99.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Application Testing: Complete Guide How To Test A Website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https://www.guru99.com/web-application-testing.html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SDLC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Tutorialspoint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SDLC - Overview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https://www.tutorialspoint.com/sdlc/sdlc_overview.htm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SDLC Models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 err="1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GeeksforGeeks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Software Development Life Cycle (SDLC)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https://www.geeksforgeeks.org/software-development-life-cycle-sdlc/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1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Version Control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Atlassian. </a:t>
            </a:r>
            <a:r>
              <a:rPr lang="en-GB" sz="1400" b="0" i="1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What is version control</a:t>
            </a:r>
            <a:r>
              <a:rPr lang="en-GB" sz="1400" b="0" i="0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Available at: </a:t>
            </a:r>
            <a:r>
              <a:rPr lang="en-GB" sz="1400" b="0" i="0" u="none" strike="noStrike" dirty="0">
                <a:solidFill>
                  <a:srgbClr val="0D0D0D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https://www.atlassian.com/git/tutorials/what-is-version-control</a:t>
            </a:r>
            <a:endParaRPr lang="en-GB" sz="1400" b="0" i="0" dirty="0">
              <a:solidFill>
                <a:srgbClr val="0D0D0D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Rectangle 3">
            <a:extLst>
              <a:ext uri="{FF2B5EF4-FFF2-40B4-BE49-F238E27FC236}">
                <a16:creationId xmlns:a16="http://schemas.microsoft.com/office/drawing/2014/main" id="{9AD45A52-6DAD-4777-29A3-1880C7CBA6A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Any Questions?</a:t>
            </a:r>
          </a:p>
          <a:p>
            <a:pPr eaLnBrk="1" hangingPunct="1"/>
            <a:endParaRPr lang="en-GB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4562F5-297D-D6A9-0F38-77E9314074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Topic 11: Code Review, Testing </a:t>
            </a:r>
            <a:r>
              <a:rPr lang="en-GB"/>
              <a:t>and Collaboration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Custom 11">
      <a:dk1>
        <a:srgbClr val="000000"/>
      </a:dk1>
      <a:lt1>
        <a:srgbClr val="FFFFFF"/>
      </a:lt1>
      <a:dk2>
        <a:srgbClr val="000000"/>
      </a:dk2>
      <a:lt2>
        <a:srgbClr val="3F3F3F"/>
      </a:lt2>
      <a:accent1>
        <a:srgbClr val="212167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Gill Sans"/>
        <a:ea typeface="ＭＳ Ｐゴシック"/>
        <a:cs typeface=""/>
      </a:majorFont>
      <a:minorFont>
        <a:latin typeface="Gill Sans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st 2">
  <a:themeElements>
    <a:clrScheme name="test 2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est 2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-32" charset="-128"/>
          </a:defRPr>
        </a:defPPr>
      </a:lstStyle>
    </a:lnDef>
  </a:objectDefaults>
  <a:extraClrSchemeLst>
    <a:extraClrScheme>
      <a:clrScheme name="test 2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st 2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st 2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4219901A04064790C94E9A9AE89D33" ma:contentTypeVersion="0" ma:contentTypeDescription="Create a new document." ma:contentTypeScope="" ma:versionID="eacdb1d6c144f2184e6157b4238170f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593F4B-DEB0-42B1-978C-96BA63BFA0E1}"/>
</file>

<file path=customXml/itemProps2.xml><?xml version="1.0" encoding="utf-8"?>
<ds:datastoreItem xmlns:ds="http://schemas.openxmlformats.org/officeDocument/2006/customXml" ds:itemID="{37FAC16B-220B-4641-88D0-A5336A767E23}">
  <ds:schemaRefs>
    <ds:schemaRef ds:uri="http://purl.org/dc/terms/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dbeaa6b5-7a21-43b8-ab59-31e7cbf2c187"/>
    <ds:schemaRef ds:uri="bdeceafc-5c0f-406d-b95f-35e6593d664b"/>
  </ds:schemaRefs>
</ds:datastoreItem>
</file>

<file path=customXml/itemProps3.xml><?xml version="1.0" encoding="utf-8"?>
<ds:datastoreItem xmlns:ds="http://schemas.openxmlformats.org/officeDocument/2006/customXml" ds:itemID="{ECE04B11-C029-4A4B-AA6A-73246B1B825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Eric:Users:Eric:Desktop:test 2.ppt</Template>
  <TotalTime>129</TotalTime>
  <Words>2476</Words>
  <Application>Microsoft Office PowerPoint</Application>
  <PresentationFormat>On-screen Show (4:3)</PresentationFormat>
  <Paragraphs>461</Paragraphs>
  <Slides>47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61" baseType="lpstr">
      <vt:lpstr>ＭＳ Ｐゴシック</vt:lpstr>
      <vt:lpstr>SimSun</vt:lpstr>
      <vt:lpstr>SimSun</vt:lpstr>
      <vt:lpstr>Arial</vt:lpstr>
      <vt:lpstr>Arial MT</vt:lpstr>
      <vt:lpstr>Courier New</vt:lpstr>
      <vt:lpstr>Gill Sans</vt:lpstr>
      <vt:lpstr>Microsoft Sans Serif</vt:lpstr>
      <vt:lpstr>Söhne</vt:lpstr>
      <vt:lpstr>Tahoma</vt:lpstr>
      <vt:lpstr>Times New Roman</vt:lpstr>
      <vt:lpstr>Wingdings</vt:lpstr>
      <vt:lpstr>Blank Presentation</vt:lpstr>
      <vt:lpstr>test 2</vt:lpstr>
      <vt:lpstr>PowerPoint Presentation</vt:lpstr>
      <vt:lpstr>Scope and Coverage</vt:lpstr>
      <vt:lpstr>Learning Outcomes</vt:lpstr>
      <vt:lpstr>Unit Roadmap</vt:lpstr>
      <vt:lpstr>Web app testing</vt:lpstr>
      <vt:lpstr>What is Testing?</vt:lpstr>
      <vt:lpstr>Why Testing?</vt:lpstr>
      <vt:lpstr>Types of Web Testing</vt:lpstr>
      <vt:lpstr>Functionality Testing</vt:lpstr>
      <vt:lpstr>User Interface Testing</vt:lpstr>
      <vt:lpstr>Security Testing</vt:lpstr>
      <vt:lpstr>Security Testing</vt:lpstr>
      <vt:lpstr>Cross Browser Compatibility Testing</vt:lpstr>
      <vt:lpstr>Performance Testing</vt:lpstr>
      <vt:lpstr>Usability Testing</vt:lpstr>
      <vt:lpstr>Crowd Testing</vt:lpstr>
      <vt:lpstr>Quiz - 1</vt:lpstr>
      <vt:lpstr>SDLC</vt:lpstr>
      <vt:lpstr>Software Development Life Cycle (SDLC)</vt:lpstr>
      <vt:lpstr>SDLC Objectives</vt:lpstr>
      <vt:lpstr>SDLC Phases</vt:lpstr>
      <vt:lpstr>SDLC Phases - Planning</vt:lpstr>
      <vt:lpstr>SDLC Phases - Requirements</vt:lpstr>
      <vt:lpstr>SDLC Phases - Design</vt:lpstr>
      <vt:lpstr>SDLC Phases - Development</vt:lpstr>
      <vt:lpstr>SDLC Phases - Testing</vt:lpstr>
      <vt:lpstr>SDLC Phases – Release &amp; Maintenance </vt:lpstr>
      <vt:lpstr>SDLC Phase – Task</vt:lpstr>
      <vt:lpstr>Sdlc models</vt:lpstr>
      <vt:lpstr>SDLC Models -Overview</vt:lpstr>
      <vt:lpstr>SDLC Models – Waterfall </vt:lpstr>
      <vt:lpstr>SDLC Models - Iterative</vt:lpstr>
      <vt:lpstr>SDLC Models - Agile</vt:lpstr>
      <vt:lpstr>SDLC Models - Agile</vt:lpstr>
      <vt:lpstr>SDLC Models - Agile</vt:lpstr>
      <vt:lpstr>Quiz - 2</vt:lpstr>
      <vt:lpstr>Version control</vt:lpstr>
      <vt:lpstr>What is Version Control?</vt:lpstr>
      <vt:lpstr>Types of Version Control System</vt:lpstr>
      <vt:lpstr>Git Software</vt:lpstr>
      <vt:lpstr>Git Commands</vt:lpstr>
      <vt:lpstr>Branching in Git</vt:lpstr>
      <vt:lpstr>GitHub</vt:lpstr>
      <vt:lpstr>Project Collaboration with GitHub</vt:lpstr>
      <vt:lpstr>Quiz - 3</vt:lpstr>
      <vt:lpstr>References</vt:lpstr>
      <vt:lpstr>Topic 11: Code Review, Testing and Collaboration</vt:lpstr>
    </vt:vector>
  </TitlesOfParts>
  <Company>True Creative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Riley</dc:creator>
  <cp:lastModifiedBy>Chris Beaumont</cp:lastModifiedBy>
  <cp:revision>94</cp:revision>
  <dcterms:created xsi:type="dcterms:W3CDTF">2008-01-18T13:21:43Z</dcterms:created>
  <dcterms:modified xsi:type="dcterms:W3CDTF">2024-03-07T12:10:39Z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0x010100104219901A04064790C94E9A9AE89D33</vt:lpwstr>
  </property>
</Properties>
</file>