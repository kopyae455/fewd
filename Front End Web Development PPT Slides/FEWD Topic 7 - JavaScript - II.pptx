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650" r:id="rId5"/>
  </p:sldMasterIdLst>
  <p:notesMasterIdLst>
    <p:notesMasterId r:id="rId54"/>
  </p:notesMasterIdLst>
  <p:handoutMasterIdLst>
    <p:handoutMasterId r:id="rId55"/>
  </p:handoutMasterIdLst>
  <p:sldIdLst>
    <p:sldId id="261" r:id="rId6"/>
    <p:sldId id="432" r:id="rId7"/>
    <p:sldId id="365" r:id="rId8"/>
    <p:sldId id="343" r:id="rId9"/>
    <p:sldId id="266" r:id="rId10"/>
    <p:sldId id="275" r:id="rId11"/>
    <p:sldId id="276" r:id="rId12"/>
    <p:sldId id="277" r:id="rId13"/>
    <p:sldId id="382" r:id="rId14"/>
    <p:sldId id="383" r:id="rId15"/>
    <p:sldId id="385" r:id="rId16"/>
    <p:sldId id="386" r:id="rId17"/>
    <p:sldId id="433" r:id="rId18"/>
    <p:sldId id="434" r:id="rId19"/>
    <p:sldId id="387" r:id="rId20"/>
    <p:sldId id="388" r:id="rId21"/>
    <p:sldId id="389" r:id="rId22"/>
    <p:sldId id="393" r:id="rId23"/>
    <p:sldId id="394" r:id="rId24"/>
    <p:sldId id="395" r:id="rId25"/>
    <p:sldId id="435" r:id="rId26"/>
    <p:sldId id="436" r:id="rId27"/>
    <p:sldId id="437" r:id="rId28"/>
    <p:sldId id="438" r:id="rId29"/>
    <p:sldId id="439" r:id="rId30"/>
    <p:sldId id="440" r:id="rId31"/>
    <p:sldId id="401" r:id="rId32"/>
    <p:sldId id="405" r:id="rId33"/>
    <p:sldId id="406" r:id="rId34"/>
    <p:sldId id="408" r:id="rId35"/>
    <p:sldId id="441" r:id="rId36"/>
    <p:sldId id="410" r:id="rId37"/>
    <p:sldId id="411" r:id="rId38"/>
    <p:sldId id="412" r:id="rId39"/>
    <p:sldId id="413" r:id="rId40"/>
    <p:sldId id="416" r:id="rId41"/>
    <p:sldId id="417" r:id="rId42"/>
    <p:sldId id="419" r:id="rId43"/>
    <p:sldId id="420" r:id="rId44"/>
    <p:sldId id="422" r:id="rId45"/>
    <p:sldId id="424" r:id="rId46"/>
    <p:sldId id="425" r:id="rId47"/>
    <p:sldId id="442" r:id="rId48"/>
    <p:sldId id="443" r:id="rId49"/>
    <p:sldId id="429" r:id="rId50"/>
    <p:sldId id="431" r:id="rId51"/>
    <p:sldId id="268" r:id="rId52"/>
    <p:sldId id="262" r:id="rId5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96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113EB4E-260D-2BEF-3741-5FE299C88150}" name="Liew Pei Ling" initials="LPL" userId="S::peiling.liew@nccedu.com::c3090c8e-0726-43ba-95b9-123e980a216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0DB3"/>
    <a:srgbClr val="F47929"/>
    <a:srgbClr val="CB9535"/>
    <a:srgbClr val="974F8E"/>
    <a:srgbClr val="286A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551C66-0720-467F-B541-C7A2E1C50004}" v="8" dt="2024-03-07T06:37:19.667"/>
  </p1510:revLst>
</p1510:revInfo>
</file>

<file path=ppt/tableStyles.xml><?xml version="1.0" encoding="utf-8"?>
<a:tblStyleLst xmlns:a="http://schemas.openxmlformats.org/drawingml/2006/main" def="{5C22544A-7EE6-4342-B048-85BDC9FD1C3A}">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81"/>
    <p:restoredTop sz="94648"/>
  </p:normalViewPr>
  <p:slideViewPr>
    <p:cSldViewPr>
      <p:cViewPr varScale="1">
        <p:scale>
          <a:sx n="62" d="100"/>
          <a:sy n="62" d="100"/>
        </p:scale>
        <p:origin x="1448" y="56"/>
      </p:cViewPr>
      <p:guideLst>
        <p:guide orient="horz" pos="2160"/>
        <p:guide pos="2880"/>
        <p:guide pos="9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279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notesMaster" Target="notesMasters/notesMaster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ew Pei Ling" userId="c3090c8e-0726-43ba-95b9-123e980a216d" providerId="ADAL" clId="{36551C66-0720-467F-B541-C7A2E1C50004}"/>
    <pc:docChg chg="custSel delSld modSld modMainMaster">
      <pc:chgData name="Liew Pei Ling" userId="c3090c8e-0726-43ba-95b9-123e980a216d" providerId="ADAL" clId="{36551C66-0720-467F-B541-C7A2E1C50004}" dt="2024-03-07T06:38:31.191" v="48"/>
      <pc:docMkLst>
        <pc:docMk/>
      </pc:docMkLst>
      <pc:sldChg chg="modSp mod">
        <pc:chgData name="Liew Pei Ling" userId="c3090c8e-0726-43ba-95b9-123e980a216d" providerId="ADAL" clId="{36551C66-0720-467F-B541-C7A2E1C50004}" dt="2024-03-07T06:33:41.438" v="2" actId="20577"/>
        <pc:sldMkLst>
          <pc:docMk/>
          <pc:sldMk cId="0" sldId="261"/>
        </pc:sldMkLst>
        <pc:spChg chg="mod">
          <ac:chgData name="Liew Pei Ling" userId="c3090c8e-0726-43ba-95b9-123e980a216d" providerId="ADAL" clId="{36551C66-0720-467F-B541-C7A2E1C50004}" dt="2024-03-07T06:33:41.438" v="2" actId="20577"/>
          <ac:spMkLst>
            <pc:docMk/>
            <pc:sldMk cId="0" sldId="261"/>
            <ac:spMk id="7170" creationId="{61EF2653-2FED-83AA-EC12-30586D42725C}"/>
          </ac:spMkLst>
        </pc:spChg>
      </pc:sldChg>
      <pc:sldChg chg="modSp mod">
        <pc:chgData name="Liew Pei Ling" userId="c3090c8e-0726-43ba-95b9-123e980a216d" providerId="ADAL" clId="{36551C66-0720-467F-B541-C7A2E1C50004}" dt="2024-03-07T06:37:34.065" v="47" actId="20577"/>
        <pc:sldMkLst>
          <pc:docMk/>
          <pc:sldMk cId="0" sldId="262"/>
        </pc:sldMkLst>
        <pc:spChg chg="mod">
          <ac:chgData name="Liew Pei Ling" userId="c3090c8e-0726-43ba-95b9-123e980a216d" providerId="ADAL" clId="{36551C66-0720-467F-B541-C7A2E1C50004}" dt="2024-03-07T06:37:34.065" v="47" actId="20577"/>
          <ac:spMkLst>
            <pc:docMk/>
            <pc:sldMk cId="0" sldId="262"/>
            <ac:spMk id="59394" creationId="{20479C05-8FD9-E4D9-35AD-0368D0C7EFCC}"/>
          </ac:spMkLst>
        </pc:spChg>
      </pc:sldChg>
      <pc:sldChg chg="addSp delSp modSp mod">
        <pc:chgData name="Liew Pei Ling" userId="c3090c8e-0726-43ba-95b9-123e980a216d" providerId="ADAL" clId="{36551C66-0720-467F-B541-C7A2E1C50004}" dt="2024-03-07T06:37:28.240" v="42" actId="2711"/>
        <pc:sldMkLst>
          <pc:docMk/>
          <pc:sldMk cId="0" sldId="268"/>
        </pc:sldMkLst>
        <pc:spChg chg="add del mod">
          <ac:chgData name="Liew Pei Ling" userId="c3090c8e-0726-43ba-95b9-123e980a216d" providerId="ADAL" clId="{36551C66-0720-467F-B541-C7A2E1C50004}" dt="2024-03-07T06:37:18.880" v="40" actId="478"/>
          <ac:spMkLst>
            <pc:docMk/>
            <pc:sldMk cId="0" sldId="268"/>
            <ac:spMk id="2" creationId="{BA62B369-C689-A502-B852-447BDE10F41E}"/>
          </ac:spMkLst>
        </pc:spChg>
        <pc:spChg chg="add mod">
          <ac:chgData name="Liew Pei Ling" userId="c3090c8e-0726-43ba-95b9-123e980a216d" providerId="ADAL" clId="{36551C66-0720-467F-B541-C7A2E1C50004}" dt="2024-03-07T06:37:28.240" v="42" actId="2711"/>
          <ac:spMkLst>
            <pc:docMk/>
            <pc:sldMk cId="0" sldId="268"/>
            <ac:spMk id="3" creationId="{8D6EFF4A-FB0E-F479-7D4F-704226D49F0F}"/>
          </ac:spMkLst>
        </pc:spChg>
        <pc:spChg chg="del">
          <ac:chgData name="Liew Pei Ling" userId="c3090c8e-0726-43ba-95b9-123e980a216d" providerId="ADAL" clId="{36551C66-0720-467F-B541-C7A2E1C50004}" dt="2024-03-07T06:37:11.454" v="39" actId="478"/>
          <ac:spMkLst>
            <pc:docMk/>
            <pc:sldMk cId="0" sldId="268"/>
            <ac:spMk id="58371" creationId="{CD476D89-C31C-E84C-15A4-E7D17DCEB6A5}"/>
          </ac:spMkLst>
        </pc:spChg>
      </pc:sldChg>
      <pc:sldChg chg="modSp mod">
        <pc:chgData name="Liew Pei Ling" userId="c3090c8e-0726-43ba-95b9-123e980a216d" providerId="ADAL" clId="{36551C66-0720-467F-B541-C7A2E1C50004}" dt="2024-03-07T06:34:27.186" v="11" actId="20577"/>
        <pc:sldMkLst>
          <pc:docMk/>
          <pc:sldMk cId="0" sldId="343"/>
        </pc:sldMkLst>
        <pc:graphicFrameChg chg="mod modGraphic">
          <ac:chgData name="Liew Pei Ling" userId="c3090c8e-0726-43ba-95b9-123e980a216d" providerId="ADAL" clId="{36551C66-0720-467F-B541-C7A2E1C50004}" dt="2024-03-07T06:34:27.186" v="11" actId="20577"/>
          <ac:graphicFrameMkLst>
            <pc:docMk/>
            <pc:sldMk cId="0" sldId="343"/>
            <ac:graphicFrameMk id="4" creationId="{0C746561-63CC-B6AA-4311-3584172B2E92}"/>
          </ac:graphicFrameMkLst>
        </pc:graphicFrameChg>
      </pc:sldChg>
      <pc:sldChg chg="del">
        <pc:chgData name="Liew Pei Ling" userId="c3090c8e-0726-43ba-95b9-123e980a216d" providerId="ADAL" clId="{36551C66-0720-467F-B541-C7A2E1C50004}" dt="2024-03-07T06:35:06.022" v="30" actId="47"/>
        <pc:sldMkLst>
          <pc:docMk/>
          <pc:sldMk cId="0" sldId="371"/>
        </pc:sldMkLst>
      </pc:sldChg>
      <pc:sldChg chg="delCm">
        <pc:chgData name="Liew Pei Ling" userId="c3090c8e-0726-43ba-95b9-123e980a216d" providerId="ADAL" clId="{36551C66-0720-467F-B541-C7A2E1C50004}" dt="2024-03-07T06:36:13.172" v="38"/>
        <pc:sldMkLst>
          <pc:docMk/>
          <pc:sldMk cId="0" sldId="394"/>
        </pc:sldMkLst>
        <pc:extLst>
          <p:ext xmlns:p="http://schemas.openxmlformats.org/presentationml/2006/main" uri="{D6D511B9-2390-475A-947B-AFAB55BFBCF1}">
            <pc226:cmChg xmlns:pc226="http://schemas.microsoft.com/office/powerpoint/2022/06/main/command" chg="del">
              <pc226:chgData name="Liew Pei Ling" userId="c3090c8e-0726-43ba-95b9-123e980a216d" providerId="ADAL" clId="{36551C66-0720-467F-B541-C7A2E1C50004}" dt="2024-03-07T06:36:13.172" v="38"/>
              <pc2:cmMkLst xmlns:pc2="http://schemas.microsoft.com/office/powerpoint/2019/9/main/command">
                <pc:docMk/>
                <pc:sldMk cId="0" sldId="394"/>
                <pc2:cmMk id="{7630DB0A-E471-4254-9980-B5E0A18758AD}"/>
              </pc2:cmMkLst>
            </pc226:cmChg>
          </p:ext>
        </pc:extLst>
      </pc:sldChg>
      <pc:sldChg chg="addSp delSp modSp mod modNotesTx">
        <pc:chgData name="Liew Pei Ling" userId="c3090c8e-0726-43ba-95b9-123e980a216d" providerId="ADAL" clId="{36551C66-0720-467F-B541-C7A2E1C50004}" dt="2024-03-07T06:35:44.973" v="37"/>
        <pc:sldMkLst>
          <pc:docMk/>
          <pc:sldMk cId="3858646031" sldId="433"/>
        </pc:sldMkLst>
        <pc:spChg chg="mod">
          <ac:chgData name="Liew Pei Ling" userId="c3090c8e-0726-43ba-95b9-123e980a216d" providerId="ADAL" clId="{36551C66-0720-467F-B541-C7A2E1C50004}" dt="2024-03-07T06:35:14.761" v="31" actId="113"/>
          <ac:spMkLst>
            <pc:docMk/>
            <pc:sldMk cId="3858646031" sldId="433"/>
            <ac:spMk id="2" creationId="{47C7369C-1A83-0E83-95E3-FFBE1D8714DE}"/>
          </ac:spMkLst>
        </pc:spChg>
        <pc:spChg chg="del">
          <ac:chgData name="Liew Pei Ling" userId="c3090c8e-0726-43ba-95b9-123e980a216d" providerId="ADAL" clId="{36551C66-0720-467F-B541-C7A2E1C50004}" dt="2024-03-07T06:35:28.696" v="32" actId="478"/>
          <ac:spMkLst>
            <pc:docMk/>
            <pc:sldMk cId="3858646031" sldId="433"/>
            <ac:spMk id="3" creationId="{C9848501-932B-BCA2-CD5B-8B1BFAA39D1F}"/>
          </ac:spMkLst>
        </pc:spChg>
        <pc:spChg chg="add mod">
          <ac:chgData name="Liew Pei Ling" userId="c3090c8e-0726-43ba-95b9-123e980a216d" providerId="ADAL" clId="{36551C66-0720-467F-B541-C7A2E1C50004}" dt="2024-03-07T06:35:38.185" v="36" actId="1076"/>
          <ac:spMkLst>
            <pc:docMk/>
            <pc:sldMk cId="3858646031" sldId="433"/>
            <ac:spMk id="4" creationId="{E664A23B-C42D-B317-B2A1-23E39C88C8F4}"/>
          </ac:spMkLst>
        </pc:spChg>
      </pc:sldChg>
      <pc:sldChg chg="delCm">
        <pc:chgData name="Liew Pei Ling" userId="c3090c8e-0726-43ba-95b9-123e980a216d" providerId="ADAL" clId="{36551C66-0720-467F-B541-C7A2E1C50004}" dt="2024-03-07T06:38:31.191" v="48"/>
        <pc:sldMkLst>
          <pc:docMk/>
          <pc:sldMk cId="294863924" sldId="437"/>
        </pc:sldMkLst>
        <pc:extLst>
          <p:ext xmlns:p="http://schemas.openxmlformats.org/presentationml/2006/main" uri="{D6D511B9-2390-475A-947B-AFAB55BFBCF1}">
            <pc226:cmChg xmlns:pc226="http://schemas.microsoft.com/office/powerpoint/2022/06/main/command" chg="del">
              <pc226:chgData name="Liew Pei Ling" userId="c3090c8e-0726-43ba-95b9-123e980a216d" providerId="ADAL" clId="{36551C66-0720-467F-B541-C7A2E1C50004}" dt="2024-03-07T06:38:31.191" v="48"/>
              <pc2:cmMkLst xmlns:pc2="http://schemas.microsoft.com/office/powerpoint/2019/9/main/command">
                <pc:docMk/>
                <pc:sldMk cId="294863924" sldId="437"/>
                <pc2:cmMk id="{D5B0E542-B48A-413B-BD03-5FDE8E62C98E}"/>
              </pc2:cmMkLst>
            </pc226:cmChg>
          </p:ext>
        </pc:extLst>
      </pc:sldChg>
      <pc:sldMasterChg chg="modSp mod">
        <pc:chgData name="Liew Pei Ling" userId="c3090c8e-0726-43ba-95b9-123e980a216d" providerId="ADAL" clId="{36551C66-0720-467F-B541-C7A2E1C50004}" dt="2024-03-07T06:34:59.249" v="29" actId="20577"/>
        <pc:sldMasterMkLst>
          <pc:docMk/>
          <pc:sldMasterMk cId="0" sldId="2147483648"/>
        </pc:sldMasterMkLst>
        <pc:spChg chg="mod">
          <ac:chgData name="Liew Pei Ling" userId="c3090c8e-0726-43ba-95b9-123e980a216d" providerId="ADAL" clId="{36551C66-0720-467F-B541-C7A2E1C50004}" dt="2024-03-07T06:34:59.249" v="29" actId="20577"/>
          <ac:spMkLst>
            <pc:docMk/>
            <pc:sldMasterMk cId="0" sldId="2147483648"/>
            <ac:spMk id="2" creationId="{DDC64D48-EADE-6F76-C7A6-56DA4EF76C1E}"/>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5A35CAB-86E1-96E4-5E84-AC17E2E7F6B6}"/>
              </a:ext>
            </a:extLst>
          </p:cNvPr>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128"/>
              </a:defRPr>
            </a:lvl1pPr>
          </a:lstStyle>
          <a:p>
            <a:pPr>
              <a:defRPr/>
            </a:pPr>
            <a:r>
              <a:rPr lang="en-US" altLang="x-none"/>
              <a:t>Topic X – Topic Title</a:t>
            </a:r>
          </a:p>
        </p:txBody>
      </p:sp>
      <p:sp>
        <p:nvSpPr>
          <p:cNvPr id="16387" name="Rectangle 3">
            <a:extLst>
              <a:ext uri="{FF2B5EF4-FFF2-40B4-BE49-F238E27FC236}">
                <a16:creationId xmlns:a16="http://schemas.microsoft.com/office/drawing/2014/main" id="{B059A65C-B9C4-BD8D-85AA-8189549858AA}"/>
              </a:ext>
            </a:extLst>
          </p:cNvPr>
          <p:cNvSpPr>
            <a:spLocks noGrp="1" noChangeArrowheads="1"/>
          </p:cNvSpPr>
          <p:nvPr>
            <p:ph type="dt" sz="quarter" idx="1"/>
          </p:nvPr>
        </p:nvSpPr>
        <p:spPr bwMode="auto">
          <a:xfrm>
            <a:off x="388620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32" charset="-128"/>
                <a:cs typeface="+mn-cs"/>
              </a:defRPr>
            </a:lvl1pPr>
          </a:lstStyle>
          <a:p>
            <a:pPr>
              <a:defRPr/>
            </a:pPr>
            <a:r>
              <a:rPr lang="en-US"/>
              <a:t>Module Title</a:t>
            </a:r>
          </a:p>
        </p:txBody>
      </p:sp>
      <p:sp>
        <p:nvSpPr>
          <p:cNvPr id="16388" name="Rectangle 4">
            <a:extLst>
              <a:ext uri="{FF2B5EF4-FFF2-40B4-BE49-F238E27FC236}">
                <a16:creationId xmlns:a16="http://schemas.microsoft.com/office/drawing/2014/main" id="{43F6F1AF-783C-92DF-D31B-67D5C4C2522D}"/>
              </a:ext>
            </a:extLst>
          </p:cNvPr>
          <p:cNvSpPr>
            <a:spLocks noGrp="1" noChangeArrowheads="1"/>
          </p:cNvSpPr>
          <p:nvPr>
            <p:ph type="ftr" sz="quarter" idx="2"/>
          </p:nvPr>
        </p:nvSpPr>
        <p:spPr bwMode="auto">
          <a:xfrm>
            <a:off x="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32" charset="-128"/>
                <a:cs typeface="+mn-cs"/>
              </a:defRPr>
            </a:lvl1pPr>
          </a:lstStyle>
          <a:p>
            <a:pPr>
              <a:defRPr/>
            </a:pPr>
            <a:r>
              <a:rPr lang="en-US"/>
              <a:t>V0.0</a:t>
            </a:r>
          </a:p>
        </p:txBody>
      </p:sp>
      <p:sp>
        <p:nvSpPr>
          <p:cNvPr id="16389" name="Rectangle 5">
            <a:extLst>
              <a:ext uri="{FF2B5EF4-FFF2-40B4-BE49-F238E27FC236}">
                <a16:creationId xmlns:a16="http://schemas.microsoft.com/office/drawing/2014/main" id="{402CDAA1-FBC8-7BD8-1EAA-58B128DAEB62}"/>
              </a:ext>
            </a:extLst>
          </p:cNvPr>
          <p:cNvSpPr>
            <a:spLocks noGrp="1" noChangeArrowheads="1"/>
          </p:cNvSpPr>
          <p:nvPr>
            <p:ph type="sldNum" sz="quarter" idx="3"/>
          </p:nvPr>
        </p:nvSpPr>
        <p:spPr bwMode="auto">
          <a:xfrm>
            <a:off x="388620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defRPr sz="1200"/>
            </a:lvl1pPr>
          </a:lstStyle>
          <a:p>
            <a:pPr>
              <a:defRPr/>
            </a:pPr>
            <a:r>
              <a:rPr lang="en-US" altLang="en-US"/>
              <a:t>Visuals Handout – Page </a:t>
            </a:r>
            <a:fld id="{8DF6E5A9-8101-48F8-B48B-159C143E28A3}"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56A4EE61-70CF-747C-2CEE-B8799DEE3CEB}"/>
              </a:ext>
            </a:extLst>
          </p:cNvPr>
          <p:cNvSpPr>
            <a:spLocks noGrp="1" noChangeArrowheads="1"/>
          </p:cNvSpPr>
          <p:nvPr>
            <p:ph type="hdr" sz="quarter"/>
          </p:nvPr>
        </p:nvSpPr>
        <p:spPr bwMode="auto">
          <a:xfrm>
            <a:off x="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32" charset="-128"/>
                <a:cs typeface="+mn-cs"/>
              </a:defRPr>
            </a:lvl1pPr>
          </a:lstStyle>
          <a:p>
            <a:pPr>
              <a:defRPr/>
            </a:pPr>
            <a:endParaRPr lang="en-US"/>
          </a:p>
        </p:txBody>
      </p:sp>
      <p:sp>
        <p:nvSpPr>
          <p:cNvPr id="3075" name="Rectangle 3">
            <a:extLst>
              <a:ext uri="{FF2B5EF4-FFF2-40B4-BE49-F238E27FC236}">
                <a16:creationId xmlns:a16="http://schemas.microsoft.com/office/drawing/2014/main" id="{7815DEC4-9127-189B-1AE9-8C67231941D6}"/>
              </a:ext>
            </a:extLst>
          </p:cNvPr>
          <p:cNvSpPr>
            <a:spLocks noGrp="1" noChangeArrowheads="1"/>
          </p:cNvSpPr>
          <p:nvPr>
            <p:ph type="dt" idx="1"/>
          </p:nvPr>
        </p:nvSpPr>
        <p:spPr bwMode="auto">
          <a:xfrm>
            <a:off x="3886200" y="0"/>
            <a:ext cx="2971800" cy="457200"/>
          </a:xfrm>
          <a:prstGeom prst="rect">
            <a:avLst/>
          </a:prstGeom>
          <a:noFill/>
          <a:ln>
            <a:noFill/>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32" charset="-128"/>
                <a:cs typeface="+mn-cs"/>
              </a:defRPr>
            </a:lvl1pPr>
          </a:lstStyle>
          <a:p>
            <a:pPr>
              <a:defRPr/>
            </a:pPr>
            <a:endParaRPr lang="en-US"/>
          </a:p>
        </p:txBody>
      </p:sp>
      <p:sp>
        <p:nvSpPr>
          <p:cNvPr id="5124" name="Rectangle 4">
            <a:extLst>
              <a:ext uri="{FF2B5EF4-FFF2-40B4-BE49-F238E27FC236}">
                <a16:creationId xmlns:a16="http://schemas.microsoft.com/office/drawing/2014/main" id="{77DB7F7A-707E-529F-5F72-A07DD7ADCC6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0F8AF039-3FEC-1C0B-C5F0-49C230B31411}"/>
              </a:ext>
            </a:extLst>
          </p:cNvPr>
          <p:cNvSpPr>
            <a:spLocks noGrp="1" noChangeArrowheads="1"/>
          </p:cNvSpPr>
          <p:nvPr>
            <p:ph type="body" sz="quarter" idx="3"/>
          </p:nvPr>
        </p:nvSpPr>
        <p:spPr bwMode="auto">
          <a:xfrm>
            <a:off x="914400" y="4343400"/>
            <a:ext cx="5029200" cy="4114800"/>
          </a:xfrm>
          <a:prstGeom prst="rect">
            <a:avLst/>
          </a:prstGeom>
          <a:noFill/>
          <a:ln>
            <a:noFill/>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69C89979-DB93-E5D4-D7AB-1C6E64656984}"/>
              </a:ext>
            </a:extLst>
          </p:cNvPr>
          <p:cNvSpPr>
            <a:spLocks noGrp="1" noChangeArrowheads="1"/>
          </p:cNvSpPr>
          <p:nvPr>
            <p:ph type="ftr" sz="quarter" idx="4"/>
          </p:nvPr>
        </p:nvSpPr>
        <p:spPr bwMode="auto">
          <a:xfrm>
            <a:off x="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32" charset="-128"/>
                <a:cs typeface="+mn-cs"/>
              </a:defRPr>
            </a:lvl1pPr>
          </a:lstStyle>
          <a:p>
            <a:pPr>
              <a:defRPr/>
            </a:pPr>
            <a:endParaRPr lang="en-US"/>
          </a:p>
        </p:txBody>
      </p:sp>
      <p:sp>
        <p:nvSpPr>
          <p:cNvPr id="3079" name="Rectangle 7">
            <a:extLst>
              <a:ext uri="{FF2B5EF4-FFF2-40B4-BE49-F238E27FC236}">
                <a16:creationId xmlns:a16="http://schemas.microsoft.com/office/drawing/2014/main" id="{3BADCADD-DC37-157B-75DF-24C277E08631}"/>
              </a:ext>
            </a:extLst>
          </p:cNvPr>
          <p:cNvSpPr>
            <a:spLocks noGrp="1" noChangeArrowheads="1"/>
          </p:cNvSpPr>
          <p:nvPr>
            <p:ph type="sldNum" sz="quarter" idx="5"/>
          </p:nvPr>
        </p:nvSpPr>
        <p:spPr bwMode="auto">
          <a:xfrm>
            <a:off x="3886200" y="8686800"/>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defRPr sz="1200"/>
            </a:lvl1pPr>
          </a:lstStyle>
          <a:p>
            <a:pPr>
              <a:defRPr/>
            </a:pPr>
            <a:fld id="{E01045F4-EFFF-400E-BD4F-65AA299693E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32"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32"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32"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32"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32"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5CF17F2F-951A-4568-60A5-F96C0747AA84}"/>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7CF3E3BB-B6E1-4069-BFC5-154EBC9F7839}" type="slidenum">
              <a:rPr lang="en-US" altLang="en-US" sz="1200" smtClean="0"/>
              <a:pPr/>
              <a:t>1</a:t>
            </a:fld>
            <a:endParaRPr lang="en-US" altLang="en-US" sz="1200"/>
          </a:p>
        </p:txBody>
      </p:sp>
      <p:sp>
        <p:nvSpPr>
          <p:cNvPr id="8195" name="Rectangle 2">
            <a:extLst>
              <a:ext uri="{FF2B5EF4-FFF2-40B4-BE49-F238E27FC236}">
                <a16:creationId xmlns:a16="http://schemas.microsoft.com/office/drawing/2014/main" id="{5BF8EA59-81B6-9A83-D52B-D894BF1E26F2}"/>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46355ABE-8279-33D6-B846-61D349A68C2A}"/>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NCC Education - Title Master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81191150-8079-0B27-1D02-44BB7D8A97A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0C34B5C6-47FD-401A-AE5E-05462FEDC617}" type="slidenum">
              <a:rPr lang="en-US" altLang="en-US" sz="1200" smtClean="0"/>
              <a:pPr/>
              <a:t>2</a:t>
            </a:fld>
            <a:endParaRPr lang="en-US" altLang="en-US" sz="1200"/>
          </a:p>
        </p:txBody>
      </p:sp>
      <p:sp>
        <p:nvSpPr>
          <p:cNvPr id="9219" name="Rectangle 2">
            <a:extLst>
              <a:ext uri="{FF2B5EF4-FFF2-40B4-BE49-F238E27FC236}">
                <a16:creationId xmlns:a16="http://schemas.microsoft.com/office/drawing/2014/main" id="{B7AE0236-2B27-1E80-077F-9EB1D5A8C851}"/>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F30171D7-6EEC-D812-BF73-380627A37F0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NCC Education - Slide Master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E01045F4-EFFF-400E-BD4F-65AA299693EB}" type="slidenum">
              <a:rPr lang="en-US" altLang="en-US" smtClean="0"/>
              <a:pPr>
                <a:defRPr/>
              </a:pPr>
              <a:t>8</a:t>
            </a:fld>
            <a:endParaRPr lang="en-US" altLang="en-US"/>
          </a:p>
        </p:txBody>
      </p:sp>
    </p:spTree>
    <p:extLst>
      <p:ext uri="{BB962C8B-B14F-4D97-AF65-F5344CB8AC3E}">
        <p14:creationId xmlns:p14="http://schemas.microsoft.com/office/powerpoint/2010/main" val="4024812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cap="none" normalizeH="0" baseline="0" dirty="0">
                <a:ln>
                  <a:noFill/>
                </a:ln>
                <a:solidFill>
                  <a:srgbClr val="0D0D0D"/>
                </a:solidFill>
                <a:effectLst/>
                <a:cs typeface="Arial" panose="020B0604020202020204" pitchFamily="34" charset="0"/>
              </a:rPr>
              <a:t>Correct Answer:</a:t>
            </a:r>
            <a:r>
              <a:rPr kumimoji="0" lang="en-US" altLang="en-US" sz="1200" b="0" i="0" u="none" strike="noStrike" cap="none" normalizeH="0" baseline="0" dirty="0">
                <a:ln>
                  <a:noFill/>
                </a:ln>
                <a:solidFill>
                  <a:srgbClr val="0D0D0D"/>
                </a:solidFill>
                <a:effectLst/>
                <a:cs typeface="Arial" panose="020B0604020202020204" pitchFamily="34" charset="0"/>
              </a:rPr>
              <a:t> B) Document Object Model</a:t>
            </a:r>
            <a:endParaRPr kumimoji="0" lang="en-US" altLang="en-US" sz="12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cap="none" normalizeH="0" baseline="0" dirty="0">
                <a:ln>
                  <a:noFill/>
                </a:ln>
                <a:solidFill>
                  <a:srgbClr val="0D0D0D"/>
                </a:solidFill>
                <a:effectLst/>
                <a:cs typeface="Arial" panose="020B0604020202020204" pitchFamily="34" charset="0"/>
              </a:rPr>
              <a:t>Correct Answer:</a:t>
            </a:r>
            <a:r>
              <a:rPr kumimoji="0" lang="en-US" altLang="en-US" sz="1200" b="0" i="0" u="none" strike="noStrike" cap="none" normalizeH="0" baseline="0" dirty="0">
                <a:ln>
                  <a:noFill/>
                </a:ln>
                <a:solidFill>
                  <a:srgbClr val="0D0D0D"/>
                </a:solidFill>
                <a:effectLst/>
                <a:cs typeface="Arial" panose="020B0604020202020204" pitchFamily="34" charset="0"/>
              </a:rPr>
              <a:t> B) </a:t>
            </a:r>
            <a:r>
              <a:rPr kumimoji="0" lang="en-US" altLang="en-US" sz="1200" b="1" i="0" u="none" strike="noStrike" cap="none" normalizeH="0" baseline="0" dirty="0">
                <a:ln>
                  <a:noFill/>
                </a:ln>
                <a:solidFill>
                  <a:srgbClr val="0D0D0D"/>
                </a:solidFill>
                <a:effectLst/>
                <a:cs typeface="Arial" panose="020B0604020202020204" pitchFamily="34" charset="0"/>
              </a:rPr>
              <a:t>window</a:t>
            </a:r>
            <a:endParaRPr kumimoji="0" lang="en-US" altLang="en-US" sz="12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cap="none" normalizeH="0" baseline="0" dirty="0">
                <a:ln>
                  <a:noFill/>
                </a:ln>
                <a:solidFill>
                  <a:srgbClr val="0D0D0D"/>
                </a:solidFill>
                <a:effectLst/>
                <a:cs typeface="Arial" panose="020B0604020202020204" pitchFamily="34" charset="0"/>
              </a:rPr>
              <a:t>Correct Answer:</a:t>
            </a:r>
            <a:r>
              <a:rPr kumimoji="0" lang="en-US" altLang="en-US" sz="1200" b="0" i="0" u="none" strike="noStrike" cap="none" normalizeH="0" baseline="0" dirty="0">
                <a:ln>
                  <a:noFill/>
                </a:ln>
                <a:solidFill>
                  <a:srgbClr val="0D0D0D"/>
                </a:solidFill>
                <a:effectLst/>
                <a:cs typeface="Arial" panose="020B0604020202020204" pitchFamily="34" charset="0"/>
              </a:rPr>
              <a:t> B) </a:t>
            </a:r>
            <a:r>
              <a:rPr kumimoji="0" lang="en-US" altLang="en-US" sz="1200" b="1" i="0" u="none" strike="noStrike" cap="none" normalizeH="0" baseline="0" dirty="0" err="1">
                <a:ln>
                  <a:noFill/>
                </a:ln>
                <a:solidFill>
                  <a:srgbClr val="0D0D0D"/>
                </a:solidFill>
                <a:effectLst/>
                <a:cs typeface="Arial" panose="020B0604020202020204" pitchFamily="34" charset="0"/>
              </a:rPr>
              <a:t>document.getElementById</a:t>
            </a:r>
            <a:r>
              <a:rPr kumimoji="0" lang="en-US" altLang="en-US" sz="1200" b="1" i="0" u="none" strike="noStrike" cap="none" normalizeH="0" baseline="0" dirty="0">
                <a:ln>
                  <a:noFill/>
                </a:ln>
                <a:solidFill>
                  <a:srgbClr val="0D0D0D"/>
                </a:solidFill>
                <a:effectLst/>
                <a:cs typeface="Arial" panose="020B0604020202020204" pitchFamily="34" charset="0"/>
              </a:rPr>
              <a:t>('</a:t>
            </a:r>
            <a:r>
              <a:rPr kumimoji="0" lang="en-US" altLang="en-US" sz="1200" b="1" i="0" u="none" strike="noStrike" cap="none" normalizeH="0" baseline="0" dirty="0" err="1">
                <a:ln>
                  <a:noFill/>
                </a:ln>
                <a:solidFill>
                  <a:srgbClr val="0D0D0D"/>
                </a:solidFill>
                <a:effectLst/>
                <a:cs typeface="Arial" panose="020B0604020202020204" pitchFamily="34" charset="0"/>
              </a:rPr>
              <a:t>idname</a:t>
            </a:r>
            <a:r>
              <a:rPr kumimoji="0" lang="en-US" altLang="en-US" sz="1200" b="1" i="0" u="none" strike="noStrike" cap="none" normalizeH="0" baseline="0" dirty="0">
                <a:ln>
                  <a:noFill/>
                </a:ln>
                <a:solidFill>
                  <a:srgbClr val="0D0D0D"/>
                </a:solidFill>
                <a:effectLst/>
                <a:cs typeface="Arial" panose="020B0604020202020204" pitchFamily="34" charset="0"/>
              </a:rPr>
              <a:t>');</a:t>
            </a:r>
            <a:r>
              <a:rPr kumimoji="0" lang="en-US" altLang="en-US" sz="1200" b="0" i="0" u="none" strike="noStrike" cap="none" normalizeH="0" baseline="0" dirty="0">
                <a:ln>
                  <a:noFill/>
                </a:ln>
                <a:solidFill>
                  <a:srgbClr val="0D0D0D"/>
                </a:solidFill>
                <a:effectLst/>
                <a:cs typeface="Arial" panose="020B0604020202020204" pitchFamily="34" charset="0"/>
              </a:rPr>
              <a:t> (Note: C is also a valid method, but B directly asks for access by ID, making it the more specific answer for this question.)</a:t>
            </a:r>
            <a:endParaRPr kumimoji="0" lang="en-US" altLang="en-US" sz="1200" b="0" i="0" u="none" strike="noStrike" cap="none" normalizeH="0" baseline="0" dirty="0">
              <a:ln>
                <a:noFill/>
              </a:ln>
              <a:solidFill>
                <a:schemeClr val="tx1"/>
              </a:solidFill>
              <a:effectLst/>
              <a:cs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pPr>
              <a:defRPr/>
            </a:pPr>
            <a:fld id="{E01045F4-EFFF-400E-BD4F-65AA299693EB}" type="slidenum">
              <a:rPr lang="en-US" altLang="en-US" smtClean="0"/>
              <a:pPr>
                <a:defRPr/>
              </a:pPr>
              <a:t>13</a:t>
            </a:fld>
            <a:endParaRPr lang="en-US" altLang="en-US"/>
          </a:p>
        </p:txBody>
      </p:sp>
    </p:spTree>
    <p:extLst>
      <p:ext uri="{BB962C8B-B14F-4D97-AF65-F5344CB8AC3E}">
        <p14:creationId xmlns:p14="http://schemas.microsoft.com/office/powerpoint/2010/main" val="2720910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408E6723-62C2-9938-FF01-3BD62F5BAD0E}"/>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13549D90-035E-49DE-B47B-3F1EF96CBAA7}" type="slidenum">
              <a:rPr lang="en-US" altLang="en-US" sz="1200" smtClean="0"/>
              <a:pPr/>
              <a:t>48</a:t>
            </a:fld>
            <a:endParaRPr lang="en-US" altLang="en-US" sz="1200"/>
          </a:p>
        </p:txBody>
      </p:sp>
      <p:sp>
        <p:nvSpPr>
          <p:cNvPr id="60419" name="Rectangle 2">
            <a:extLst>
              <a:ext uri="{FF2B5EF4-FFF2-40B4-BE49-F238E27FC236}">
                <a16:creationId xmlns:a16="http://schemas.microsoft.com/office/drawing/2014/main" id="{97B73B11-F385-8FA7-E2E3-BEEFB0D9C113}"/>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2BF4330F-67BB-E85F-FAC0-DCC28D74A97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NCC Education - End Slide Master</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2" name="Group 24">
            <a:extLst>
              <a:ext uri="{FF2B5EF4-FFF2-40B4-BE49-F238E27FC236}">
                <a16:creationId xmlns:a16="http://schemas.microsoft.com/office/drawing/2014/main" id="{A64172A5-42B1-B636-0091-5D086D74FE96}"/>
              </a:ext>
            </a:extLst>
          </p:cNvPr>
          <p:cNvGrpSpPr>
            <a:grpSpLocks/>
          </p:cNvGrpSpPr>
          <p:nvPr userDrawn="1"/>
        </p:nvGrpSpPr>
        <p:grpSpPr bwMode="auto">
          <a:xfrm>
            <a:off x="7439025" y="6616700"/>
            <a:ext cx="1684338" cy="242888"/>
            <a:chOff x="4513" y="4156"/>
            <a:chExt cx="1061" cy="153"/>
          </a:xfrm>
        </p:grpSpPr>
        <p:sp>
          <p:nvSpPr>
            <p:cNvPr id="3" name="Rectangle 25">
              <a:extLst>
                <a:ext uri="{FF2B5EF4-FFF2-40B4-BE49-F238E27FC236}">
                  <a16:creationId xmlns:a16="http://schemas.microsoft.com/office/drawing/2014/main" id="{37765858-674B-F727-7C8D-ADE620A77565}"/>
                </a:ext>
              </a:extLst>
            </p:cNvPr>
            <p:cNvSpPr>
              <a:spLocks noChangeArrowheads="1"/>
            </p:cNvSpPr>
            <p:nvPr userDrawn="1"/>
          </p:nvSpPr>
          <p:spPr bwMode="auto">
            <a:xfrm>
              <a:off x="4513" y="4156"/>
              <a:ext cx="173" cy="152"/>
            </a:xfrm>
            <a:prstGeom prst="rect">
              <a:avLst/>
            </a:prstGeom>
            <a:noFill/>
            <a:ln>
              <a:noFill/>
            </a:ln>
            <a:effectLst/>
          </p:spPr>
          <p:txBody>
            <a:bodyPr wrap="none" lIns="90488" tIns="44450" rIns="90488" bIns="44450">
              <a:spAutoFit/>
            </a:bodyPr>
            <a:lstStyle>
              <a:lvl1pPr defTabSz="762000">
                <a:defRPr sz="2400">
                  <a:solidFill>
                    <a:schemeClr val="tx1"/>
                  </a:solidFill>
                  <a:latin typeface="Arial" panose="020B0604020202020204" pitchFamily="34" charset="0"/>
                  <a:ea typeface="ＭＳ Ｐゴシック" panose="020B0600070205080204" pitchFamily="34" charset="-128"/>
                </a:defRPr>
              </a:lvl1pPr>
              <a:lvl2pPr marL="742950" indent="-285750" defTabSz="762000">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defRPr sz="2400">
                  <a:solidFill>
                    <a:schemeClr val="tx1"/>
                  </a:solidFill>
                  <a:latin typeface="Arial" panose="020B0604020202020204" pitchFamily="34" charset="0"/>
                  <a:ea typeface="ＭＳ Ｐゴシック" panose="020B0600070205080204" pitchFamily="34" charset="-128"/>
                </a:defRPr>
              </a:lvl3pPr>
              <a:lvl4pPr marL="1600200" indent="-228600" defTabSz="762000">
                <a:defRPr sz="2400">
                  <a:solidFill>
                    <a:schemeClr val="tx1"/>
                  </a:solidFill>
                  <a:latin typeface="Arial" panose="020B0604020202020204" pitchFamily="34" charset="0"/>
                  <a:ea typeface="ＭＳ Ｐゴシック" panose="020B0600070205080204" pitchFamily="34" charset="-128"/>
                </a:defRPr>
              </a:lvl4pPr>
              <a:lvl5pPr marL="2057400" indent="-228600" defTabSz="762000">
                <a:defRPr sz="24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defRPr/>
              </a:pPr>
              <a:r>
                <a:rPr lang="en-GB" altLang="en-US" sz="1000">
                  <a:solidFill>
                    <a:srgbClr val="FFFFFF"/>
                  </a:solidFill>
                </a:rPr>
                <a:t>©</a:t>
              </a:r>
            </a:p>
          </p:txBody>
        </p:sp>
        <p:sp>
          <p:nvSpPr>
            <p:cNvPr id="4" name="Rectangle 26">
              <a:extLst>
                <a:ext uri="{FF2B5EF4-FFF2-40B4-BE49-F238E27FC236}">
                  <a16:creationId xmlns:a16="http://schemas.microsoft.com/office/drawing/2014/main" id="{55857DAD-E3B9-7979-AD2E-E2C43F5C959A}"/>
                </a:ext>
              </a:extLst>
            </p:cNvPr>
            <p:cNvSpPr>
              <a:spLocks noChangeArrowheads="1"/>
            </p:cNvSpPr>
            <p:nvPr userDrawn="1"/>
          </p:nvSpPr>
          <p:spPr bwMode="auto">
            <a:xfrm>
              <a:off x="4623" y="4156"/>
              <a:ext cx="951" cy="153"/>
            </a:xfrm>
            <a:prstGeom prst="rect">
              <a:avLst/>
            </a:prstGeom>
            <a:noFill/>
            <a:ln>
              <a:noFill/>
            </a:ln>
            <a:effectLst/>
          </p:spPr>
          <p:txBody>
            <a:bodyPr wrap="none" lIns="90488" tIns="44450" rIns="90488" bIns="44450">
              <a:spAutoFit/>
            </a:bodyPr>
            <a:lstStyle>
              <a:lvl1pPr defTabSz="762000">
                <a:defRPr sz="2400">
                  <a:solidFill>
                    <a:schemeClr val="tx1"/>
                  </a:solidFill>
                  <a:latin typeface="Arial" charset="0"/>
                  <a:ea typeface="ＭＳ Ｐゴシック" pitchFamily="34" charset="-128"/>
                </a:defRPr>
              </a:lvl1pPr>
              <a:lvl2pPr marL="742950" indent="-285750" defTabSz="762000">
                <a:defRPr sz="2400">
                  <a:solidFill>
                    <a:schemeClr val="tx1"/>
                  </a:solidFill>
                  <a:latin typeface="Arial" charset="0"/>
                  <a:ea typeface="ＭＳ Ｐゴシック" pitchFamily="34" charset="-128"/>
                </a:defRPr>
              </a:lvl2pPr>
              <a:lvl3pPr marL="1143000" indent="-228600" defTabSz="762000">
                <a:defRPr sz="2400">
                  <a:solidFill>
                    <a:schemeClr val="tx1"/>
                  </a:solidFill>
                  <a:latin typeface="Arial" charset="0"/>
                  <a:ea typeface="ＭＳ Ｐゴシック" pitchFamily="34" charset="-128"/>
                </a:defRPr>
              </a:lvl3pPr>
              <a:lvl4pPr marL="1600200" indent="-228600" defTabSz="762000">
                <a:defRPr sz="2400">
                  <a:solidFill>
                    <a:schemeClr val="tx1"/>
                  </a:solidFill>
                  <a:latin typeface="Arial" charset="0"/>
                  <a:ea typeface="ＭＳ Ｐゴシック" pitchFamily="34" charset="-128"/>
                </a:defRPr>
              </a:lvl4pPr>
              <a:lvl5pPr marL="2057400" indent="-228600" defTabSz="762000">
                <a:defRPr sz="2400">
                  <a:solidFill>
                    <a:schemeClr val="tx1"/>
                  </a:solidFill>
                  <a:latin typeface="Arial" charset="0"/>
                  <a:ea typeface="ＭＳ Ｐゴシック" pitchFamily="34" charset="-128"/>
                </a:defRPr>
              </a:lvl5pPr>
              <a:lvl6pPr marL="2514600" indent="-228600" defTabSz="7620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defTabSz="7620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defTabSz="7620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defTabSz="762000" eaLnBrk="0" fontAlgn="base" hangingPunct="0">
                <a:spcBef>
                  <a:spcPct val="0"/>
                </a:spcBef>
                <a:spcAft>
                  <a:spcPct val="0"/>
                </a:spcAft>
                <a:defRPr sz="2400">
                  <a:solidFill>
                    <a:schemeClr val="tx1"/>
                  </a:solidFill>
                  <a:latin typeface="Arial" charset="0"/>
                  <a:ea typeface="ＭＳ Ｐゴシック" pitchFamily="34" charset="-128"/>
                </a:defRPr>
              </a:lvl9pPr>
            </a:lstStyle>
            <a:p>
              <a:pPr eaLnBrk="1" hangingPunct="1">
                <a:defRPr/>
              </a:pPr>
              <a:r>
                <a:rPr lang="en-GB" altLang="en-US" sz="1000" dirty="0">
                  <a:solidFill>
                    <a:srgbClr val="FFFFFF"/>
                  </a:solidFill>
                  <a:latin typeface="Arial" panose="020B0604020202020204" pitchFamily="34" charset="0"/>
                  <a:cs typeface="Arial" panose="020B0604020202020204" pitchFamily="34" charset="0"/>
                </a:rPr>
                <a:t>NCC Education Limited</a:t>
              </a:r>
            </a:p>
          </p:txBody>
        </p:sp>
      </p:grpSp>
      <p:pic>
        <p:nvPicPr>
          <p:cNvPr id="5" name="Picture 8">
            <a:extLst>
              <a:ext uri="{FF2B5EF4-FFF2-40B4-BE49-F238E27FC236}">
                <a16:creationId xmlns:a16="http://schemas.microsoft.com/office/drawing/2014/main" id="{E6A11894-1BCA-A32C-7CD1-21DD7F18B89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6988"/>
            <a:ext cx="9144000" cy="691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5647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rgbClr val="002060"/>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161870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rgbClr val="002060"/>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002060"/>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extLst>
      <p:ext uri="{BB962C8B-B14F-4D97-AF65-F5344CB8AC3E}">
        <p14:creationId xmlns:p14="http://schemas.microsoft.com/office/powerpoint/2010/main" val="4177721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07950" y="1845717"/>
            <a:ext cx="4351338" cy="4319587"/>
          </a:xfrm>
        </p:spPr>
        <p:txBody>
          <a:bodyPr/>
          <a:lstStyle>
            <a:lvl1pPr>
              <a:defRPr sz="2800">
                <a:solidFill>
                  <a:srgbClr val="002060"/>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11688" y="1845717"/>
            <a:ext cx="4352925" cy="4319587"/>
          </a:xfrm>
        </p:spPr>
        <p:txBody>
          <a:bodyPr/>
          <a:lstStyle>
            <a:lvl1pPr>
              <a:defRPr sz="2800">
                <a:solidFill>
                  <a:srgbClr val="002060"/>
                </a:solidFill>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610059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rgbClr val="002060"/>
                </a:solidFil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rgbClr val="002060"/>
                </a:solidFil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869946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355065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89231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844824"/>
            <a:ext cx="3008313" cy="1162050"/>
          </a:xfrm>
        </p:spPr>
        <p:txBody>
          <a:bodyPr anchor="b"/>
          <a:lstStyle>
            <a:lvl1pPr algn="l">
              <a:defRPr sz="2000" b="1"/>
            </a:lvl1pPr>
          </a:lstStyle>
          <a:p>
            <a:r>
              <a:rPr lang="en-US" dirty="0"/>
              <a:t>Click to edit Master title style</a:t>
            </a:r>
            <a:endParaRPr lang="en-GB" dirty="0"/>
          </a:p>
        </p:txBody>
      </p:sp>
      <p:sp>
        <p:nvSpPr>
          <p:cNvPr id="3" name="Content Placeholder 2"/>
          <p:cNvSpPr>
            <a:spLocks noGrp="1"/>
          </p:cNvSpPr>
          <p:nvPr>
            <p:ph idx="1"/>
          </p:nvPr>
        </p:nvSpPr>
        <p:spPr>
          <a:xfrm>
            <a:off x="3575050" y="1844824"/>
            <a:ext cx="5111750" cy="5853113"/>
          </a:xfrm>
        </p:spPr>
        <p:txBody>
          <a:bodyPr/>
          <a:lstStyle>
            <a:lvl1pPr>
              <a:defRPr sz="3200">
                <a:solidFill>
                  <a:srgbClr val="002060"/>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457200" y="3019276"/>
            <a:ext cx="3008313" cy="4691063"/>
          </a:xfrm>
        </p:spPr>
        <p:txBody>
          <a:bodyPr/>
          <a:lstStyle>
            <a:lvl1pPr marL="0" indent="0">
              <a:buNone/>
              <a:defRPr sz="1400">
                <a:solidFill>
                  <a:srgbClr val="00206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722830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rgbClr val="F47929"/>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12594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lvl1pPr>
              <a:defRPr>
                <a:solidFill>
                  <a:srgbClr val="002060"/>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73774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0050" y="404813"/>
            <a:ext cx="2214563" cy="54721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3188" y="404813"/>
            <a:ext cx="6494462" cy="5472112"/>
          </a:xfrm>
        </p:spPr>
        <p:txBody>
          <a:bodyPr vert="eaVert"/>
          <a:lstStyle>
            <a:lvl1pPr>
              <a:defRPr>
                <a:solidFill>
                  <a:srgbClr val="002060"/>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59356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560" y="84118"/>
            <a:ext cx="8526881" cy="677108"/>
          </a:xfrm>
          <a:prstGeom prst="rect">
            <a:avLst/>
          </a:prstGeom>
        </p:spPr>
        <p:txBody>
          <a:bodyPr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3840481"/>
            <a:ext cx="6400800" cy="461665"/>
          </a:xfrm>
          <a:prstGeom prst="rect">
            <a:avLst/>
          </a:prstGeom>
        </p:spPr>
        <p:txBody>
          <a:bodyPr lIns="0" tIns="0" rIns="0" bIns="0">
            <a:spAutoFit/>
          </a:bodyPr>
          <a:lstStyle>
            <a:lvl1pPr>
              <a:defRPr/>
            </a:lvl1pPr>
          </a:lstStyle>
          <a:p>
            <a:endParaRPr/>
          </a:p>
        </p:txBody>
      </p:sp>
      <p:sp>
        <p:nvSpPr>
          <p:cNvPr id="4" name="Holder 4">
            <a:extLst>
              <a:ext uri="{FF2B5EF4-FFF2-40B4-BE49-F238E27FC236}">
                <a16:creationId xmlns:a16="http://schemas.microsoft.com/office/drawing/2014/main" id="{EA7B22DE-1FC1-5A43-EDD2-2BB2A08E9C68}"/>
              </a:ext>
            </a:extLst>
          </p:cNvPr>
          <p:cNvSpPr>
            <a:spLocks noGrp="1"/>
          </p:cNvSpPr>
          <p:nvPr>
            <p:ph type="ftr" sz="quarter" idx="10"/>
          </p:nvPr>
        </p:nvSpPr>
        <p:spPr>
          <a:xfrm>
            <a:off x="0" y="0"/>
            <a:ext cx="0" cy="0"/>
          </a:xfrm>
        </p:spPr>
        <p:txBody>
          <a:bodyPr lIns="0" tIns="0" rIns="0" bIns="0"/>
          <a:lstStyle>
            <a:lvl1pPr algn="ctr">
              <a:defRPr>
                <a:solidFill>
                  <a:schemeClr val="tx1">
                    <a:tint val="75000"/>
                  </a:schemeClr>
                </a:solidFill>
              </a:defRPr>
            </a:lvl1pPr>
          </a:lstStyle>
          <a:p>
            <a:pPr>
              <a:defRPr/>
            </a:pPr>
            <a:endParaRPr/>
          </a:p>
        </p:txBody>
      </p:sp>
      <p:sp>
        <p:nvSpPr>
          <p:cNvPr id="5" name="Holder 5">
            <a:extLst>
              <a:ext uri="{FF2B5EF4-FFF2-40B4-BE49-F238E27FC236}">
                <a16:creationId xmlns:a16="http://schemas.microsoft.com/office/drawing/2014/main" id="{30B8AE9A-CADE-F4F3-9C1C-4177683BBBED}"/>
              </a:ext>
            </a:extLst>
          </p:cNvPr>
          <p:cNvSpPr>
            <a:spLocks noGrp="1"/>
          </p:cNvSpPr>
          <p:nvPr>
            <p:ph type="dt" sz="half" idx="11"/>
          </p:nvPr>
        </p:nvSpPr>
        <p:spPr>
          <a:xfrm>
            <a:off x="0" y="0"/>
            <a:ext cx="0" cy="0"/>
          </a:xfrm>
        </p:spPr>
        <p:txBody>
          <a:bodyPr lIns="0" tIns="0" rIns="0" bIns="0"/>
          <a:lstStyle>
            <a:lvl1pPr algn="l">
              <a:defRPr>
                <a:solidFill>
                  <a:schemeClr val="tx1">
                    <a:tint val="75000"/>
                  </a:schemeClr>
                </a:solidFill>
              </a:defRPr>
            </a:lvl1pPr>
          </a:lstStyle>
          <a:p>
            <a:pPr>
              <a:defRPr/>
            </a:pPr>
            <a:fld id="{A5BB2042-DF27-40EB-A0DD-AC7DC8C87310}" type="datetimeFigureOut">
              <a:rPr lang="en-US"/>
              <a:pPr>
                <a:defRPr/>
              </a:pPr>
              <a:t>3/7/2024</a:t>
            </a:fld>
            <a:endParaRPr lang="en-US"/>
          </a:p>
        </p:txBody>
      </p:sp>
      <p:sp>
        <p:nvSpPr>
          <p:cNvPr id="6" name="Holder 6">
            <a:extLst>
              <a:ext uri="{FF2B5EF4-FFF2-40B4-BE49-F238E27FC236}">
                <a16:creationId xmlns:a16="http://schemas.microsoft.com/office/drawing/2014/main" id="{4D9E9581-0241-5FD3-15BD-5B79F0A057F1}"/>
              </a:ext>
            </a:extLst>
          </p:cNvPr>
          <p:cNvSpPr>
            <a:spLocks noGrp="1"/>
          </p:cNvSpPr>
          <p:nvPr>
            <p:ph type="sldNum" sz="quarter" idx="12"/>
          </p:nvPr>
        </p:nvSpPr>
        <p:spPr>
          <a:xfrm>
            <a:off x="0" y="0"/>
            <a:ext cx="0" cy="0"/>
          </a:xfrm>
        </p:spPr>
        <p:txBody>
          <a:bodyPr lIns="0" tIns="0" rIns="0" bIns="0"/>
          <a:lstStyle>
            <a:lvl1pPr marL="80645">
              <a:spcBef>
                <a:spcPts val="15"/>
              </a:spcBef>
              <a:defRPr sz="1000" b="0" i="0" spc="70" smtClean="0">
                <a:solidFill>
                  <a:srgbClr val="666666"/>
                </a:solidFill>
                <a:latin typeface="Trebuchet MS"/>
                <a:cs typeface="Trebuchet MS"/>
              </a:defRPr>
            </a:lvl1pPr>
          </a:lstStyle>
          <a:p>
            <a:pPr>
              <a:defRPr/>
            </a:pPr>
            <a:fld id="{C9718104-69A9-4C08-AE58-83D8D2FA2377}" type="slidenum">
              <a:rPr lang="en-GB"/>
              <a:pPr>
                <a:defRPr/>
              </a:pPr>
              <a:t>‹#›</a:t>
            </a:fld>
            <a:endParaRPr lang="en-GB" dirty="0"/>
          </a:p>
        </p:txBody>
      </p:sp>
    </p:spTree>
    <p:extLst>
      <p:ext uri="{BB962C8B-B14F-4D97-AF65-F5344CB8AC3E}">
        <p14:creationId xmlns:p14="http://schemas.microsoft.com/office/powerpoint/2010/main" val="274112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263880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
            <a:extLst>
              <a:ext uri="{FF2B5EF4-FFF2-40B4-BE49-F238E27FC236}">
                <a16:creationId xmlns:a16="http://schemas.microsoft.com/office/drawing/2014/main" id="{6FF48587-BF00-FE4E-0553-CE771315ACEB}"/>
              </a:ext>
            </a:extLst>
          </p:cNvPr>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26988"/>
            <a:ext cx="9144000" cy="6911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15">
            <a:extLst>
              <a:ext uri="{FF2B5EF4-FFF2-40B4-BE49-F238E27FC236}">
                <a16:creationId xmlns:a16="http://schemas.microsoft.com/office/drawing/2014/main" id="{7E21A652-A691-671B-C0A1-5667DF3A1CF0}"/>
              </a:ext>
            </a:extLst>
          </p:cNvPr>
          <p:cNvSpPr>
            <a:spLocks noGrp="1" noChangeArrowheads="1"/>
          </p:cNvSpPr>
          <p:nvPr>
            <p:ph type="title"/>
          </p:nvPr>
        </p:nvSpPr>
        <p:spPr bwMode="auto">
          <a:xfrm>
            <a:off x="103188" y="115888"/>
            <a:ext cx="8785225"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 name="Rectangle 17">
            <a:extLst>
              <a:ext uri="{FF2B5EF4-FFF2-40B4-BE49-F238E27FC236}">
                <a16:creationId xmlns:a16="http://schemas.microsoft.com/office/drawing/2014/main" id="{DDC64D48-EADE-6F76-C7A6-56DA4EF76C1E}"/>
              </a:ext>
            </a:extLst>
          </p:cNvPr>
          <p:cNvSpPr>
            <a:spLocks noChangeArrowheads="1"/>
          </p:cNvSpPr>
          <p:nvPr userDrawn="1"/>
        </p:nvSpPr>
        <p:spPr bwMode="auto">
          <a:xfrm>
            <a:off x="6235700" y="0"/>
            <a:ext cx="2908300" cy="241300"/>
          </a:xfrm>
          <a:prstGeom prst="rect">
            <a:avLst/>
          </a:prstGeom>
          <a:noFill/>
          <a:ln>
            <a:noFill/>
          </a:ln>
          <a:effectLst/>
        </p:spPr>
        <p:txBody>
          <a:bodyPr lIns="90488" tIns="44450" rIns="90488" bIns="44450">
            <a:spAutoFit/>
          </a:bodyPr>
          <a:lstStyle>
            <a:lvl1pPr defTabSz="762000">
              <a:defRPr sz="2400">
                <a:solidFill>
                  <a:schemeClr val="tx1"/>
                </a:solidFill>
                <a:latin typeface="Arial" panose="020B0604020202020204" pitchFamily="34" charset="0"/>
                <a:ea typeface="ＭＳ Ｐゴシック" panose="020B0600070205080204" pitchFamily="34" charset="-128"/>
              </a:defRPr>
            </a:lvl1pPr>
            <a:lvl2pPr marL="742950" indent="-285750" defTabSz="762000">
              <a:defRPr sz="2400">
                <a:solidFill>
                  <a:schemeClr val="tx1"/>
                </a:solidFill>
                <a:latin typeface="Arial" panose="020B0604020202020204" pitchFamily="34" charset="0"/>
                <a:ea typeface="ＭＳ Ｐゴシック" panose="020B0600070205080204" pitchFamily="34" charset="-128"/>
              </a:defRPr>
            </a:lvl2pPr>
            <a:lvl3pPr marL="1143000" indent="-228600" defTabSz="762000">
              <a:defRPr sz="2400">
                <a:solidFill>
                  <a:schemeClr val="tx1"/>
                </a:solidFill>
                <a:latin typeface="Arial" panose="020B0604020202020204" pitchFamily="34" charset="0"/>
                <a:ea typeface="ＭＳ Ｐゴシック" panose="020B0600070205080204" pitchFamily="34" charset="-128"/>
              </a:defRPr>
            </a:lvl3pPr>
            <a:lvl4pPr marL="1600200" indent="-228600" defTabSz="762000">
              <a:defRPr sz="2400">
                <a:solidFill>
                  <a:schemeClr val="tx1"/>
                </a:solidFill>
                <a:latin typeface="Arial" panose="020B0604020202020204" pitchFamily="34" charset="0"/>
                <a:ea typeface="ＭＳ Ｐゴシック" panose="020B0600070205080204" pitchFamily="34" charset="-128"/>
              </a:defRPr>
            </a:lvl4pPr>
            <a:lvl5pPr marL="2057400" indent="-228600" defTabSz="762000">
              <a:defRPr sz="2400">
                <a:solidFill>
                  <a:schemeClr val="tx1"/>
                </a:solidFill>
                <a:latin typeface="Arial" panose="020B0604020202020204" pitchFamily="34" charset="0"/>
                <a:ea typeface="ＭＳ Ｐゴシック" panose="020B0600070205080204" pitchFamily="34" charset="-128"/>
              </a:defRPr>
            </a:lvl5pPr>
            <a:lvl6pPr marL="25146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7620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r" eaLnBrk="1" hangingPunct="1">
              <a:defRPr/>
            </a:pPr>
            <a:r>
              <a:rPr lang="en-GB" altLang="en-US" sz="1000" dirty="0">
                <a:solidFill>
                  <a:schemeClr val="bg1"/>
                </a:solidFill>
                <a:latin typeface="Gill Sans" charset="0"/>
              </a:rPr>
              <a:t>JavaScript II Topic 7 - 7.</a:t>
            </a:r>
            <a:fld id="{98A1C5F5-D366-462A-BCCD-5C9EE02B3E7F}" type="slidenum">
              <a:rPr lang="en-GB" altLang="en-US" sz="1000" smtClean="0">
                <a:solidFill>
                  <a:schemeClr val="bg1"/>
                </a:solidFill>
                <a:latin typeface="Gill Sans" charset="0"/>
              </a:rPr>
              <a:pPr algn="r" eaLnBrk="1" hangingPunct="1">
                <a:defRPr/>
              </a:pPr>
              <a:t>‹#›</a:t>
            </a:fld>
            <a:endParaRPr lang="en-GB" altLang="en-US" sz="1000" dirty="0">
              <a:solidFill>
                <a:schemeClr val="bg1"/>
              </a:solidFill>
              <a:latin typeface="Gill Sans" charset="0"/>
            </a:endParaRPr>
          </a:p>
        </p:txBody>
      </p:sp>
      <p:sp>
        <p:nvSpPr>
          <p:cNvPr id="1029" name="Rectangle 22">
            <a:extLst>
              <a:ext uri="{FF2B5EF4-FFF2-40B4-BE49-F238E27FC236}">
                <a16:creationId xmlns:a16="http://schemas.microsoft.com/office/drawing/2014/main" id="{36C58DC6-4E22-9E34-17B5-A78F60E835F5}"/>
              </a:ext>
            </a:extLst>
          </p:cNvPr>
          <p:cNvSpPr>
            <a:spLocks noGrp="1" noChangeArrowheads="1"/>
          </p:cNvSpPr>
          <p:nvPr>
            <p:ph type="body" idx="1"/>
          </p:nvPr>
        </p:nvSpPr>
        <p:spPr bwMode="auto">
          <a:xfrm>
            <a:off x="107950" y="1846263"/>
            <a:ext cx="8856663" cy="43195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US" altLang="en-US"/>
              <a:t>Third level</a:t>
            </a:r>
          </a:p>
          <a:p>
            <a:pPr lvl="3"/>
            <a:r>
              <a:rPr lang="en-US" altLang="en-US"/>
              <a:t>Fourth level</a:t>
            </a:r>
          </a:p>
        </p:txBody>
      </p:sp>
    </p:spTree>
  </p:cSld>
  <p:clrMap bg1="lt1" tx1="dk1" bg2="lt2" tx2="dk2" accent1="accent1" accent2="accent2" accent3="accent3" accent4="accent4" accent5="accent5" accent6="accent6" hlink="hlink" folHlink="folHlink"/>
  <p:sldLayoutIdLst>
    <p:sldLayoutId id="2147484005" r:id="rId1"/>
    <p:sldLayoutId id="2147483994" r:id="rId2"/>
    <p:sldLayoutId id="2147483995" r:id="rId3"/>
    <p:sldLayoutId id="2147483996" r:id="rId4"/>
    <p:sldLayoutId id="2147483997" r:id="rId5"/>
    <p:sldLayoutId id="2147483998" r:id="rId6"/>
    <p:sldLayoutId id="2147483999" r:id="rId7"/>
    <p:sldLayoutId id="2147484000" r:id="rId8"/>
    <p:sldLayoutId id="2147484001" r:id="rId9"/>
    <p:sldLayoutId id="2147484002" r:id="rId10"/>
    <p:sldLayoutId id="2147484003" r:id="rId11"/>
    <p:sldLayoutId id="2147484006" r:id="rId12"/>
  </p:sldLayoutIdLst>
  <p:txStyles>
    <p:titleStyle>
      <a:lvl1pPr algn="l" rtl="0" eaLnBrk="0" fontAlgn="base" hangingPunct="0">
        <a:spcBef>
          <a:spcPct val="0"/>
        </a:spcBef>
        <a:spcAft>
          <a:spcPct val="0"/>
        </a:spcAft>
        <a:defRPr sz="4400">
          <a:solidFill>
            <a:schemeClr val="bg1"/>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2pPr>
      <a:lvl3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3pPr>
      <a:lvl4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4pPr>
      <a:lvl5pPr algn="l" rtl="0" eaLnBrk="0" fontAlgn="base" hangingPunct="0">
        <a:spcBef>
          <a:spcPct val="0"/>
        </a:spcBef>
        <a:spcAft>
          <a:spcPct val="0"/>
        </a:spcAft>
        <a:defRPr sz="4400">
          <a:solidFill>
            <a:schemeClr val="bg1"/>
          </a:solidFill>
          <a:latin typeface="Arial" charset="0"/>
          <a:ea typeface="ＭＳ Ｐゴシック" pitchFamily="-32" charset="-128"/>
          <a:cs typeface="Arial" charset="0"/>
        </a:defRPr>
      </a:lvl5pPr>
      <a:lvl6pPr marL="457200" algn="l" rtl="0" fontAlgn="base">
        <a:spcBef>
          <a:spcPct val="0"/>
        </a:spcBef>
        <a:spcAft>
          <a:spcPct val="0"/>
        </a:spcAft>
        <a:defRPr sz="4400">
          <a:solidFill>
            <a:srgbClr val="CB9535"/>
          </a:solidFill>
          <a:latin typeface="Gill Sans" pitchFamily="-32" charset="0"/>
          <a:ea typeface="ＭＳ Ｐゴシック" pitchFamily="-32" charset="-128"/>
        </a:defRPr>
      </a:lvl6pPr>
      <a:lvl7pPr marL="914400" algn="l" rtl="0" fontAlgn="base">
        <a:spcBef>
          <a:spcPct val="0"/>
        </a:spcBef>
        <a:spcAft>
          <a:spcPct val="0"/>
        </a:spcAft>
        <a:defRPr sz="4400">
          <a:solidFill>
            <a:srgbClr val="CB9535"/>
          </a:solidFill>
          <a:latin typeface="Gill Sans" pitchFamily="-32" charset="0"/>
          <a:ea typeface="ＭＳ Ｐゴシック" pitchFamily="-32" charset="-128"/>
        </a:defRPr>
      </a:lvl7pPr>
      <a:lvl8pPr marL="1371600" algn="l" rtl="0" fontAlgn="base">
        <a:spcBef>
          <a:spcPct val="0"/>
        </a:spcBef>
        <a:spcAft>
          <a:spcPct val="0"/>
        </a:spcAft>
        <a:defRPr sz="4400">
          <a:solidFill>
            <a:srgbClr val="CB9535"/>
          </a:solidFill>
          <a:latin typeface="Gill Sans" pitchFamily="-32" charset="0"/>
          <a:ea typeface="ＭＳ Ｐゴシック" pitchFamily="-32" charset="-128"/>
        </a:defRPr>
      </a:lvl8pPr>
      <a:lvl9pPr marL="1828800" algn="l" rtl="0" fontAlgn="base">
        <a:spcBef>
          <a:spcPct val="0"/>
        </a:spcBef>
        <a:spcAft>
          <a:spcPct val="0"/>
        </a:spcAft>
        <a:defRPr sz="4400">
          <a:solidFill>
            <a:srgbClr val="CB9535"/>
          </a:solidFill>
          <a:latin typeface="Gill Sans" pitchFamily="-32" charset="0"/>
          <a:ea typeface="ＭＳ Ｐゴシック" pitchFamily="-32" charset="-128"/>
        </a:defRPr>
      </a:lvl9pPr>
    </p:titleStyle>
    <p:bodyStyle>
      <a:lvl1pPr marL="88900" indent="-88900" algn="l" rtl="0" eaLnBrk="0" fontAlgn="base" hangingPunct="0">
        <a:spcBef>
          <a:spcPct val="20000"/>
        </a:spcBef>
        <a:spcAft>
          <a:spcPct val="0"/>
        </a:spcAft>
        <a:defRPr sz="3000" i="1">
          <a:solidFill>
            <a:srgbClr val="002060"/>
          </a:solidFill>
          <a:latin typeface="+mn-lt"/>
          <a:ea typeface="+mn-ea"/>
          <a:cs typeface="ＭＳ Ｐゴシック" charset="0"/>
        </a:defRPr>
      </a:lvl1pPr>
      <a:lvl2pPr marL="533400" indent="-265113" algn="l" rtl="0" eaLnBrk="0" fontAlgn="base" hangingPunct="0">
        <a:spcBef>
          <a:spcPct val="20000"/>
        </a:spcBef>
        <a:spcAft>
          <a:spcPct val="0"/>
        </a:spcAft>
        <a:buClr>
          <a:schemeClr val="bg2"/>
        </a:buClr>
        <a:buChar char="•"/>
        <a:defRPr sz="2800">
          <a:solidFill>
            <a:schemeClr val="bg2"/>
          </a:solidFill>
          <a:latin typeface="Arial" charset="0"/>
          <a:ea typeface="+mn-ea"/>
        </a:defRPr>
      </a:lvl2pPr>
      <a:lvl3pPr marL="1068388" indent="-355600" algn="l" rtl="0" eaLnBrk="0" fontAlgn="base" hangingPunct="0">
        <a:spcBef>
          <a:spcPct val="20000"/>
        </a:spcBef>
        <a:spcAft>
          <a:spcPct val="0"/>
        </a:spcAft>
        <a:buFont typeface="Gill Sans" charset="0"/>
        <a:buChar char="–"/>
        <a:defRPr sz="2400">
          <a:solidFill>
            <a:schemeClr val="bg2"/>
          </a:solidFill>
          <a:latin typeface="Arial" charset="0"/>
          <a:ea typeface="+mn-ea"/>
        </a:defRPr>
      </a:lvl3pPr>
      <a:lvl4pPr marL="1435100" indent="-187325" algn="l" rtl="0" eaLnBrk="0" fontAlgn="base" hangingPunct="0">
        <a:spcBef>
          <a:spcPct val="0"/>
        </a:spcBef>
        <a:spcAft>
          <a:spcPct val="0"/>
        </a:spcAft>
        <a:buChar char="•"/>
        <a:defRPr sz="2000">
          <a:solidFill>
            <a:schemeClr val="bg2"/>
          </a:solidFill>
          <a:latin typeface="Arial" charset="0"/>
          <a:ea typeface="+mn-ea"/>
        </a:defRPr>
      </a:lvl4pPr>
      <a:lvl5pPr marL="2098675" indent="-395288" algn="l" rtl="0" eaLnBrk="0" fontAlgn="base" hangingPunct="0">
        <a:spcBef>
          <a:spcPct val="20000"/>
        </a:spcBef>
        <a:spcAft>
          <a:spcPct val="0"/>
        </a:spcAft>
        <a:buChar char="»"/>
        <a:defRPr sz="2000">
          <a:solidFill>
            <a:schemeClr val="bg2"/>
          </a:solidFill>
          <a:latin typeface="+mn-lt"/>
          <a:ea typeface="+mn-ea"/>
        </a:defRPr>
      </a:lvl5pPr>
      <a:lvl6pPr marL="2555875" indent="-395288" algn="l" rtl="0" fontAlgn="base">
        <a:spcBef>
          <a:spcPct val="20000"/>
        </a:spcBef>
        <a:spcAft>
          <a:spcPct val="0"/>
        </a:spcAft>
        <a:buChar char="»"/>
        <a:defRPr sz="2000">
          <a:solidFill>
            <a:schemeClr val="bg2"/>
          </a:solidFill>
          <a:latin typeface="+mn-lt"/>
          <a:ea typeface="+mn-ea"/>
        </a:defRPr>
      </a:lvl6pPr>
      <a:lvl7pPr marL="3013075" indent="-395288" algn="l" rtl="0" fontAlgn="base">
        <a:spcBef>
          <a:spcPct val="20000"/>
        </a:spcBef>
        <a:spcAft>
          <a:spcPct val="0"/>
        </a:spcAft>
        <a:buChar char="»"/>
        <a:defRPr sz="2000">
          <a:solidFill>
            <a:schemeClr val="bg2"/>
          </a:solidFill>
          <a:latin typeface="+mn-lt"/>
          <a:ea typeface="+mn-ea"/>
        </a:defRPr>
      </a:lvl7pPr>
      <a:lvl8pPr marL="3470275" indent="-395288" algn="l" rtl="0" fontAlgn="base">
        <a:spcBef>
          <a:spcPct val="20000"/>
        </a:spcBef>
        <a:spcAft>
          <a:spcPct val="0"/>
        </a:spcAft>
        <a:buChar char="»"/>
        <a:defRPr sz="2000">
          <a:solidFill>
            <a:schemeClr val="bg2"/>
          </a:solidFill>
          <a:latin typeface="+mn-lt"/>
          <a:ea typeface="+mn-ea"/>
        </a:defRPr>
      </a:lvl8pPr>
      <a:lvl9pPr marL="3927475" indent="-395288" algn="l" rtl="0" fontAlgn="base">
        <a:spcBef>
          <a:spcPct val="20000"/>
        </a:spcBef>
        <a:spcAft>
          <a:spcPct val="0"/>
        </a:spcAft>
        <a:buChar char="»"/>
        <a:defRPr sz="2000">
          <a:solidFill>
            <a:schemeClr val="bg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9">
            <a:extLst>
              <a:ext uri="{FF2B5EF4-FFF2-40B4-BE49-F238E27FC236}">
                <a16:creationId xmlns:a16="http://schemas.microsoft.com/office/drawing/2014/main" id="{30426513-1310-D665-8530-A9C472239C6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14">
            <a:extLst>
              <a:ext uri="{FF2B5EF4-FFF2-40B4-BE49-F238E27FC236}">
                <a16:creationId xmlns:a16="http://schemas.microsoft.com/office/drawing/2014/main" id="{D3553F9B-51D6-DFE6-2995-B20001797BD4}"/>
              </a:ext>
            </a:extLst>
          </p:cNvPr>
          <p:cNvSpPr>
            <a:spLocks noGrp="1" noChangeArrowheads="1"/>
          </p:cNvSpPr>
          <p:nvPr>
            <p:ph type="title"/>
          </p:nvPr>
        </p:nvSpPr>
        <p:spPr bwMode="auto">
          <a:xfrm>
            <a:off x="1828800" y="2798763"/>
            <a:ext cx="54864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UNIT X</a:t>
            </a:r>
          </a:p>
        </p:txBody>
      </p:sp>
      <p:sp>
        <p:nvSpPr>
          <p:cNvPr id="2052" name="Rectangle 15">
            <a:extLst>
              <a:ext uri="{FF2B5EF4-FFF2-40B4-BE49-F238E27FC236}">
                <a16:creationId xmlns:a16="http://schemas.microsoft.com/office/drawing/2014/main" id="{CB99F890-B620-58C7-95F3-D608109029B9}"/>
              </a:ext>
            </a:extLst>
          </p:cNvPr>
          <p:cNvSpPr>
            <a:spLocks noGrp="1" noChangeArrowheads="1"/>
          </p:cNvSpPr>
          <p:nvPr>
            <p:ph type="body" idx="1"/>
          </p:nvPr>
        </p:nvSpPr>
        <p:spPr bwMode="auto">
          <a:xfrm>
            <a:off x="1835150" y="3794125"/>
            <a:ext cx="5486400"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Any Questions?</a:t>
            </a:r>
          </a:p>
        </p:txBody>
      </p:sp>
    </p:spTree>
  </p:cSld>
  <p:clrMap bg1="lt1" tx1="dk1" bg2="lt2" tx2="dk2" accent1="accent1" accent2="accent2" accent3="accent3" accent4="accent4" accent5="accent5" accent6="accent6" hlink="hlink" folHlink="folHlink"/>
  <p:sldLayoutIdLst>
    <p:sldLayoutId id="2147484004" r:id="rId1"/>
  </p:sldLayoutIdLst>
  <p:txStyles>
    <p:titleStyle>
      <a:lvl1pPr algn="ctr" rtl="0" eaLnBrk="0" fontAlgn="base" hangingPunct="0">
        <a:spcBef>
          <a:spcPct val="0"/>
        </a:spcBef>
        <a:spcAft>
          <a:spcPct val="0"/>
        </a:spcAft>
        <a:defRPr sz="3000">
          <a:solidFill>
            <a:schemeClr val="bg1"/>
          </a:solidFill>
          <a:latin typeface="+mj-lt"/>
          <a:ea typeface="+mj-ea"/>
          <a:cs typeface="ＭＳ Ｐゴシック" charset="0"/>
        </a:defRPr>
      </a:lvl1pPr>
      <a:lvl2pPr algn="ctr" rtl="0" eaLnBrk="0" fontAlgn="base" hangingPunct="0">
        <a:spcBef>
          <a:spcPct val="0"/>
        </a:spcBef>
        <a:spcAft>
          <a:spcPct val="0"/>
        </a:spcAft>
        <a:defRPr sz="3000">
          <a:solidFill>
            <a:schemeClr val="bg1"/>
          </a:solidFill>
          <a:latin typeface="Arial" charset="0"/>
          <a:ea typeface="ＭＳ Ｐゴシック" pitchFamily="-32" charset="-128"/>
          <a:cs typeface="ＭＳ Ｐゴシック" charset="0"/>
        </a:defRPr>
      </a:lvl2pPr>
      <a:lvl3pPr algn="ctr" rtl="0" eaLnBrk="0" fontAlgn="base" hangingPunct="0">
        <a:spcBef>
          <a:spcPct val="0"/>
        </a:spcBef>
        <a:spcAft>
          <a:spcPct val="0"/>
        </a:spcAft>
        <a:defRPr sz="3000">
          <a:solidFill>
            <a:schemeClr val="bg1"/>
          </a:solidFill>
          <a:latin typeface="Arial" charset="0"/>
          <a:ea typeface="ＭＳ Ｐゴシック" pitchFamily="-32" charset="-128"/>
          <a:cs typeface="ＭＳ Ｐゴシック" charset="0"/>
        </a:defRPr>
      </a:lvl3pPr>
      <a:lvl4pPr algn="ctr" rtl="0" eaLnBrk="0" fontAlgn="base" hangingPunct="0">
        <a:spcBef>
          <a:spcPct val="0"/>
        </a:spcBef>
        <a:spcAft>
          <a:spcPct val="0"/>
        </a:spcAft>
        <a:defRPr sz="3000">
          <a:solidFill>
            <a:schemeClr val="bg1"/>
          </a:solidFill>
          <a:latin typeface="Arial" charset="0"/>
          <a:ea typeface="ＭＳ Ｐゴシック" pitchFamily="-32" charset="-128"/>
          <a:cs typeface="ＭＳ Ｐゴシック" charset="0"/>
        </a:defRPr>
      </a:lvl4pPr>
      <a:lvl5pPr algn="ctr" rtl="0" eaLnBrk="0" fontAlgn="base" hangingPunct="0">
        <a:spcBef>
          <a:spcPct val="0"/>
        </a:spcBef>
        <a:spcAft>
          <a:spcPct val="0"/>
        </a:spcAft>
        <a:defRPr sz="3000">
          <a:solidFill>
            <a:schemeClr val="bg1"/>
          </a:solidFill>
          <a:latin typeface="Arial" charset="0"/>
          <a:ea typeface="ＭＳ Ｐゴシック" pitchFamily="-32" charset="-128"/>
          <a:cs typeface="ＭＳ Ｐゴシック" charset="0"/>
        </a:defRPr>
      </a:lvl5pPr>
      <a:lvl6pPr marL="457200" algn="ctr" rtl="0" fontAlgn="base">
        <a:spcBef>
          <a:spcPct val="0"/>
        </a:spcBef>
        <a:spcAft>
          <a:spcPct val="0"/>
        </a:spcAft>
        <a:defRPr sz="3000">
          <a:solidFill>
            <a:schemeClr val="bg1"/>
          </a:solidFill>
          <a:latin typeface="Arial" charset="0"/>
          <a:ea typeface="ＭＳ Ｐゴシック" pitchFamily="-32" charset="-128"/>
        </a:defRPr>
      </a:lvl6pPr>
      <a:lvl7pPr marL="914400" algn="ctr" rtl="0" fontAlgn="base">
        <a:spcBef>
          <a:spcPct val="0"/>
        </a:spcBef>
        <a:spcAft>
          <a:spcPct val="0"/>
        </a:spcAft>
        <a:defRPr sz="3000">
          <a:solidFill>
            <a:schemeClr val="bg1"/>
          </a:solidFill>
          <a:latin typeface="Arial" charset="0"/>
          <a:ea typeface="ＭＳ Ｐゴシック" pitchFamily="-32" charset="-128"/>
        </a:defRPr>
      </a:lvl7pPr>
      <a:lvl8pPr marL="1371600" algn="ctr" rtl="0" fontAlgn="base">
        <a:spcBef>
          <a:spcPct val="0"/>
        </a:spcBef>
        <a:spcAft>
          <a:spcPct val="0"/>
        </a:spcAft>
        <a:defRPr sz="3000">
          <a:solidFill>
            <a:schemeClr val="bg1"/>
          </a:solidFill>
          <a:latin typeface="Arial" charset="0"/>
          <a:ea typeface="ＭＳ Ｐゴシック" pitchFamily="-32" charset="-128"/>
        </a:defRPr>
      </a:lvl8pPr>
      <a:lvl9pPr marL="1828800" algn="ctr" rtl="0" fontAlgn="base">
        <a:spcBef>
          <a:spcPct val="0"/>
        </a:spcBef>
        <a:spcAft>
          <a:spcPct val="0"/>
        </a:spcAft>
        <a:defRPr sz="3000">
          <a:solidFill>
            <a:schemeClr val="bg1"/>
          </a:solidFill>
          <a:latin typeface="Arial" charset="0"/>
          <a:ea typeface="ＭＳ Ｐゴシック" pitchFamily="-32" charset="-128"/>
        </a:defRPr>
      </a:lvl9pPr>
    </p:titleStyle>
    <p:bodyStyle>
      <a:lvl1pPr marL="342900" indent="-342900" algn="ctr" rtl="0" eaLnBrk="0" fontAlgn="base" hangingPunct="0">
        <a:spcBef>
          <a:spcPct val="20000"/>
        </a:spcBef>
        <a:spcAft>
          <a:spcPct val="0"/>
        </a:spcAft>
        <a:defRPr sz="2500">
          <a:solidFill>
            <a:schemeClr val="bg1"/>
          </a:solidFill>
          <a:latin typeface="+mn-lt"/>
          <a:ea typeface="+mn-ea"/>
          <a:cs typeface="ＭＳ Ｐゴシック" charset="0"/>
        </a:defRPr>
      </a:lvl1pPr>
      <a:lvl2pPr marL="742950" indent="-285750" algn="l" rtl="0" eaLnBrk="0" fontAlgn="base" hangingPunct="0">
        <a:spcBef>
          <a:spcPct val="20000"/>
        </a:spcBef>
        <a:spcAft>
          <a:spcPct val="0"/>
        </a:spcAft>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61EF2653-2FED-83AA-EC12-30586D42725C}"/>
              </a:ext>
            </a:extLst>
          </p:cNvPr>
          <p:cNvSpPr>
            <a:spLocks noGrp="1" noChangeArrowheads="1"/>
          </p:cNvSpPr>
          <p:nvPr>
            <p:ph type="subTitle" idx="4294967295"/>
          </p:nvPr>
        </p:nvSpPr>
        <p:spPr>
          <a:xfrm>
            <a:off x="3779838" y="4365625"/>
            <a:ext cx="5975350" cy="965200"/>
          </a:xfrm>
        </p:spPr>
        <p:txBody>
          <a:bodyPr/>
          <a:lstStyle/>
          <a:p>
            <a:pPr algn="ctr" eaLnBrk="1" hangingPunct="1"/>
            <a:r>
              <a:rPr lang="en-GB" altLang="en-US" sz="1800" b="1" i="0" dirty="0">
                <a:solidFill>
                  <a:schemeClr val="bg1"/>
                </a:solidFill>
                <a:latin typeface="Arial" panose="020B0604020202020204" pitchFamily="34" charset="0"/>
              </a:rPr>
              <a:t>Front End Web Development</a:t>
            </a:r>
          </a:p>
          <a:p>
            <a:pPr algn="ctr" eaLnBrk="1" hangingPunct="1"/>
            <a:r>
              <a:rPr lang="en-GB" altLang="en-US" sz="1800" b="1" i="0" dirty="0">
                <a:solidFill>
                  <a:schemeClr val="bg1"/>
                </a:solidFill>
                <a:latin typeface="Arial" panose="020B0604020202020204" pitchFamily="34" charset="0"/>
              </a:rPr>
              <a:t>Topic 7: </a:t>
            </a:r>
          </a:p>
          <a:p>
            <a:pPr algn="ctr" eaLnBrk="1" hangingPunct="1"/>
            <a:r>
              <a:rPr lang="en-US" altLang="en-US" sz="1800" b="1" i="0" dirty="0">
                <a:solidFill>
                  <a:schemeClr val="bg1"/>
                </a:solidFill>
                <a:latin typeface="Arial" panose="020B0604020202020204" pitchFamily="34" charset="0"/>
              </a:rPr>
              <a:t>JavaScript – Part II</a:t>
            </a:r>
          </a:p>
          <a:p>
            <a:pPr eaLnBrk="1" hangingPunct="1"/>
            <a:endParaRPr lang="en-US" altLang="en-US" sz="1800" i="0" dirty="0">
              <a:solidFill>
                <a:schemeClr val="bg1"/>
              </a:solidFill>
              <a:latin typeface="Arial" panose="020B0604020202020204" pitchFamily="34" charset="0"/>
            </a:endParaRPr>
          </a:p>
          <a:p>
            <a:pPr eaLnBrk="1" hangingPunct="1"/>
            <a:endParaRPr lang="en-US" altLang="en-US" sz="1700" i="0" dirty="0">
              <a:solidFill>
                <a:schemeClr val="bg1"/>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a:extLst>
              <a:ext uri="{FF2B5EF4-FFF2-40B4-BE49-F238E27FC236}">
                <a16:creationId xmlns:a16="http://schemas.microsoft.com/office/drawing/2014/main" id="{174959F2-7EEB-3B75-5654-DE5AF6A339B6}"/>
              </a:ext>
            </a:extLst>
          </p:cNvPr>
          <p:cNvSpPr>
            <a:spLocks noGrp="1" noChangeArrowheads="1"/>
          </p:cNvSpPr>
          <p:nvPr>
            <p:ph type="title"/>
          </p:nvPr>
        </p:nvSpPr>
        <p:spPr/>
        <p:txBody>
          <a:bodyPr/>
          <a:lstStyle/>
          <a:p>
            <a:pPr eaLnBrk="1" hangingPunct="1"/>
            <a:r>
              <a:rPr lang="en-GB" altLang="en-US"/>
              <a:t>Scope and Coverage</a:t>
            </a:r>
          </a:p>
        </p:txBody>
      </p:sp>
      <p:sp>
        <p:nvSpPr>
          <p:cNvPr id="8195" name="Rectangle 7">
            <a:extLst>
              <a:ext uri="{FF2B5EF4-FFF2-40B4-BE49-F238E27FC236}">
                <a16:creationId xmlns:a16="http://schemas.microsoft.com/office/drawing/2014/main" id="{54B4D964-70E7-1C17-033F-F6EB19A3B8FA}"/>
              </a:ext>
            </a:extLst>
          </p:cNvPr>
          <p:cNvSpPr>
            <a:spLocks noGrp="1" noChangeArrowheads="1"/>
          </p:cNvSpPr>
          <p:nvPr>
            <p:ph idx="1"/>
          </p:nvPr>
        </p:nvSpPr>
        <p:spPr>
          <a:xfrm>
            <a:off x="255345" y="1556792"/>
            <a:ext cx="8856663" cy="4319587"/>
          </a:xfrm>
        </p:spPr>
        <p:txBody>
          <a:bodyPr/>
          <a:lstStyle/>
          <a:p>
            <a:pPr eaLnBrk="1" hangingPunct="1"/>
            <a:r>
              <a:rPr lang="en-GB" altLang="en-US" dirty="0"/>
              <a:t>This topic will cover:</a:t>
            </a:r>
          </a:p>
          <a:p>
            <a:pPr lvl="1" eaLnBrk="1" hangingPunct="1"/>
            <a:r>
              <a:rPr lang="en-US" altLang="en-US" dirty="0">
                <a:latin typeface="Arial" panose="020B0604020202020204" pitchFamily="34" charset="0"/>
              </a:rPr>
              <a:t>DOM introduction</a:t>
            </a:r>
          </a:p>
          <a:p>
            <a:pPr lvl="1" eaLnBrk="1" hangingPunct="1"/>
            <a:r>
              <a:rPr lang="en-US" altLang="en-US" dirty="0">
                <a:latin typeface="Arial" panose="020B0604020202020204" pitchFamily="34" charset="0"/>
              </a:rPr>
              <a:t>DOM elements </a:t>
            </a:r>
          </a:p>
          <a:p>
            <a:pPr lvl="1" eaLnBrk="1" hangingPunct="1"/>
            <a:r>
              <a:rPr lang="en-US" altLang="en-US" dirty="0">
                <a:latin typeface="Arial" panose="020B0604020202020204" pitchFamily="34" charset="0"/>
              </a:rPr>
              <a:t>DOM attributes </a:t>
            </a:r>
          </a:p>
          <a:p>
            <a:pPr lvl="1" eaLnBrk="1" hangingPunct="1"/>
            <a:r>
              <a:rPr lang="en-US" altLang="en-US" dirty="0">
                <a:latin typeface="Arial" panose="020B0604020202020204" pitchFamily="34" charset="0"/>
              </a:rPr>
              <a:t>JS events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4C7B031C-689A-52ED-A749-2FF7EBECB712}"/>
              </a:ext>
            </a:extLst>
          </p:cNvPr>
          <p:cNvSpPr>
            <a:spLocks noGrp="1" noChangeArrowheads="1"/>
          </p:cNvSpPr>
          <p:nvPr>
            <p:ph type="title"/>
          </p:nvPr>
        </p:nvSpPr>
        <p:spPr/>
        <p:txBody>
          <a:bodyPr/>
          <a:lstStyle/>
          <a:p>
            <a:pPr eaLnBrk="1" hangingPunct="1"/>
            <a:r>
              <a:rPr lang="en-GB" altLang="en-US"/>
              <a:t>Learning Outcomes</a:t>
            </a:r>
            <a:endParaRPr lang="en-US" altLang="en-US"/>
          </a:p>
        </p:txBody>
      </p:sp>
      <p:sp>
        <p:nvSpPr>
          <p:cNvPr id="12291" name="Rectangle 5">
            <a:extLst>
              <a:ext uri="{FF2B5EF4-FFF2-40B4-BE49-F238E27FC236}">
                <a16:creationId xmlns:a16="http://schemas.microsoft.com/office/drawing/2014/main" id="{A9FD8E16-8302-4D06-F730-BC71E9A84CE8}"/>
              </a:ext>
            </a:extLst>
          </p:cNvPr>
          <p:cNvSpPr>
            <a:spLocks noGrp="1" noChangeArrowheads="1"/>
          </p:cNvSpPr>
          <p:nvPr>
            <p:ph idx="1"/>
          </p:nvPr>
        </p:nvSpPr>
        <p:spPr>
          <a:xfrm>
            <a:off x="103188" y="1557338"/>
            <a:ext cx="8856662" cy="4319587"/>
          </a:xfrm>
        </p:spPr>
        <p:txBody>
          <a:bodyPr/>
          <a:lstStyle/>
          <a:p>
            <a:pPr eaLnBrk="1" hangingPunct="1"/>
            <a:r>
              <a:rPr lang="en-GB" altLang="en-US" sz="3200" dirty="0"/>
              <a:t>By the end of this topic students will be able to:</a:t>
            </a:r>
          </a:p>
          <a:p>
            <a:pPr lvl="1" eaLnBrk="1" hangingPunct="1"/>
            <a:r>
              <a:rPr lang="en-GB" altLang="en-US" dirty="0">
                <a:latin typeface="Arial" panose="020B0604020202020204" pitchFamily="34" charset="0"/>
              </a:rPr>
              <a:t>Explain DOM concepts</a:t>
            </a:r>
          </a:p>
          <a:p>
            <a:pPr lvl="1" eaLnBrk="1" hangingPunct="1"/>
            <a:r>
              <a:rPr lang="en-GB" altLang="en-US" dirty="0">
                <a:latin typeface="Arial" panose="020B0604020202020204" pitchFamily="34" charset="0"/>
              </a:rPr>
              <a:t>Explain DOM elements and attributes </a:t>
            </a:r>
          </a:p>
          <a:p>
            <a:pPr lvl="1" eaLnBrk="1" hangingPunct="1"/>
            <a:r>
              <a:rPr lang="en-GB" altLang="en-US" dirty="0">
                <a:latin typeface="Arial" panose="020B0604020202020204" pitchFamily="34" charset="0"/>
              </a:rPr>
              <a:t>Describe event listening concepts</a:t>
            </a:r>
          </a:p>
          <a:p>
            <a:pPr lvl="1" eaLnBrk="1" hangingPunct="1"/>
            <a:r>
              <a:rPr lang="en-GB" altLang="en-US" dirty="0">
                <a:latin typeface="Arial" panose="020B0604020202020204" pitchFamily="34" charset="0"/>
              </a:rPr>
              <a:t>Write and apply programming skills for DOM and JS events</a:t>
            </a:r>
          </a:p>
          <a:p>
            <a:pPr lvl="1" eaLnBrk="1" hangingPunct="1"/>
            <a:endParaRPr lang="en-GB" altLang="en-US" dirty="0">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C5ADD14D-A630-90C3-81B1-8DF9004792B2}"/>
              </a:ext>
            </a:extLst>
          </p:cNvPr>
          <p:cNvSpPr>
            <a:spLocks noGrp="1" noChangeArrowheads="1"/>
          </p:cNvSpPr>
          <p:nvPr>
            <p:ph type="title"/>
          </p:nvPr>
        </p:nvSpPr>
        <p:spPr/>
        <p:txBody>
          <a:bodyPr/>
          <a:lstStyle/>
          <a:p>
            <a:r>
              <a:rPr lang="en-US" altLang="en-US"/>
              <a:t>Unit Roadmap</a:t>
            </a:r>
            <a:endParaRPr lang="en-GB" altLang="en-US"/>
          </a:p>
        </p:txBody>
      </p:sp>
      <p:graphicFrame>
        <p:nvGraphicFramePr>
          <p:cNvPr id="4" name="Table 4">
            <a:extLst>
              <a:ext uri="{FF2B5EF4-FFF2-40B4-BE49-F238E27FC236}">
                <a16:creationId xmlns:a16="http://schemas.microsoft.com/office/drawing/2014/main" id="{0C746561-63CC-B6AA-4311-3584172B2E92}"/>
              </a:ext>
            </a:extLst>
          </p:cNvPr>
          <p:cNvGraphicFramePr>
            <a:graphicFrameLocks noGrp="1"/>
          </p:cNvGraphicFramePr>
          <p:nvPr>
            <p:ph idx="1"/>
            <p:extLst>
              <p:ext uri="{D42A27DB-BD31-4B8C-83A1-F6EECF244321}">
                <p14:modId xmlns:p14="http://schemas.microsoft.com/office/powerpoint/2010/main" val="4236313856"/>
              </p:ext>
            </p:extLst>
          </p:nvPr>
        </p:nvGraphicFramePr>
        <p:xfrm>
          <a:off x="539552" y="1556792"/>
          <a:ext cx="8348861" cy="4491480"/>
        </p:xfrm>
        <a:graphic>
          <a:graphicData uri="http://schemas.openxmlformats.org/drawingml/2006/table">
            <a:tbl>
              <a:tblPr firstRow="1" bandRow="1">
                <a:tableStyleId>{5C22544A-7EE6-4342-B048-85BDC9FD1C3A}</a:tableStyleId>
              </a:tblPr>
              <a:tblGrid>
                <a:gridCol w="942362">
                  <a:extLst>
                    <a:ext uri="{9D8B030D-6E8A-4147-A177-3AD203B41FA5}">
                      <a16:colId xmlns:a16="http://schemas.microsoft.com/office/drawing/2014/main" val="20000"/>
                    </a:ext>
                  </a:extLst>
                </a:gridCol>
                <a:gridCol w="2468833">
                  <a:extLst>
                    <a:ext uri="{9D8B030D-6E8A-4147-A177-3AD203B41FA5}">
                      <a16:colId xmlns:a16="http://schemas.microsoft.com/office/drawing/2014/main" val="20001"/>
                    </a:ext>
                  </a:extLst>
                </a:gridCol>
                <a:gridCol w="956110">
                  <a:extLst>
                    <a:ext uri="{9D8B030D-6E8A-4147-A177-3AD203B41FA5}">
                      <a16:colId xmlns:a16="http://schemas.microsoft.com/office/drawing/2014/main" val="20002"/>
                    </a:ext>
                  </a:extLst>
                </a:gridCol>
                <a:gridCol w="3981556">
                  <a:extLst>
                    <a:ext uri="{9D8B030D-6E8A-4147-A177-3AD203B41FA5}">
                      <a16:colId xmlns:a16="http://schemas.microsoft.com/office/drawing/2014/main" val="20003"/>
                    </a:ext>
                  </a:extLst>
                </a:gridCol>
              </a:tblGrid>
              <a:tr h="438599">
                <a:tc>
                  <a:txBody>
                    <a:bodyPr/>
                    <a:lstStyle/>
                    <a:p>
                      <a:pPr algn="ctr"/>
                      <a:r>
                        <a:rPr lang="en-US" sz="2000" dirty="0">
                          <a:latin typeface="Arial" panose="020B0604020202020204" pitchFamily="34" charset="0"/>
                          <a:cs typeface="Arial" panose="020B0604020202020204" pitchFamily="34" charset="0"/>
                        </a:rPr>
                        <a:t>Week</a:t>
                      </a:r>
                      <a:endParaRPr lang="en-GB" sz="2000" dirty="0">
                        <a:latin typeface="Arial" panose="020B0604020202020204" pitchFamily="34" charset="0"/>
                        <a:cs typeface="Arial" panose="020B0604020202020204" pitchFamily="34" charset="0"/>
                      </a:endParaRPr>
                    </a:p>
                  </a:txBody>
                  <a:tcPr marL="51427" marR="51427" marT="25711" marB="25711"/>
                </a:tc>
                <a:tc>
                  <a:txBody>
                    <a:bodyPr/>
                    <a:lstStyle/>
                    <a:p>
                      <a:pPr algn="ctr"/>
                      <a:r>
                        <a:rPr lang="en-US" sz="2000" dirty="0">
                          <a:latin typeface="Arial" panose="020B0604020202020204" pitchFamily="34" charset="0"/>
                          <a:cs typeface="Arial" panose="020B0604020202020204" pitchFamily="34" charset="0"/>
                        </a:rPr>
                        <a:t>Topic</a:t>
                      </a:r>
                      <a:endParaRPr lang="en-GB" sz="2000" dirty="0">
                        <a:latin typeface="Arial" panose="020B0604020202020204" pitchFamily="34" charset="0"/>
                        <a:cs typeface="Arial" panose="020B0604020202020204" pitchFamily="34" charset="0"/>
                      </a:endParaRPr>
                    </a:p>
                  </a:txBody>
                  <a:tcPr marL="51427" marR="51427" marT="25711" marB="25711"/>
                </a:tc>
                <a:tc>
                  <a:txBody>
                    <a:bodyPr/>
                    <a:lstStyle/>
                    <a:p>
                      <a:pPr algn="ctr"/>
                      <a:r>
                        <a:rPr lang="en-US" sz="2000" dirty="0">
                          <a:latin typeface="Arial" panose="020B0604020202020204" pitchFamily="34" charset="0"/>
                          <a:cs typeface="Arial" panose="020B0604020202020204" pitchFamily="34" charset="0"/>
                        </a:rPr>
                        <a:t>Week</a:t>
                      </a:r>
                      <a:endParaRPr lang="en-GB" sz="2000" dirty="0">
                        <a:latin typeface="Arial" panose="020B0604020202020204" pitchFamily="34" charset="0"/>
                        <a:cs typeface="Arial" panose="020B0604020202020204" pitchFamily="34" charset="0"/>
                      </a:endParaRPr>
                    </a:p>
                  </a:txBody>
                  <a:tcPr marL="51427" marR="51427" marT="25711" marB="25711"/>
                </a:tc>
                <a:tc>
                  <a:txBody>
                    <a:bodyPr/>
                    <a:lstStyle/>
                    <a:p>
                      <a:pPr algn="ctr"/>
                      <a:r>
                        <a:rPr lang="en-US" sz="2000" dirty="0">
                          <a:latin typeface="Arial" panose="020B0604020202020204" pitchFamily="34" charset="0"/>
                          <a:cs typeface="Arial" panose="020B0604020202020204" pitchFamily="34" charset="0"/>
                        </a:rPr>
                        <a:t>Topic</a:t>
                      </a:r>
                      <a:endParaRPr lang="en-GB" sz="2000" dirty="0">
                        <a:latin typeface="Arial" panose="020B0604020202020204" pitchFamily="34" charset="0"/>
                        <a:cs typeface="Arial" panose="020B0604020202020204" pitchFamily="34" charset="0"/>
                      </a:endParaRPr>
                    </a:p>
                  </a:txBody>
                  <a:tcPr marL="51427" marR="51427" marT="25711" marB="25711"/>
                </a:tc>
                <a:extLst>
                  <a:ext uri="{0D108BD9-81ED-4DB2-BD59-A6C34878D82A}">
                    <a16:rowId xmlns:a16="http://schemas.microsoft.com/office/drawing/2014/main" val="10000"/>
                  </a:ext>
                </a:extLst>
              </a:tr>
              <a:tr h="1019657">
                <a:tc>
                  <a:txBody>
                    <a:bodyPr/>
                    <a:lstStyle/>
                    <a:p>
                      <a:pPr algn="ctr"/>
                      <a:r>
                        <a:rPr lang="en-US" sz="2000" b="0" dirty="0">
                          <a:solidFill>
                            <a:schemeClr val="tx1"/>
                          </a:solidFill>
                          <a:latin typeface="Arial" panose="020B0604020202020204" pitchFamily="34" charset="0"/>
                          <a:cs typeface="Arial" panose="020B0604020202020204" pitchFamily="34" charset="0"/>
                        </a:rPr>
                        <a:t>1</a:t>
                      </a:r>
                      <a:endParaRPr lang="en-GB" sz="2000" b="0" dirty="0">
                        <a:solidFill>
                          <a:schemeClr val="tx1"/>
                        </a:solidFill>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b="0" dirty="0">
                          <a:solidFill>
                            <a:schemeClr val="tx1"/>
                          </a:solidFill>
                          <a:latin typeface="Arial" panose="020B0604020202020204" pitchFamily="34" charset="0"/>
                          <a:cs typeface="Arial" panose="020B0604020202020204" pitchFamily="34" charset="0"/>
                        </a:rPr>
                        <a:t>Overview of Web Application Architecture</a:t>
                      </a:r>
                      <a:endParaRPr lang="en-GB" sz="2000" b="0" dirty="0">
                        <a:solidFill>
                          <a:schemeClr val="tx1"/>
                        </a:solidFill>
                        <a:latin typeface="Arial" panose="020B0604020202020204" pitchFamily="34" charset="0"/>
                        <a:cs typeface="Arial" panose="020B0604020202020204" pitchFamily="34" charset="0"/>
                      </a:endParaRPr>
                    </a:p>
                  </a:txBody>
                  <a:tcPr marL="51427" marR="51427" marT="25711" marB="25711"/>
                </a:tc>
                <a:tc>
                  <a:txBody>
                    <a:bodyPr/>
                    <a:lstStyle/>
                    <a:p>
                      <a:pPr algn="ctr"/>
                      <a:r>
                        <a:rPr lang="en-US" sz="2000" b="1" dirty="0">
                          <a:solidFill>
                            <a:srgbClr val="002060"/>
                          </a:solidFill>
                          <a:latin typeface="Arial" panose="020B0604020202020204" pitchFamily="34" charset="0"/>
                          <a:cs typeface="Arial" panose="020B0604020202020204" pitchFamily="34" charset="0"/>
                        </a:rPr>
                        <a:t>7</a:t>
                      </a:r>
                      <a:endParaRPr lang="en-GB" sz="2000" b="1" dirty="0">
                        <a:solidFill>
                          <a:srgbClr val="002060"/>
                        </a:solidFill>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b="1" dirty="0">
                          <a:solidFill>
                            <a:srgbClr val="002060"/>
                          </a:solidFill>
                          <a:latin typeface="Arial" panose="020B0604020202020204" pitchFamily="34" charset="0"/>
                          <a:cs typeface="Arial" panose="020B0604020202020204" pitchFamily="34" charset="0"/>
                        </a:rPr>
                        <a:t>JavaScript - II</a:t>
                      </a:r>
                      <a:endParaRPr lang="en-GB" sz="2000" b="1" dirty="0">
                        <a:solidFill>
                          <a:srgbClr val="002060"/>
                        </a:solidFill>
                        <a:latin typeface="Arial" panose="020B0604020202020204" pitchFamily="34" charset="0"/>
                        <a:cs typeface="Arial" panose="020B0604020202020204" pitchFamily="34" charset="0"/>
                      </a:endParaRPr>
                    </a:p>
                  </a:txBody>
                  <a:tcPr marL="51427" marR="51427" marT="25711" marB="25711" anchor="ctr"/>
                </a:tc>
                <a:extLst>
                  <a:ext uri="{0D108BD9-81ED-4DB2-BD59-A6C34878D82A}">
                    <a16:rowId xmlns:a16="http://schemas.microsoft.com/office/drawing/2014/main" val="10001"/>
                  </a:ext>
                </a:extLst>
              </a:tr>
              <a:tr h="697867">
                <a:tc>
                  <a:txBody>
                    <a:bodyPr/>
                    <a:lstStyle/>
                    <a:p>
                      <a:pPr algn="ctr"/>
                      <a:r>
                        <a:rPr lang="en-US" sz="2000" dirty="0">
                          <a:latin typeface="Arial" panose="020B0604020202020204" pitchFamily="34" charset="0"/>
                          <a:cs typeface="Arial" panose="020B0604020202020204" pitchFamily="34" charset="0"/>
                        </a:rPr>
                        <a:t>2</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r>
                        <a:rPr lang="en-GB" sz="2000" kern="1200" dirty="0">
                          <a:solidFill>
                            <a:schemeClr val="dk1"/>
                          </a:solidFill>
                          <a:effectLst/>
                          <a:latin typeface="Arial" panose="020B0604020202020204" pitchFamily="34" charset="0"/>
                          <a:ea typeface="+mn-ea"/>
                          <a:cs typeface="Arial" panose="020B0604020202020204" pitchFamily="34" charset="0"/>
                        </a:rPr>
                        <a:t>Introduction to HTML5 </a:t>
                      </a:r>
                      <a:endParaRPr lang="en-GB" sz="2000" dirty="0">
                        <a:latin typeface="Arial" panose="020B0604020202020204" pitchFamily="34" charset="0"/>
                        <a:cs typeface="Arial" panose="020B0604020202020204" pitchFamily="34" charset="0"/>
                      </a:endParaRPr>
                    </a:p>
                  </a:txBody>
                  <a:tcPr marL="51427" marR="51427" marT="25711" marB="25711"/>
                </a:tc>
                <a:tc>
                  <a:txBody>
                    <a:bodyPr/>
                    <a:lstStyle/>
                    <a:p>
                      <a:pPr algn="ctr"/>
                      <a:r>
                        <a:rPr lang="en-US" sz="2000" dirty="0">
                          <a:latin typeface="Arial" panose="020B0604020202020204" pitchFamily="34" charset="0"/>
                          <a:cs typeface="Arial" panose="020B0604020202020204" pitchFamily="34" charset="0"/>
                        </a:rPr>
                        <a:t>8</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dirty="0">
                          <a:latin typeface="Arial" panose="020B0604020202020204" pitchFamily="34" charset="0"/>
                          <a:cs typeface="Arial" panose="020B0604020202020204" pitchFamily="34" charset="0"/>
                        </a:rPr>
                        <a:t>jQuery</a:t>
                      </a:r>
                      <a:endParaRPr lang="en-GB" sz="2000" dirty="0">
                        <a:latin typeface="Arial" panose="020B0604020202020204" pitchFamily="34" charset="0"/>
                        <a:cs typeface="Arial" panose="020B0604020202020204" pitchFamily="34" charset="0"/>
                      </a:endParaRPr>
                    </a:p>
                  </a:txBody>
                  <a:tcPr marL="51427" marR="51427" marT="25711" marB="25711" anchor="ctr"/>
                </a:tc>
                <a:extLst>
                  <a:ext uri="{0D108BD9-81ED-4DB2-BD59-A6C34878D82A}">
                    <a16:rowId xmlns:a16="http://schemas.microsoft.com/office/drawing/2014/main" val="10002"/>
                  </a:ext>
                </a:extLst>
              </a:tr>
              <a:tr h="643579">
                <a:tc>
                  <a:txBody>
                    <a:bodyPr/>
                    <a:lstStyle/>
                    <a:p>
                      <a:pPr algn="ctr"/>
                      <a:r>
                        <a:rPr lang="en-US" sz="2000" b="0" dirty="0">
                          <a:solidFill>
                            <a:schemeClr val="tx1"/>
                          </a:solidFill>
                          <a:latin typeface="Arial" panose="020B0604020202020204" pitchFamily="34" charset="0"/>
                          <a:cs typeface="Arial" panose="020B0604020202020204" pitchFamily="34" charset="0"/>
                        </a:rPr>
                        <a:t>3</a:t>
                      </a:r>
                      <a:endParaRPr lang="en-GB" sz="2000" b="0" dirty="0">
                        <a:solidFill>
                          <a:schemeClr val="tx1"/>
                        </a:solidFill>
                        <a:latin typeface="Arial" panose="020B0604020202020204" pitchFamily="34" charset="0"/>
                        <a:cs typeface="Arial" panose="020B0604020202020204" pitchFamily="34" charset="0"/>
                      </a:endParaRPr>
                    </a:p>
                  </a:txBody>
                  <a:tcPr marL="51427" marR="51427" marT="25711" marB="25711" anchor="ctr"/>
                </a:tc>
                <a:tc>
                  <a:txBody>
                    <a:bodyPr/>
                    <a:lstStyle/>
                    <a:p>
                      <a:pPr marL="0" lvl="0" indent="0" algn="l">
                        <a:spcBef>
                          <a:spcPts val="300"/>
                        </a:spcBef>
                        <a:spcAft>
                          <a:spcPts val="300"/>
                        </a:spcAft>
                        <a:buFont typeface="+mj-lt"/>
                        <a:buNone/>
                      </a:pPr>
                      <a:r>
                        <a:rPr lang="en-GB" sz="2000" b="0" kern="1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Introduction to CSS</a:t>
                      </a:r>
                    </a:p>
                  </a:txBody>
                  <a:tcPr marL="38570" marR="38570" marT="0" marB="0"/>
                </a:tc>
                <a:tc>
                  <a:txBody>
                    <a:bodyPr/>
                    <a:lstStyle/>
                    <a:p>
                      <a:pPr marL="0" lvl="0" indent="0" algn="ctr">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9</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tc>
                  <a:txBody>
                    <a:bodyPr/>
                    <a:lstStyle/>
                    <a:p>
                      <a:pPr marL="0" lvl="0" indent="0" algn="l">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Responsive CSS Framework: Bootstrap –I </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extLst>
                  <a:ext uri="{0D108BD9-81ED-4DB2-BD59-A6C34878D82A}">
                    <a16:rowId xmlns:a16="http://schemas.microsoft.com/office/drawing/2014/main" val="10003"/>
                  </a:ext>
                </a:extLst>
              </a:tr>
              <a:tr h="438599">
                <a:tc>
                  <a:txBody>
                    <a:bodyPr/>
                    <a:lstStyle/>
                    <a:p>
                      <a:pPr algn="ctr"/>
                      <a:r>
                        <a:rPr lang="en-US" sz="2000" dirty="0">
                          <a:latin typeface="Arial" panose="020B0604020202020204" pitchFamily="34" charset="0"/>
                          <a:cs typeface="Arial" panose="020B0604020202020204" pitchFamily="34" charset="0"/>
                        </a:rPr>
                        <a:t>4</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pPr marL="0" lvl="0" indent="0" algn="l">
                        <a:spcBef>
                          <a:spcPts val="300"/>
                        </a:spcBef>
                        <a:spcAft>
                          <a:spcPts val="300"/>
                        </a:spcAft>
                        <a:buFont typeface="+mj-lt"/>
                        <a:buNone/>
                      </a:pPr>
                      <a:r>
                        <a:rPr lang="en-GB" sz="2000" kern="100" dirty="0">
                          <a:effectLst/>
                          <a:latin typeface="Arial" panose="020B0604020202020204" pitchFamily="34" charset="0"/>
                          <a:ea typeface="Times New Roman" panose="02020603050405020304" pitchFamily="18" charset="0"/>
                          <a:cs typeface="Arial" panose="020B0604020202020204" pitchFamily="34" charset="0"/>
                        </a:rPr>
                        <a:t>HTML and CSS</a:t>
                      </a:r>
                    </a:p>
                  </a:txBody>
                  <a:tcPr marL="38570" marR="38570" marT="0" marB="0"/>
                </a:tc>
                <a:tc>
                  <a:txBody>
                    <a:bodyPr/>
                    <a:lstStyle/>
                    <a:p>
                      <a:pPr marL="0" lvl="0" indent="0" algn="ctr">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10</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tc>
                  <a:txBody>
                    <a:bodyPr/>
                    <a:lstStyle/>
                    <a:p>
                      <a:pPr marL="0" lvl="0" indent="0" algn="l">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Responsive CSS Framework: Bootstrap –II</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extLst>
                  <a:ext uri="{0D108BD9-81ED-4DB2-BD59-A6C34878D82A}">
                    <a16:rowId xmlns:a16="http://schemas.microsoft.com/office/drawing/2014/main" val="10004"/>
                  </a:ext>
                </a:extLst>
              </a:tr>
              <a:tr h="643579">
                <a:tc>
                  <a:txBody>
                    <a:bodyPr/>
                    <a:lstStyle/>
                    <a:p>
                      <a:pPr algn="ctr"/>
                      <a:r>
                        <a:rPr lang="en-US" sz="2000" b="0" dirty="0">
                          <a:solidFill>
                            <a:schemeClr val="tx1"/>
                          </a:solidFill>
                          <a:latin typeface="Arial" panose="020B0604020202020204" pitchFamily="34" charset="0"/>
                          <a:cs typeface="Arial" panose="020B0604020202020204" pitchFamily="34" charset="0"/>
                        </a:rPr>
                        <a:t>5</a:t>
                      </a:r>
                      <a:endParaRPr lang="en-GB" sz="2000" b="0" dirty="0">
                        <a:solidFill>
                          <a:schemeClr val="tx1"/>
                        </a:solidFill>
                        <a:latin typeface="Arial" panose="020B0604020202020204" pitchFamily="34" charset="0"/>
                        <a:cs typeface="Arial" panose="020B0604020202020204" pitchFamily="34" charset="0"/>
                      </a:endParaRPr>
                    </a:p>
                  </a:txBody>
                  <a:tcPr marL="51427" marR="51427" marT="25711" marB="25711" anchor="ctr"/>
                </a:tc>
                <a:tc>
                  <a:txBody>
                    <a:bodyPr/>
                    <a:lstStyle/>
                    <a:p>
                      <a:pPr marL="0" lvl="0" indent="0" algn="l">
                        <a:spcBef>
                          <a:spcPts val="300"/>
                        </a:spcBef>
                        <a:spcAft>
                          <a:spcPts val="300"/>
                        </a:spcAft>
                        <a:buFont typeface="+mj-lt"/>
                        <a:buNone/>
                      </a:pPr>
                      <a:r>
                        <a:rPr lang="en-GB" sz="2000" b="0" kern="100" dirty="0">
                          <a:solidFill>
                            <a:schemeClr val="tx1"/>
                          </a:solidFill>
                          <a:effectLst/>
                          <a:latin typeface="Arial" panose="020B0604020202020204" pitchFamily="34" charset="0"/>
                          <a:ea typeface="Times New Roman" panose="02020603050405020304" pitchFamily="18" charset="0"/>
                          <a:cs typeface="Arial" panose="020B0604020202020204" pitchFamily="34" charset="0"/>
                        </a:rPr>
                        <a:t>CSS Flexbox and Grid Layout </a:t>
                      </a:r>
                    </a:p>
                  </a:txBody>
                  <a:tcPr marL="38570" marR="38570" marT="0" marB="0"/>
                </a:tc>
                <a:tc>
                  <a:txBody>
                    <a:bodyPr/>
                    <a:lstStyle/>
                    <a:p>
                      <a:pPr marL="0" lvl="0" indent="0" algn="ctr">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11</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tc>
                  <a:txBody>
                    <a:bodyPr/>
                    <a:lstStyle/>
                    <a:p>
                      <a:pPr marL="0" lvl="0" indent="0" algn="l">
                        <a:spcBef>
                          <a:spcPts val="300"/>
                        </a:spcBef>
                        <a:spcAft>
                          <a:spcPts val="300"/>
                        </a:spcAft>
                        <a:buFont typeface="+mj-lt"/>
                        <a:buNone/>
                      </a:pPr>
                      <a:r>
                        <a:rPr lang="en-US" sz="2000" kern="100" dirty="0">
                          <a:effectLst/>
                          <a:latin typeface="Arial" panose="020B0604020202020204" pitchFamily="34" charset="0"/>
                          <a:ea typeface="Times New Roman" panose="02020603050405020304" pitchFamily="18" charset="0"/>
                          <a:cs typeface="Arial" panose="020B0604020202020204" pitchFamily="34" charset="0"/>
                        </a:rPr>
                        <a:t>Code Review  and Testing. and Collaboration</a:t>
                      </a:r>
                      <a:endParaRPr lang="en-GB" sz="2000" kern="100" dirty="0">
                        <a:effectLst/>
                        <a:latin typeface="Arial" panose="020B0604020202020204" pitchFamily="34" charset="0"/>
                        <a:ea typeface="Times New Roman" panose="02020603050405020304" pitchFamily="18" charset="0"/>
                        <a:cs typeface="Arial" panose="020B0604020202020204" pitchFamily="34" charset="0"/>
                      </a:endParaRPr>
                    </a:p>
                  </a:txBody>
                  <a:tcPr marL="38570" marR="38570" marT="0" marB="0" anchor="ctr"/>
                </a:tc>
                <a:extLst>
                  <a:ext uri="{0D108BD9-81ED-4DB2-BD59-A6C34878D82A}">
                    <a16:rowId xmlns:a16="http://schemas.microsoft.com/office/drawing/2014/main" val="10005"/>
                  </a:ext>
                </a:extLst>
              </a:tr>
              <a:tr h="438599">
                <a:tc>
                  <a:txBody>
                    <a:bodyPr/>
                    <a:lstStyle/>
                    <a:p>
                      <a:pPr algn="ctr"/>
                      <a:r>
                        <a:rPr lang="en-US" sz="2000" b="0" dirty="0">
                          <a:latin typeface="Arial" panose="020B0604020202020204" pitchFamily="34" charset="0"/>
                          <a:cs typeface="Arial" panose="020B0604020202020204" pitchFamily="34" charset="0"/>
                        </a:rPr>
                        <a:t>6</a:t>
                      </a:r>
                      <a:endParaRPr lang="en-GB" sz="2000" b="0" dirty="0">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b="0" dirty="0">
                          <a:latin typeface="Arial" panose="020B0604020202020204" pitchFamily="34" charset="0"/>
                          <a:cs typeface="Arial" panose="020B0604020202020204" pitchFamily="34" charset="0"/>
                        </a:rPr>
                        <a:t>JavaScript - I</a:t>
                      </a:r>
                      <a:endParaRPr lang="en-GB" sz="2000" b="0" dirty="0">
                        <a:latin typeface="Arial" panose="020B0604020202020204" pitchFamily="34" charset="0"/>
                        <a:cs typeface="Arial" panose="020B0604020202020204" pitchFamily="34" charset="0"/>
                      </a:endParaRPr>
                    </a:p>
                  </a:txBody>
                  <a:tcPr marL="51427" marR="51427" marT="25711" marB="25711"/>
                </a:tc>
                <a:tc>
                  <a:txBody>
                    <a:bodyPr/>
                    <a:lstStyle/>
                    <a:p>
                      <a:pPr algn="ctr"/>
                      <a:r>
                        <a:rPr lang="en-US" sz="2000" dirty="0">
                          <a:latin typeface="Arial" panose="020B0604020202020204" pitchFamily="34" charset="0"/>
                          <a:cs typeface="Arial" panose="020B0604020202020204" pitchFamily="34" charset="0"/>
                        </a:rPr>
                        <a:t>12</a:t>
                      </a:r>
                      <a:endParaRPr lang="en-GB" sz="2000" dirty="0">
                        <a:latin typeface="Arial" panose="020B0604020202020204" pitchFamily="34" charset="0"/>
                        <a:cs typeface="Arial" panose="020B0604020202020204" pitchFamily="34" charset="0"/>
                      </a:endParaRPr>
                    </a:p>
                  </a:txBody>
                  <a:tcPr marL="51427" marR="51427" marT="25711" marB="25711" anchor="ctr"/>
                </a:tc>
                <a:tc>
                  <a:txBody>
                    <a:bodyPr/>
                    <a:lstStyle/>
                    <a:p>
                      <a:r>
                        <a:rPr lang="en-US" sz="2000" dirty="0">
                          <a:latin typeface="Arial" panose="020B0604020202020204" pitchFamily="34" charset="0"/>
                          <a:cs typeface="Arial" panose="020B0604020202020204" pitchFamily="34" charset="0"/>
                        </a:rPr>
                        <a:t>Unit Summary</a:t>
                      </a:r>
                      <a:endParaRPr lang="en-GB" sz="2000" dirty="0">
                        <a:latin typeface="Arial" panose="020B0604020202020204" pitchFamily="34" charset="0"/>
                        <a:cs typeface="Arial" panose="020B0604020202020204" pitchFamily="34" charset="0"/>
                      </a:endParaRPr>
                    </a:p>
                  </a:txBody>
                  <a:tcPr marL="51427" marR="51427" marT="25711" marB="25711"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609BD-142B-98C5-D5F1-A394B6D7E963}"/>
              </a:ext>
            </a:extLst>
          </p:cNvPr>
          <p:cNvSpPr>
            <a:spLocks noGrp="1"/>
          </p:cNvSpPr>
          <p:nvPr>
            <p:ph type="title"/>
          </p:nvPr>
        </p:nvSpPr>
        <p:spPr/>
        <p:txBody>
          <a:bodyPr/>
          <a:lstStyle/>
          <a:p>
            <a:r>
              <a:rPr lang="en-US" dirty="0"/>
              <a:t>DOM basics</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A8AEC08-90D7-5E98-6565-47139FB277DD}"/>
              </a:ext>
            </a:extLst>
          </p:cNvPr>
          <p:cNvSpPr txBox="1">
            <a:spLocks noGrp="1"/>
          </p:cNvSpPr>
          <p:nvPr>
            <p:ph type="title"/>
          </p:nvPr>
        </p:nvSpPr>
        <p:spPr>
          <a:xfrm>
            <a:off x="103188" y="342422"/>
            <a:ext cx="8785225" cy="689932"/>
          </a:xfrm>
        </p:spPr>
        <p:txBody>
          <a:bodyPr lIns="0" tIns="12700" rIns="0" bIns="0" rtlCol="0">
            <a:spAutoFit/>
          </a:bodyPr>
          <a:lstStyle/>
          <a:p>
            <a:pPr marL="12700">
              <a:spcBef>
                <a:spcPts val="100"/>
              </a:spcBef>
              <a:defRPr/>
            </a:pPr>
            <a:r>
              <a:rPr spc="-5" dirty="0"/>
              <a:t>What</a:t>
            </a:r>
            <a:r>
              <a:rPr spc="-10" dirty="0"/>
              <a:t> is</a:t>
            </a:r>
            <a:r>
              <a:rPr spc="-15" dirty="0"/>
              <a:t> </a:t>
            </a:r>
            <a:r>
              <a:rPr spc="-5" dirty="0"/>
              <a:t>the</a:t>
            </a:r>
            <a:r>
              <a:rPr spc="-15" dirty="0"/>
              <a:t> </a:t>
            </a:r>
            <a:r>
              <a:rPr spc="-5" dirty="0"/>
              <a:t>DOM?</a:t>
            </a:r>
            <a:endParaRPr dirty="0"/>
          </a:p>
        </p:txBody>
      </p:sp>
      <p:sp>
        <p:nvSpPr>
          <p:cNvPr id="3" name="object 3">
            <a:extLst>
              <a:ext uri="{FF2B5EF4-FFF2-40B4-BE49-F238E27FC236}">
                <a16:creationId xmlns:a16="http://schemas.microsoft.com/office/drawing/2014/main" id="{FC83E8EE-188F-D63E-6915-1CCEEB5A8D47}"/>
              </a:ext>
            </a:extLst>
          </p:cNvPr>
          <p:cNvSpPr txBox="1">
            <a:spLocks noGrp="1"/>
          </p:cNvSpPr>
          <p:nvPr>
            <p:ph idx="1"/>
          </p:nvPr>
        </p:nvSpPr>
        <p:spPr>
          <a:xfrm>
            <a:off x="103188" y="1484784"/>
            <a:ext cx="8856663" cy="4578176"/>
          </a:xfrm>
        </p:spPr>
        <p:txBody>
          <a:bodyPr lIns="0" tIns="12700" rIns="0" bIns="0">
            <a:spAutoFit/>
          </a:bodyPr>
          <a:lstStyle/>
          <a:p>
            <a:pPr marL="685800" indent="-342900">
              <a:spcBef>
                <a:spcPts val="100"/>
              </a:spcBef>
              <a:spcAft>
                <a:spcPts val="600"/>
              </a:spcAft>
              <a:buFont typeface="Arial" panose="020B0604020202020204" pitchFamily="34" charset="0"/>
              <a:buChar char="•"/>
            </a:pPr>
            <a:r>
              <a:rPr lang="en-US" altLang="en-US" sz="2400" i="0" dirty="0">
                <a:solidFill>
                  <a:schemeClr val="tx1"/>
                </a:solidFill>
                <a:latin typeface="Arial" panose="020B0604020202020204" pitchFamily="34" charset="0"/>
                <a:cs typeface="Arial" panose="020B0604020202020204" pitchFamily="34" charset="0"/>
              </a:rPr>
              <a:t>DOM == Document Object Model</a:t>
            </a:r>
          </a:p>
          <a:p>
            <a:pPr marL="685800" indent="-342900">
              <a:spcBef>
                <a:spcPts val="100"/>
              </a:spcBef>
              <a:spcAft>
                <a:spcPts val="600"/>
              </a:spcAft>
              <a:buFont typeface="Arial" panose="020B0604020202020204" pitchFamily="34" charset="0"/>
              <a:buChar char="•"/>
            </a:pPr>
            <a:r>
              <a:rPr lang="en-US" altLang="en-US" sz="2400" i="0" dirty="0">
                <a:solidFill>
                  <a:schemeClr val="tx1"/>
                </a:solidFill>
                <a:latin typeface="Arial" panose="020B0604020202020204" pitchFamily="34" charset="0"/>
                <a:cs typeface="Arial" panose="020B0604020202020204" pitchFamily="34" charset="0"/>
              </a:rPr>
              <a:t>An application programming  interface (API) for HTML as well as XML.</a:t>
            </a:r>
          </a:p>
          <a:p>
            <a:pPr marL="685800" indent="-342900">
              <a:spcBef>
                <a:spcPts val="100"/>
              </a:spcBef>
              <a:spcAft>
                <a:spcPts val="600"/>
              </a:spcAft>
              <a:buFont typeface="Arial" panose="020B0604020202020204" pitchFamily="34" charset="0"/>
              <a:buChar char="•"/>
            </a:pPr>
            <a:r>
              <a:rPr lang="en-US" altLang="en-US" sz="2400" i="0" dirty="0">
                <a:solidFill>
                  <a:schemeClr val="tx1"/>
                </a:solidFill>
                <a:latin typeface="Arial" panose="020B0604020202020204" pitchFamily="34" charset="0"/>
                <a:cs typeface="Arial" panose="020B0604020202020204" pitchFamily="34" charset="0"/>
              </a:rPr>
              <a:t>The DOM represents an entire web page as a document, composed of a hierarchy of nodes.</a:t>
            </a:r>
          </a:p>
          <a:p>
            <a:pPr marL="685800" indent="-342900">
              <a:spcBef>
                <a:spcPts val="13"/>
              </a:spcBef>
              <a:spcAft>
                <a:spcPts val="600"/>
              </a:spcAft>
              <a:buFont typeface="Arial" panose="020B0604020202020204" pitchFamily="34" charset="0"/>
              <a:buChar char="•"/>
            </a:pPr>
            <a:r>
              <a:rPr lang="en-GB" sz="2400" i="0" dirty="0">
                <a:solidFill>
                  <a:schemeClr val="tx1"/>
                </a:solidFill>
                <a:effectLst/>
                <a:latin typeface="Arial" panose="020B0604020202020204" pitchFamily="34" charset="0"/>
                <a:ea typeface="Times New Roman" panose="02020603050405020304" pitchFamily="18" charset="0"/>
              </a:rPr>
              <a:t>Each node corresponds to a part of the page (e.g., an element or attribute). </a:t>
            </a:r>
            <a:endParaRPr lang="en-US" altLang="en-US" sz="2400" i="0" dirty="0">
              <a:solidFill>
                <a:schemeClr val="tx1"/>
              </a:solidFill>
              <a:latin typeface="Arial" panose="020B0604020202020204" pitchFamily="34" charset="0"/>
              <a:cs typeface="Arial" panose="020B0604020202020204" pitchFamily="34" charset="0"/>
            </a:endParaRPr>
          </a:p>
          <a:p>
            <a:pPr marL="685800" indent="-342900">
              <a:spcBef>
                <a:spcPts val="13"/>
              </a:spcBef>
              <a:spcAft>
                <a:spcPts val="600"/>
              </a:spcAft>
              <a:buFont typeface="Arial" panose="020B0604020202020204" pitchFamily="34" charset="0"/>
              <a:buChar char="•"/>
            </a:pPr>
            <a:r>
              <a:rPr lang="en-US" altLang="en-US" sz="2400" i="0" dirty="0">
                <a:solidFill>
                  <a:schemeClr val="tx1"/>
                </a:solidFill>
                <a:latin typeface="Arial" panose="020B0604020202020204" pitchFamily="34" charset="0"/>
                <a:cs typeface="Arial" panose="020B0604020202020204" pitchFamily="34" charset="0"/>
              </a:rPr>
              <a:t>It has the capability to change the appearance and content of a web page without needing to reload the document.</a:t>
            </a:r>
          </a:p>
          <a:p>
            <a:pPr marL="685800" indent="-342900">
              <a:spcBef>
                <a:spcPts val="13"/>
              </a:spcBef>
              <a:spcAft>
                <a:spcPts val="600"/>
              </a:spcAft>
              <a:buFont typeface="Arial" panose="020B0604020202020204" pitchFamily="34" charset="0"/>
              <a:buChar char="•"/>
            </a:pPr>
            <a:r>
              <a:rPr lang="en-US" altLang="en-US" sz="2400" i="0" dirty="0">
                <a:solidFill>
                  <a:schemeClr val="tx1"/>
                </a:solidFill>
                <a:latin typeface="Arial" panose="020B0604020202020204" pitchFamily="34" charset="0"/>
                <a:cs typeface="Arial" panose="020B0604020202020204" pitchFamily="34" charset="0"/>
              </a:rPr>
              <a:t>Every component of an HTML or XML page is derived from a node.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A041A1B-F13C-44A4-462B-5F1C70556F90}"/>
              </a:ext>
            </a:extLst>
          </p:cNvPr>
          <p:cNvSpPr txBox="1"/>
          <p:nvPr/>
        </p:nvSpPr>
        <p:spPr>
          <a:xfrm>
            <a:off x="4489242" y="1518205"/>
            <a:ext cx="4104456" cy="4460195"/>
          </a:xfrm>
          <a:prstGeom prst="rect">
            <a:avLst/>
          </a:prstGeom>
          <a:solidFill>
            <a:schemeClr val="accent5"/>
          </a:solidFill>
        </p:spPr>
        <p:style>
          <a:lnRef idx="2">
            <a:schemeClr val="accent2"/>
          </a:lnRef>
          <a:fillRef idx="1">
            <a:schemeClr val="lt1"/>
          </a:fillRef>
          <a:effectRef idx="0">
            <a:schemeClr val="accent2"/>
          </a:effectRef>
          <a:fontRef idx="minor">
            <a:schemeClr val="dk1"/>
          </a:fontRef>
        </p:style>
        <p:txBody>
          <a:bodyPr wrap="square" lIns="0" tIns="12700" rIns="0" bIns="0">
            <a:spAutoFit/>
          </a:bodyPr>
          <a:lstStyle>
            <a:lvl1pPr marL="368300" indent="-342900">
              <a:tabLst>
                <a:tab pos="366713" algn="l"/>
                <a:tab pos="368300" algn="l"/>
              </a:tabLst>
              <a:defRPr sz="2400">
                <a:solidFill>
                  <a:schemeClr val="tx1"/>
                </a:solidFill>
                <a:latin typeface="Arial" panose="020B0604020202020204" pitchFamily="34" charset="0"/>
                <a:ea typeface="ＭＳ Ｐゴシック" panose="020B0600070205080204" pitchFamily="34" charset="-128"/>
              </a:defRPr>
            </a:lvl1pPr>
            <a:lvl2pPr marL="742950" indent="-285750">
              <a:tabLst>
                <a:tab pos="366713" algn="l"/>
                <a:tab pos="3683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66713" algn="l"/>
                <a:tab pos="3683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66713" algn="l"/>
                <a:tab pos="3683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66713" algn="l"/>
                <a:tab pos="3683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66713" algn="l"/>
                <a:tab pos="3683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66713" algn="l"/>
                <a:tab pos="3683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66713" algn="l"/>
                <a:tab pos="3683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66713" algn="l"/>
                <a:tab pos="368300" algn="l"/>
              </a:tabLst>
              <a:defRPr sz="2400">
                <a:solidFill>
                  <a:schemeClr val="tx1"/>
                </a:solidFill>
                <a:latin typeface="Arial" panose="020B0604020202020204" pitchFamily="34" charset="0"/>
                <a:ea typeface="ＭＳ Ｐゴシック" panose="020B0600070205080204" pitchFamily="34" charset="-128"/>
              </a:defRPr>
            </a:lvl9pPr>
          </a:lstStyle>
          <a:p>
            <a:pPr>
              <a:spcBef>
                <a:spcPts val="2025"/>
              </a:spcBef>
            </a:pPr>
            <a:r>
              <a:rPr lang="en-US" altLang="en-US" sz="2000" dirty="0">
                <a:solidFill>
                  <a:srgbClr val="002060"/>
                </a:solidFill>
                <a:cs typeface="Arial" panose="020B0604020202020204" pitchFamily="34" charset="0"/>
              </a:rPr>
              <a:t>&lt;html&gt;</a:t>
            </a:r>
          </a:p>
          <a:p>
            <a:r>
              <a:rPr lang="en-US" altLang="en-US" sz="2000" dirty="0">
                <a:solidFill>
                  <a:srgbClr val="C00000"/>
                </a:solidFill>
                <a:cs typeface="Arial" panose="020B0604020202020204" pitchFamily="34" charset="0"/>
              </a:rPr>
              <a:t>&lt;head&gt;</a:t>
            </a:r>
          </a:p>
          <a:p>
            <a:pPr>
              <a:lnSpc>
                <a:spcPts val="1675"/>
              </a:lnSpc>
            </a:pPr>
            <a:r>
              <a:rPr lang="en-US" altLang="en-US" sz="2000" dirty="0">
                <a:solidFill>
                  <a:srgbClr val="C00000"/>
                </a:solidFill>
                <a:cs typeface="Arial" panose="020B0604020202020204" pitchFamily="34" charset="0"/>
              </a:rPr>
              <a:t>       &lt;title&gt;Example JS Page&lt;/title&gt;</a:t>
            </a:r>
          </a:p>
          <a:p>
            <a:pPr>
              <a:lnSpc>
                <a:spcPts val="1675"/>
              </a:lnSpc>
            </a:pPr>
            <a:r>
              <a:rPr lang="en-US" altLang="en-US" sz="2000" dirty="0">
                <a:solidFill>
                  <a:srgbClr val="C00000"/>
                </a:solidFill>
                <a:cs typeface="Arial" panose="020B0604020202020204" pitchFamily="34" charset="0"/>
              </a:rPr>
              <a:t>&lt;/head&gt;</a:t>
            </a:r>
          </a:p>
          <a:p>
            <a:r>
              <a:rPr lang="en-US" altLang="en-US" sz="2000" dirty="0">
                <a:solidFill>
                  <a:srgbClr val="00B050"/>
                </a:solidFill>
                <a:cs typeface="Arial" panose="020B0604020202020204" pitchFamily="34" charset="0"/>
              </a:rPr>
              <a:t>&lt;body&gt;</a:t>
            </a:r>
          </a:p>
          <a:p>
            <a:r>
              <a:rPr lang="en-US" altLang="en-US" sz="2000" dirty="0">
                <a:solidFill>
                  <a:srgbClr val="C00000"/>
                </a:solidFill>
                <a:cs typeface="Arial" panose="020B0604020202020204" pitchFamily="34" charset="0"/>
              </a:rPr>
              <a:t>&lt;div id=“Rayyan”&gt;</a:t>
            </a:r>
          </a:p>
          <a:p>
            <a:r>
              <a:rPr lang="en-US" altLang="en-US" sz="2000" dirty="0">
                <a:solidFill>
                  <a:srgbClr val="2D0DB3"/>
                </a:solidFill>
                <a:cs typeface="Arial" panose="020B0604020202020204" pitchFamily="34" charset="0"/>
              </a:rPr>
              <a:t>  &lt;</a:t>
            </a:r>
            <a:r>
              <a:rPr lang="en-US" altLang="en-US" sz="2000" dirty="0" err="1">
                <a:solidFill>
                  <a:srgbClr val="2D0DB3"/>
                </a:solidFill>
                <a:cs typeface="Arial" panose="020B0604020202020204" pitchFamily="34" charset="0"/>
              </a:rPr>
              <a:t>ul</a:t>
            </a:r>
            <a:r>
              <a:rPr lang="en-US" altLang="en-US" sz="2000" dirty="0">
                <a:solidFill>
                  <a:srgbClr val="2D0DB3"/>
                </a:solidFill>
                <a:cs typeface="Arial" panose="020B0604020202020204" pitchFamily="34" charset="0"/>
              </a:rPr>
              <a:t>&gt;</a:t>
            </a:r>
          </a:p>
          <a:p>
            <a:pPr>
              <a:lnSpc>
                <a:spcPts val="1675"/>
              </a:lnSpc>
            </a:pPr>
            <a:r>
              <a:rPr lang="en-US" altLang="en-US" sz="2000" dirty="0">
                <a:solidFill>
                  <a:srgbClr val="2D0DB3"/>
                </a:solidFill>
                <a:cs typeface="Arial" panose="020B0604020202020204" pitchFamily="34" charset="0"/>
              </a:rPr>
              <a:t>      &lt;li&gt;Delhi&lt;/li&gt;</a:t>
            </a:r>
          </a:p>
          <a:p>
            <a:pPr>
              <a:lnSpc>
                <a:spcPts val="1675"/>
              </a:lnSpc>
            </a:pPr>
            <a:r>
              <a:rPr lang="en-US" altLang="en-US" sz="2000" dirty="0">
                <a:solidFill>
                  <a:srgbClr val="2D0DB3"/>
                </a:solidFill>
                <a:cs typeface="Arial" panose="020B0604020202020204" pitchFamily="34" charset="0"/>
              </a:rPr>
              <a:t>      &lt;li&gt;Mumbai&lt;/li&gt;</a:t>
            </a:r>
          </a:p>
          <a:p>
            <a:r>
              <a:rPr lang="en-US" altLang="en-US" sz="2000" dirty="0">
                <a:solidFill>
                  <a:srgbClr val="2D0DB3"/>
                </a:solidFill>
                <a:cs typeface="Arial" panose="020B0604020202020204" pitchFamily="34" charset="0"/>
              </a:rPr>
              <a:t>      &lt;li&gt;Chennai&lt;/li&gt;</a:t>
            </a:r>
          </a:p>
          <a:p>
            <a:r>
              <a:rPr lang="en-US" altLang="en-US" sz="2000" dirty="0">
                <a:solidFill>
                  <a:srgbClr val="2D0DB3"/>
                </a:solidFill>
                <a:cs typeface="Arial" panose="020B0604020202020204" pitchFamily="34" charset="0"/>
              </a:rPr>
              <a:t>      &lt;li&gt;Kolkata&lt;/li&gt;</a:t>
            </a:r>
          </a:p>
          <a:p>
            <a:r>
              <a:rPr lang="en-US" altLang="en-US" sz="2000" dirty="0">
                <a:solidFill>
                  <a:srgbClr val="2D0DB3"/>
                </a:solidFill>
                <a:cs typeface="Arial" panose="020B0604020202020204" pitchFamily="34" charset="0"/>
              </a:rPr>
              <a:t>  &lt;/</a:t>
            </a:r>
            <a:r>
              <a:rPr lang="en-US" altLang="en-US" sz="2000" dirty="0" err="1">
                <a:solidFill>
                  <a:srgbClr val="2D0DB3"/>
                </a:solidFill>
                <a:cs typeface="Arial" panose="020B0604020202020204" pitchFamily="34" charset="0"/>
              </a:rPr>
              <a:t>ul</a:t>
            </a:r>
            <a:r>
              <a:rPr lang="en-US" altLang="en-US" sz="2000" dirty="0">
                <a:solidFill>
                  <a:srgbClr val="2D0DB3"/>
                </a:solidFill>
                <a:cs typeface="Arial" panose="020B0604020202020204" pitchFamily="34" charset="0"/>
              </a:rPr>
              <a:t>&gt;</a:t>
            </a:r>
          </a:p>
          <a:p>
            <a:pPr>
              <a:lnSpc>
                <a:spcPts val="1675"/>
              </a:lnSpc>
            </a:pPr>
            <a:r>
              <a:rPr lang="en-US" altLang="en-US" sz="2000" dirty="0">
                <a:solidFill>
                  <a:srgbClr val="C00000"/>
                </a:solidFill>
                <a:cs typeface="Arial" panose="020B0604020202020204" pitchFamily="34" charset="0"/>
              </a:rPr>
              <a:t>&lt;/div&gt;</a:t>
            </a:r>
          </a:p>
          <a:p>
            <a:pPr>
              <a:lnSpc>
                <a:spcPts val="1675"/>
              </a:lnSpc>
            </a:pPr>
            <a:r>
              <a:rPr lang="en-US" altLang="en-US" sz="2000" dirty="0">
                <a:solidFill>
                  <a:srgbClr val="00B050"/>
                </a:solidFill>
                <a:cs typeface="Arial" panose="020B0604020202020204" pitchFamily="34" charset="0"/>
              </a:rPr>
              <a:t>&lt;/body&gt;</a:t>
            </a:r>
          </a:p>
          <a:p>
            <a:r>
              <a:rPr lang="en-US" altLang="en-US" sz="2000" dirty="0">
                <a:cs typeface="Arial" panose="020B0604020202020204" pitchFamily="34" charset="0"/>
              </a:rPr>
              <a:t>&lt;/html&gt;</a:t>
            </a:r>
          </a:p>
          <a:p>
            <a:pPr>
              <a:spcBef>
                <a:spcPts val="25"/>
              </a:spcBef>
            </a:pPr>
            <a:endParaRPr lang="en-US" altLang="en-US" dirty="0">
              <a:cs typeface="Arial" panose="020B0604020202020204" pitchFamily="34" charset="0"/>
            </a:endParaRPr>
          </a:p>
        </p:txBody>
      </p:sp>
      <p:sp>
        <p:nvSpPr>
          <p:cNvPr id="3" name="Title 2">
            <a:extLst>
              <a:ext uri="{FF2B5EF4-FFF2-40B4-BE49-F238E27FC236}">
                <a16:creationId xmlns:a16="http://schemas.microsoft.com/office/drawing/2014/main" id="{AEC562EE-B903-30E7-6313-734134BA51F0}"/>
              </a:ext>
            </a:extLst>
          </p:cNvPr>
          <p:cNvSpPr>
            <a:spLocks noGrp="1"/>
          </p:cNvSpPr>
          <p:nvPr>
            <p:ph type="title"/>
          </p:nvPr>
        </p:nvSpPr>
        <p:spPr/>
        <p:txBody>
          <a:bodyPr/>
          <a:lstStyle/>
          <a:p>
            <a:pPr>
              <a:defRPr/>
            </a:pPr>
            <a:r>
              <a:rPr lang="en-GB" spc="-5" dirty="0"/>
              <a:t>DOM Hierarchy</a:t>
            </a:r>
            <a:endParaRPr lang="en-GB" dirty="0"/>
          </a:p>
        </p:txBody>
      </p:sp>
      <p:sp>
        <p:nvSpPr>
          <p:cNvPr id="5" name="Rectangle 4"/>
          <p:cNvSpPr/>
          <p:nvPr/>
        </p:nvSpPr>
        <p:spPr>
          <a:xfrm>
            <a:off x="251520" y="3140968"/>
            <a:ext cx="3488455" cy="461665"/>
          </a:xfrm>
          <a:prstGeom prst="rect">
            <a:avLst/>
          </a:prstGeom>
        </p:spPr>
        <p:txBody>
          <a:bodyPr wrap="none">
            <a:spAutoFit/>
          </a:bodyPr>
          <a:lstStyle/>
          <a:p>
            <a:pPr>
              <a:buClr>
                <a:srgbClr val="990000"/>
              </a:buClr>
              <a:buSzPct val="75000"/>
            </a:pPr>
            <a:r>
              <a:rPr lang="en-US" altLang="en-US" dirty="0">
                <a:ea typeface="Arial MT"/>
                <a:cs typeface="Arial" panose="020B0604020202020204" pitchFamily="34" charset="0"/>
              </a:rPr>
              <a:t>The DOM is </a:t>
            </a:r>
            <a:r>
              <a:rPr lang="en-US" altLang="en-US" dirty="0">
                <a:ea typeface="+mn-ea"/>
                <a:cs typeface="Arial" panose="020B0604020202020204" pitchFamily="34" charset="0"/>
              </a:rPr>
              <a:t>hierarchical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E3FF48D-68F7-85DF-89AF-59E545F2F405}"/>
              </a:ext>
            </a:extLst>
          </p:cNvPr>
          <p:cNvSpPr txBox="1">
            <a:spLocks noGrp="1"/>
          </p:cNvSpPr>
          <p:nvPr>
            <p:ph type="title"/>
          </p:nvPr>
        </p:nvSpPr>
        <p:spPr>
          <a:xfrm>
            <a:off x="323528" y="439266"/>
            <a:ext cx="3384550" cy="628650"/>
          </a:xfrm>
        </p:spPr>
        <p:txBody>
          <a:bodyPr lIns="0" tIns="12700" rIns="0" bIns="0" rtlCol="0">
            <a:spAutoFit/>
          </a:bodyPr>
          <a:lstStyle/>
          <a:p>
            <a:pPr marL="12700">
              <a:spcBef>
                <a:spcPts val="100"/>
              </a:spcBef>
              <a:defRPr/>
            </a:pPr>
            <a:r>
              <a:rPr sz="4000" spc="-5" dirty="0"/>
              <a:t>DOM</a:t>
            </a:r>
            <a:r>
              <a:rPr sz="4000" spc="-75" dirty="0"/>
              <a:t> </a:t>
            </a:r>
            <a:r>
              <a:rPr sz="4000" spc="-5" dirty="0"/>
              <a:t>Tree</a:t>
            </a:r>
            <a:endParaRPr sz="4000" dirty="0"/>
          </a:p>
        </p:txBody>
      </p:sp>
      <p:pic>
        <p:nvPicPr>
          <p:cNvPr id="18435" name="object 3">
            <a:extLst>
              <a:ext uri="{FF2B5EF4-FFF2-40B4-BE49-F238E27FC236}">
                <a16:creationId xmlns:a16="http://schemas.microsoft.com/office/drawing/2014/main" id="{EB9C66F4-F91F-B149-F929-24396B6C9E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351787"/>
            <a:ext cx="7488832" cy="4754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CE4AB56-505D-5821-CDEA-8228020AB600}"/>
              </a:ext>
            </a:extLst>
          </p:cNvPr>
          <p:cNvSpPr txBox="1">
            <a:spLocks noGrp="1"/>
          </p:cNvSpPr>
          <p:nvPr>
            <p:ph type="title"/>
          </p:nvPr>
        </p:nvSpPr>
        <p:spPr>
          <a:xfrm>
            <a:off x="323850" y="372584"/>
            <a:ext cx="7488238" cy="689932"/>
          </a:xfrm>
        </p:spPr>
        <p:txBody>
          <a:bodyPr lIns="0" tIns="12700" rIns="0" bIns="0" rtlCol="0">
            <a:spAutoFit/>
          </a:bodyPr>
          <a:lstStyle/>
          <a:p>
            <a:pPr marL="12700">
              <a:spcBef>
                <a:spcPts val="100"/>
              </a:spcBef>
              <a:defRPr/>
            </a:pPr>
            <a:r>
              <a:rPr spc="260" dirty="0"/>
              <a:t>What</a:t>
            </a:r>
            <a:r>
              <a:rPr spc="-170" dirty="0"/>
              <a:t> </a:t>
            </a:r>
            <a:r>
              <a:rPr spc="105" dirty="0"/>
              <a:t>is</a:t>
            </a:r>
            <a:r>
              <a:rPr spc="-170" dirty="0"/>
              <a:t> </a:t>
            </a:r>
            <a:r>
              <a:rPr spc="480" dirty="0"/>
              <a:t>HTML</a:t>
            </a:r>
            <a:r>
              <a:rPr spc="-165" dirty="0"/>
              <a:t> </a:t>
            </a:r>
            <a:r>
              <a:rPr spc="315" dirty="0"/>
              <a:t>DOM?</a:t>
            </a:r>
            <a:endParaRPr dirty="0"/>
          </a:p>
        </p:txBody>
      </p:sp>
      <p:sp>
        <p:nvSpPr>
          <p:cNvPr id="3" name="object 3">
            <a:extLst>
              <a:ext uri="{FF2B5EF4-FFF2-40B4-BE49-F238E27FC236}">
                <a16:creationId xmlns:a16="http://schemas.microsoft.com/office/drawing/2014/main" id="{A4C5A7BC-4DFB-8631-8C1C-5388AC8E490C}"/>
              </a:ext>
            </a:extLst>
          </p:cNvPr>
          <p:cNvSpPr txBox="1"/>
          <p:nvPr/>
        </p:nvSpPr>
        <p:spPr>
          <a:xfrm>
            <a:off x="340020" y="1484784"/>
            <a:ext cx="8463960" cy="4717317"/>
          </a:xfrm>
          <a:prstGeom prst="rect">
            <a:avLst/>
          </a:prstGeom>
        </p:spPr>
        <p:txBody>
          <a:bodyPr wrap="square" lIns="0" tIns="53975" rIns="0" bIns="0">
            <a:spAutoFit/>
          </a:bodyPr>
          <a:lstStyle>
            <a:lvl1pPr marL="355600" indent="-3429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1pPr>
            <a:lvl2pPr marL="811213" indent="-3175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9pPr>
          </a:lstStyle>
          <a:p>
            <a:pPr marL="298450" indent="-285750" algn="l">
              <a:buFont typeface="Arial" panose="020B0604020202020204" pitchFamily="34" charset="0"/>
              <a:buChar char="•"/>
            </a:pPr>
            <a:r>
              <a:rPr lang="en-US" b="0" i="0" dirty="0">
                <a:effectLst/>
                <a:cs typeface="Arial" panose="020B0604020202020204" pitchFamily="34" charset="0"/>
              </a:rPr>
              <a:t>The HTML DOM is defined as a standard object model and programming interface for HTML.</a:t>
            </a:r>
          </a:p>
          <a:p>
            <a:pPr marL="298450" indent="-285750" algn="l">
              <a:buFont typeface="Arial" panose="020B0604020202020204" pitchFamily="34" charset="0"/>
              <a:buChar char="•"/>
            </a:pPr>
            <a:r>
              <a:rPr lang="en-US" b="0" i="0" dirty="0">
                <a:effectLst/>
                <a:cs typeface="Arial" panose="020B0604020202020204" pitchFamily="34" charset="0"/>
              </a:rPr>
              <a:t>It defines the HTML elements as objects, their properties, methods to access them, and events associated with them.</a:t>
            </a:r>
            <a:endParaRPr lang="en-US" altLang="en-US" dirty="0">
              <a:cs typeface="Arial" panose="020B0604020202020204" pitchFamily="34" charset="0"/>
            </a:endParaRPr>
          </a:p>
          <a:p>
            <a:pPr marL="779463" lvl="1" indent="-285750">
              <a:lnSpc>
                <a:spcPct val="150000"/>
              </a:lnSpc>
              <a:spcBef>
                <a:spcPts val="313"/>
              </a:spcBef>
              <a:buFont typeface="Arial" panose="020B0604020202020204" pitchFamily="34" charset="0"/>
              <a:buChar char="•"/>
            </a:pPr>
            <a:r>
              <a:rPr lang="en-US" altLang="en-US" sz="2000" dirty="0">
                <a:cs typeface="Arial" panose="020B0604020202020204" pitchFamily="34" charset="0"/>
              </a:rPr>
              <a:t>The HTML </a:t>
            </a:r>
            <a:r>
              <a:rPr lang="en-US" altLang="en-US" sz="2000" b="1" dirty="0">
                <a:solidFill>
                  <a:srgbClr val="C00000"/>
                </a:solidFill>
                <a:cs typeface="Arial" panose="020B0604020202020204" pitchFamily="34" charset="0"/>
              </a:rPr>
              <a:t>elements</a:t>
            </a:r>
            <a:r>
              <a:rPr lang="en-US" altLang="en-US" sz="2000" b="1" dirty="0">
                <a:cs typeface="Arial" panose="020B0604020202020204" pitchFamily="34" charset="0"/>
              </a:rPr>
              <a:t> </a:t>
            </a:r>
            <a:r>
              <a:rPr lang="en-US" altLang="en-US" sz="2000" dirty="0">
                <a:cs typeface="Arial" panose="020B0604020202020204" pitchFamily="34" charset="0"/>
              </a:rPr>
              <a:t>as objects</a:t>
            </a:r>
          </a:p>
          <a:p>
            <a:pPr marL="779463" lvl="1" indent="-285750">
              <a:lnSpc>
                <a:spcPct val="150000"/>
              </a:lnSpc>
              <a:spcBef>
                <a:spcPts val="250"/>
              </a:spcBef>
              <a:buFont typeface="Arial" panose="020B0604020202020204" pitchFamily="34" charset="0"/>
              <a:buChar char="•"/>
            </a:pPr>
            <a:r>
              <a:rPr lang="en-US" altLang="en-US" sz="2000" dirty="0">
                <a:cs typeface="Arial" panose="020B0604020202020204" pitchFamily="34" charset="0"/>
              </a:rPr>
              <a:t>The </a:t>
            </a:r>
            <a:r>
              <a:rPr lang="en-US" altLang="en-US" sz="2000" b="1" dirty="0">
                <a:solidFill>
                  <a:srgbClr val="C00000"/>
                </a:solidFill>
                <a:cs typeface="Arial" panose="020B0604020202020204" pitchFamily="34" charset="0"/>
              </a:rPr>
              <a:t>properties</a:t>
            </a:r>
            <a:r>
              <a:rPr lang="en-US" altLang="en-US" sz="2000" b="1" dirty="0">
                <a:cs typeface="Arial" panose="020B0604020202020204" pitchFamily="34" charset="0"/>
              </a:rPr>
              <a:t> </a:t>
            </a:r>
            <a:r>
              <a:rPr lang="en-US" altLang="en-US" sz="2000" dirty="0">
                <a:cs typeface="Arial" panose="020B0604020202020204" pitchFamily="34" charset="0"/>
              </a:rPr>
              <a:t>of all HTML elements</a:t>
            </a:r>
          </a:p>
          <a:p>
            <a:pPr marL="779463" lvl="1" indent="-285750">
              <a:lnSpc>
                <a:spcPct val="150000"/>
              </a:lnSpc>
              <a:spcBef>
                <a:spcPts val="250"/>
              </a:spcBef>
              <a:buFont typeface="Arial" panose="020B0604020202020204" pitchFamily="34" charset="0"/>
              <a:buChar char="•"/>
            </a:pPr>
            <a:r>
              <a:rPr lang="en-US" altLang="en-US" sz="2000" dirty="0">
                <a:cs typeface="Arial" panose="020B0604020202020204" pitchFamily="34" charset="0"/>
              </a:rPr>
              <a:t>The </a:t>
            </a:r>
            <a:r>
              <a:rPr lang="en-US" altLang="en-US" sz="2000" b="1" dirty="0">
                <a:solidFill>
                  <a:srgbClr val="C00000"/>
                </a:solidFill>
                <a:cs typeface="Arial" panose="020B0604020202020204" pitchFamily="34" charset="0"/>
              </a:rPr>
              <a:t>methods</a:t>
            </a:r>
            <a:r>
              <a:rPr lang="en-US" altLang="en-US" sz="2000" b="1" dirty="0">
                <a:cs typeface="Arial" panose="020B0604020202020204" pitchFamily="34" charset="0"/>
              </a:rPr>
              <a:t> </a:t>
            </a:r>
            <a:r>
              <a:rPr lang="en-US" altLang="en-US" sz="2000" dirty="0">
                <a:cs typeface="Arial" panose="020B0604020202020204" pitchFamily="34" charset="0"/>
              </a:rPr>
              <a:t>to access all HTML elements</a:t>
            </a:r>
          </a:p>
          <a:p>
            <a:pPr marL="779463" lvl="1" indent="-285750">
              <a:lnSpc>
                <a:spcPct val="150000"/>
              </a:lnSpc>
              <a:spcBef>
                <a:spcPts val="250"/>
              </a:spcBef>
              <a:buFont typeface="Arial" panose="020B0604020202020204" pitchFamily="34" charset="0"/>
              <a:buChar char="•"/>
            </a:pPr>
            <a:r>
              <a:rPr lang="en-US" altLang="en-US" sz="2000" dirty="0">
                <a:cs typeface="Arial" panose="020B0604020202020204" pitchFamily="34" charset="0"/>
              </a:rPr>
              <a:t>The </a:t>
            </a:r>
            <a:r>
              <a:rPr lang="en-US" altLang="en-US" sz="2000" b="1" dirty="0">
                <a:solidFill>
                  <a:srgbClr val="C00000"/>
                </a:solidFill>
                <a:cs typeface="Arial" panose="020B0604020202020204" pitchFamily="34" charset="0"/>
              </a:rPr>
              <a:t>events</a:t>
            </a:r>
            <a:r>
              <a:rPr lang="en-US" altLang="en-US" sz="2000" b="1" dirty="0">
                <a:cs typeface="Arial" panose="020B0604020202020204" pitchFamily="34" charset="0"/>
              </a:rPr>
              <a:t> </a:t>
            </a:r>
            <a:r>
              <a:rPr lang="en-US" altLang="en-US" sz="2000" dirty="0">
                <a:cs typeface="Arial" panose="020B0604020202020204" pitchFamily="34" charset="0"/>
              </a:rPr>
              <a:t>for all HTML elements</a:t>
            </a:r>
          </a:p>
          <a:p>
            <a:pPr marL="323850" indent="-285750">
              <a:spcBef>
                <a:spcPts val="250"/>
              </a:spcBef>
              <a:buFont typeface="Arial" panose="020B0604020202020204" pitchFamily="34" charset="0"/>
              <a:buChar char="•"/>
            </a:pPr>
            <a:r>
              <a:rPr lang="en-US" altLang="en-US" dirty="0">
                <a:cs typeface="Arial" panose="020B0604020202020204" pitchFamily="34" charset="0"/>
              </a:rPr>
              <a:t>The HTML DOM provides standards for getting, changing, adding, or deleting HTML elements.</a:t>
            </a:r>
          </a:p>
          <a:p>
            <a:pPr marL="493713" lvl="1" indent="0">
              <a:lnSpc>
                <a:spcPct val="150000"/>
              </a:lnSpc>
              <a:spcBef>
                <a:spcPts val="250"/>
              </a:spcBef>
            </a:pPr>
            <a:endParaRPr lang="en-US" altLang="en-US" sz="1600" dirty="0">
              <a:solidFill>
                <a:srgbClr val="666666"/>
              </a:solidFill>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0D862C-7CC3-B973-E193-064A08FF1143}"/>
              </a:ext>
            </a:extLst>
          </p:cNvPr>
          <p:cNvSpPr txBox="1">
            <a:spLocks noGrp="1"/>
          </p:cNvSpPr>
          <p:nvPr>
            <p:ph type="title"/>
          </p:nvPr>
        </p:nvSpPr>
        <p:spPr>
          <a:xfrm>
            <a:off x="103188" y="342423"/>
            <a:ext cx="8785225" cy="689932"/>
          </a:xfrm>
        </p:spPr>
        <p:txBody>
          <a:bodyPr lIns="0" tIns="12700" rIns="0" bIns="0" rtlCol="0">
            <a:spAutoFit/>
          </a:bodyPr>
          <a:lstStyle/>
          <a:p>
            <a:pPr marL="12700">
              <a:spcBef>
                <a:spcPts val="100"/>
              </a:spcBef>
              <a:defRPr/>
            </a:pPr>
            <a:r>
              <a:rPr spc="335" dirty="0"/>
              <a:t>DOM</a:t>
            </a:r>
            <a:r>
              <a:rPr spc="-245" dirty="0"/>
              <a:t> </a:t>
            </a:r>
            <a:r>
              <a:rPr spc="204" dirty="0"/>
              <a:t>Methods</a:t>
            </a:r>
            <a:endParaRPr dirty="0"/>
          </a:p>
        </p:txBody>
      </p:sp>
      <p:sp>
        <p:nvSpPr>
          <p:cNvPr id="3" name="object 3">
            <a:extLst>
              <a:ext uri="{FF2B5EF4-FFF2-40B4-BE49-F238E27FC236}">
                <a16:creationId xmlns:a16="http://schemas.microsoft.com/office/drawing/2014/main" id="{2D154E48-DEA2-1244-B25A-49A4055B235B}"/>
              </a:ext>
            </a:extLst>
          </p:cNvPr>
          <p:cNvSpPr txBox="1"/>
          <p:nvPr/>
        </p:nvSpPr>
        <p:spPr>
          <a:xfrm>
            <a:off x="491972" y="1564697"/>
            <a:ext cx="8184484" cy="1608133"/>
          </a:xfrm>
          <a:prstGeom prst="rect">
            <a:avLst/>
          </a:prstGeom>
        </p:spPr>
        <p:txBody>
          <a:bodyPr wrap="square" lIns="0" tIns="53340" rIns="0" bIns="0">
            <a:spAutoFit/>
          </a:bodyPr>
          <a:lstStyle>
            <a:lvl1pPr marL="355600" indent="-3429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1pPr>
            <a:lvl2pPr marL="742950" indent="-28575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9pPr>
          </a:lstStyle>
          <a:p>
            <a:pPr marL="298450" indent="-285750" algn="l">
              <a:spcAft>
                <a:spcPts val="600"/>
              </a:spcAft>
              <a:buFont typeface="Arial" panose="020B0604020202020204" pitchFamily="34" charset="0"/>
              <a:buChar char="•"/>
            </a:pPr>
            <a:r>
              <a:rPr lang="en-US" b="0" i="0" dirty="0">
                <a:effectLst/>
                <a:cs typeface="Arial" panose="020B0604020202020204" pitchFamily="34" charset="0"/>
              </a:rPr>
              <a:t>HTML DOM </a:t>
            </a:r>
            <a:r>
              <a:rPr lang="en-US" b="0" i="0" dirty="0">
                <a:solidFill>
                  <a:srgbClr val="C00000"/>
                </a:solidFill>
                <a:effectLst/>
                <a:cs typeface="Arial" panose="020B0604020202020204" pitchFamily="34" charset="0"/>
              </a:rPr>
              <a:t>methods</a:t>
            </a:r>
            <a:r>
              <a:rPr lang="en-US" b="0" i="0" dirty="0">
                <a:effectLst/>
                <a:cs typeface="Arial" panose="020B0604020202020204" pitchFamily="34" charset="0"/>
              </a:rPr>
              <a:t> are actions that can be performed on HTML Elements.</a:t>
            </a:r>
          </a:p>
          <a:p>
            <a:pPr marL="298450" indent="-285750" algn="l">
              <a:spcAft>
                <a:spcPts val="600"/>
              </a:spcAft>
              <a:buFont typeface="Arial" panose="020B0604020202020204" pitchFamily="34" charset="0"/>
              <a:buChar char="•"/>
            </a:pPr>
            <a:r>
              <a:rPr lang="en-US" b="0" i="0" dirty="0">
                <a:effectLst/>
                <a:cs typeface="Arial" panose="020B0604020202020204" pitchFamily="34" charset="0"/>
              </a:rPr>
              <a:t>HTML DOM </a:t>
            </a:r>
            <a:r>
              <a:rPr lang="en-US" b="0" i="0" dirty="0">
                <a:solidFill>
                  <a:srgbClr val="C00000"/>
                </a:solidFill>
                <a:effectLst/>
                <a:cs typeface="Arial" panose="020B0604020202020204" pitchFamily="34" charset="0"/>
              </a:rPr>
              <a:t>properties</a:t>
            </a:r>
            <a:r>
              <a:rPr lang="en-US" b="0" i="0" dirty="0">
                <a:effectLst/>
                <a:cs typeface="Arial" panose="020B0604020202020204" pitchFamily="34" charset="0"/>
              </a:rPr>
              <a:t> are values of HTML Elements that can be set or changed.</a:t>
            </a:r>
          </a:p>
        </p:txBody>
      </p:sp>
      <p:sp>
        <p:nvSpPr>
          <p:cNvPr id="4" name="object 4">
            <a:extLst>
              <a:ext uri="{FF2B5EF4-FFF2-40B4-BE49-F238E27FC236}">
                <a16:creationId xmlns:a16="http://schemas.microsoft.com/office/drawing/2014/main" id="{AA98292C-0B9D-7A0D-6203-5EC3B8C4B3C3}"/>
              </a:ext>
            </a:extLst>
          </p:cNvPr>
          <p:cNvSpPr txBox="1"/>
          <p:nvPr/>
        </p:nvSpPr>
        <p:spPr>
          <a:xfrm>
            <a:off x="491972" y="4941168"/>
            <a:ext cx="7839075" cy="793166"/>
          </a:xfrm>
          <a:prstGeom prst="rect">
            <a:avLst/>
          </a:prstGeom>
        </p:spPr>
        <p:txBody>
          <a:bodyPr lIns="0" tIns="53975" rIns="0" bIns="0">
            <a:spAutoFit/>
          </a:bodyPr>
          <a:lstStyle/>
          <a:p>
            <a:pPr marL="298450" indent="-285750">
              <a:spcBef>
                <a:spcPts val="425"/>
              </a:spcBef>
              <a:spcAft>
                <a:spcPts val="600"/>
              </a:spcAft>
              <a:buFont typeface="Arial" panose="020B0604020202020204" pitchFamily="34" charset="0"/>
              <a:buChar char="•"/>
              <a:tabLst>
                <a:tab pos="354965" algn="l"/>
                <a:tab pos="355600" algn="l"/>
              </a:tabLst>
              <a:defRPr/>
            </a:pPr>
            <a:r>
              <a:rPr spc="-35" dirty="0">
                <a:cs typeface="Arial" panose="020B0604020202020204" pitchFamily="34" charset="0"/>
              </a:rPr>
              <a:t>In</a:t>
            </a:r>
            <a:r>
              <a:rPr spc="-95" dirty="0">
                <a:cs typeface="Arial" panose="020B0604020202020204" pitchFamily="34" charset="0"/>
              </a:rPr>
              <a:t> </a:t>
            </a:r>
            <a:r>
              <a:rPr spc="-50" dirty="0">
                <a:cs typeface="Arial" panose="020B0604020202020204" pitchFamily="34" charset="0"/>
              </a:rPr>
              <a:t>the</a:t>
            </a:r>
            <a:r>
              <a:rPr spc="-90" dirty="0">
                <a:cs typeface="Arial" panose="020B0604020202020204" pitchFamily="34" charset="0"/>
              </a:rPr>
              <a:t> </a:t>
            </a:r>
            <a:r>
              <a:rPr spc="-20" dirty="0">
                <a:cs typeface="Arial" panose="020B0604020202020204" pitchFamily="34" charset="0"/>
              </a:rPr>
              <a:t>example</a:t>
            </a:r>
            <a:r>
              <a:rPr spc="-90" dirty="0">
                <a:cs typeface="Arial" panose="020B0604020202020204" pitchFamily="34" charset="0"/>
              </a:rPr>
              <a:t> </a:t>
            </a:r>
            <a:r>
              <a:rPr spc="-20" dirty="0">
                <a:cs typeface="Arial" panose="020B0604020202020204" pitchFamily="34" charset="0"/>
              </a:rPr>
              <a:t>above,</a:t>
            </a:r>
            <a:r>
              <a:rPr spc="-75" dirty="0">
                <a:cs typeface="Arial" panose="020B0604020202020204" pitchFamily="34" charset="0"/>
              </a:rPr>
              <a:t> </a:t>
            </a:r>
            <a:r>
              <a:rPr b="1" spc="5" dirty="0">
                <a:cs typeface="Arial" panose="020B0604020202020204" pitchFamily="34" charset="0"/>
              </a:rPr>
              <a:t>getElementById</a:t>
            </a:r>
            <a:r>
              <a:rPr b="1" spc="-95" dirty="0">
                <a:cs typeface="Arial" panose="020B0604020202020204" pitchFamily="34" charset="0"/>
              </a:rPr>
              <a:t> </a:t>
            </a:r>
            <a:r>
              <a:rPr dirty="0">
                <a:cs typeface="Arial" panose="020B0604020202020204" pitchFamily="34" charset="0"/>
              </a:rPr>
              <a:t>is</a:t>
            </a:r>
            <a:r>
              <a:rPr spc="-85" dirty="0">
                <a:cs typeface="Arial" panose="020B0604020202020204" pitchFamily="34" charset="0"/>
              </a:rPr>
              <a:t> </a:t>
            </a:r>
            <a:r>
              <a:rPr dirty="0">
                <a:cs typeface="Arial" panose="020B0604020202020204" pitchFamily="34" charset="0"/>
              </a:rPr>
              <a:t>a</a:t>
            </a:r>
            <a:r>
              <a:rPr spc="-70" dirty="0">
                <a:cs typeface="Arial" panose="020B0604020202020204" pitchFamily="34" charset="0"/>
              </a:rPr>
              <a:t> </a:t>
            </a:r>
            <a:r>
              <a:rPr b="1" spc="-45" dirty="0">
                <a:cs typeface="Arial" panose="020B0604020202020204" pitchFamily="34" charset="0"/>
              </a:rPr>
              <a:t>method</a:t>
            </a:r>
            <a:r>
              <a:rPr spc="-45" dirty="0">
                <a:cs typeface="Arial" panose="020B0604020202020204" pitchFamily="34" charset="0"/>
              </a:rPr>
              <a:t>,</a:t>
            </a:r>
            <a:r>
              <a:rPr spc="-90" dirty="0">
                <a:cs typeface="Arial" panose="020B0604020202020204" pitchFamily="34" charset="0"/>
              </a:rPr>
              <a:t> </a:t>
            </a:r>
            <a:r>
              <a:rPr spc="-45" dirty="0">
                <a:cs typeface="Arial" panose="020B0604020202020204" pitchFamily="34" charset="0"/>
              </a:rPr>
              <a:t>while</a:t>
            </a:r>
            <a:r>
              <a:rPr spc="-105" dirty="0">
                <a:cs typeface="Arial" panose="020B0604020202020204" pitchFamily="34" charset="0"/>
              </a:rPr>
              <a:t> </a:t>
            </a:r>
            <a:r>
              <a:rPr b="1" dirty="0">
                <a:cs typeface="Arial" panose="020B0604020202020204" pitchFamily="34" charset="0"/>
              </a:rPr>
              <a:t>innerHTML</a:t>
            </a:r>
            <a:r>
              <a:rPr b="1" spc="-65" dirty="0">
                <a:cs typeface="Arial" panose="020B0604020202020204" pitchFamily="34" charset="0"/>
              </a:rPr>
              <a:t> </a:t>
            </a:r>
            <a:r>
              <a:rPr dirty="0">
                <a:cs typeface="Arial" panose="020B0604020202020204" pitchFamily="34" charset="0"/>
              </a:rPr>
              <a:t>is</a:t>
            </a:r>
            <a:r>
              <a:rPr spc="-85" dirty="0">
                <a:cs typeface="Arial" panose="020B0604020202020204" pitchFamily="34" charset="0"/>
              </a:rPr>
              <a:t> </a:t>
            </a:r>
            <a:r>
              <a:rPr dirty="0">
                <a:cs typeface="Arial" panose="020B0604020202020204" pitchFamily="34" charset="0"/>
              </a:rPr>
              <a:t>a</a:t>
            </a:r>
            <a:r>
              <a:rPr lang="en-US" dirty="0">
                <a:cs typeface="Arial" panose="020B0604020202020204" pitchFamily="34" charset="0"/>
              </a:rPr>
              <a:t> </a:t>
            </a:r>
            <a:r>
              <a:rPr b="1" spc="-60" dirty="0">
                <a:cs typeface="Arial" panose="020B0604020202020204" pitchFamily="34" charset="0"/>
              </a:rPr>
              <a:t>property</a:t>
            </a:r>
            <a:r>
              <a:rPr spc="-60" dirty="0">
                <a:cs typeface="Arial" panose="020B0604020202020204" pitchFamily="34" charset="0"/>
              </a:rPr>
              <a:t>.</a:t>
            </a:r>
            <a:endParaRPr dirty="0">
              <a:cs typeface="Arial" panose="020B0604020202020204" pitchFamily="34" charset="0"/>
            </a:endParaRPr>
          </a:p>
        </p:txBody>
      </p:sp>
      <p:pic>
        <p:nvPicPr>
          <p:cNvPr id="20486" name="object 5">
            <a:extLst>
              <a:ext uri="{FF2B5EF4-FFF2-40B4-BE49-F238E27FC236}">
                <a16:creationId xmlns:a16="http://schemas.microsoft.com/office/drawing/2014/main" id="{7EF7BCF3-D120-A273-39AA-88AD09F2F6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945" y="3317619"/>
            <a:ext cx="8912551" cy="1310636"/>
          </a:xfrm>
          <a:prstGeom prst="rect">
            <a:avLst/>
          </a:prstGeom>
          <a:ln/>
        </p:spPr>
        <p:style>
          <a:lnRef idx="2">
            <a:schemeClr val="accent2"/>
          </a:lnRef>
          <a:fillRef idx="1">
            <a:schemeClr val="lt1"/>
          </a:fillRef>
          <a:effectRef idx="0">
            <a:schemeClr val="accent2"/>
          </a:effectRef>
          <a:fontRef idx="minor">
            <a:schemeClr val="dk1"/>
          </a:fontRef>
        </p:style>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8E5A452-F870-9D23-7CE9-4E19081127DC}"/>
              </a:ext>
            </a:extLst>
          </p:cNvPr>
          <p:cNvSpPr txBox="1">
            <a:spLocks noGrp="1"/>
          </p:cNvSpPr>
          <p:nvPr>
            <p:ph type="title"/>
          </p:nvPr>
        </p:nvSpPr>
        <p:spPr>
          <a:xfrm>
            <a:off x="103188" y="373200"/>
            <a:ext cx="8785225" cy="628377"/>
          </a:xfrm>
        </p:spPr>
        <p:txBody>
          <a:bodyPr lIns="0" tIns="12700" rIns="0" bIns="0" rtlCol="0">
            <a:spAutoFit/>
          </a:bodyPr>
          <a:lstStyle/>
          <a:p>
            <a:pPr marL="12700" algn="ctr">
              <a:spcBef>
                <a:spcPts val="100"/>
              </a:spcBef>
              <a:defRPr/>
            </a:pPr>
            <a:r>
              <a:rPr sz="4000" spc="225" dirty="0"/>
              <a:t>The</a:t>
            </a:r>
            <a:r>
              <a:rPr sz="4000" spc="-170" dirty="0"/>
              <a:t> </a:t>
            </a:r>
            <a:r>
              <a:rPr sz="4000" spc="484" dirty="0"/>
              <a:t>HTML</a:t>
            </a:r>
            <a:r>
              <a:rPr sz="4000" spc="-165" dirty="0"/>
              <a:t> </a:t>
            </a:r>
            <a:r>
              <a:rPr sz="4000" spc="335" dirty="0"/>
              <a:t>DOM</a:t>
            </a:r>
            <a:r>
              <a:rPr sz="4000" spc="-165" dirty="0"/>
              <a:t> </a:t>
            </a:r>
            <a:r>
              <a:rPr sz="4000" spc="125" dirty="0"/>
              <a:t>Document</a:t>
            </a:r>
            <a:r>
              <a:rPr sz="4000" spc="-175" dirty="0"/>
              <a:t> </a:t>
            </a:r>
            <a:r>
              <a:rPr sz="4000" spc="55" dirty="0"/>
              <a:t>Object</a:t>
            </a:r>
            <a:endParaRPr sz="4000" dirty="0"/>
          </a:p>
        </p:txBody>
      </p:sp>
      <p:sp>
        <p:nvSpPr>
          <p:cNvPr id="3" name="object 3">
            <a:extLst>
              <a:ext uri="{FF2B5EF4-FFF2-40B4-BE49-F238E27FC236}">
                <a16:creationId xmlns:a16="http://schemas.microsoft.com/office/drawing/2014/main" id="{C5226BD1-A669-FAD4-28C8-1CF2CBD871BE}"/>
              </a:ext>
            </a:extLst>
          </p:cNvPr>
          <p:cNvSpPr txBox="1"/>
          <p:nvPr/>
        </p:nvSpPr>
        <p:spPr>
          <a:xfrm>
            <a:off x="5969046" y="2999647"/>
            <a:ext cx="3067450" cy="258404"/>
          </a:xfrm>
          <a:prstGeom prst="rect">
            <a:avLst/>
          </a:prstGeom>
        </p:spPr>
        <p:txBody>
          <a:bodyPr wrap="square" lIns="0" tIns="12065" rIns="0" bIns="0">
            <a:spAutoFit/>
          </a:bodyPr>
          <a:lstStyle/>
          <a:p>
            <a:pPr marL="12700">
              <a:spcBef>
                <a:spcPts val="95"/>
              </a:spcBef>
              <a:defRPr/>
            </a:pPr>
            <a:r>
              <a:rPr sz="1600" spc="-10" dirty="0">
                <a:solidFill>
                  <a:srgbClr val="666666"/>
                </a:solidFill>
                <a:cs typeface="Arial" panose="020B0604020202020204" pitchFamily="34" charset="0"/>
              </a:rPr>
              <a:t>Find</a:t>
            </a:r>
            <a:r>
              <a:rPr sz="1600" spc="-60" dirty="0">
                <a:solidFill>
                  <a:srgbClr val="666666"/>
                </a:solidFill>
                <a:cs typeface="Arial" panose="020B0604020202020204" pitchFamily="34" charset="0"/>
              </a:rPr>
              <a:t> </a:t>
            </a:r>
            <a:r>
              <a:rPr sz="1600" dirty="0">
                <a:solidFill>
                  <a:srgbClr val="666666"/>
                </a:solidFill>
                <a:cs typeface="Arial" panose="020B0604020202020204" pitchFamily="34" charset="0"/>
              </a:rPr>
              <a:t>an</a:t>
            </a:r>
            <a:r>
              <a:rPr sz="1600" spc="-85" dirty="0">
                <a:solidFill>
                  <a:srgbClr val="666666"/>
                </a:solidFill>
                <a:cs typeface="Arial" panose="020B0604020202020204" pitchFamily="34" charset="0"/>
              </a:rPr>
              <a:t> </a:t>
            </a:r>
            <a:r>
              <a:rPr sz="1600" spc="-35" dirty="0">
                <a:solidFill>
                  <a:srgbClr val="666666"/>
                </a:solidFill>
                <a:cs typeface="Arial" panose="020B0604020202020204" pitchFamily="34" charset="0"/>
              </a:rPr>
              <a:t>element</a:t>
            </a:r>
            <a:r>
              <a:rPr sz="1600" spc="-65" dirty="0">
                <a:solidFill>
                  <a:srgbClr val="666666"/>
                </a:solidFill>
                <a:cs typeface="Arial" panose="020B0604020202020204" pitchFamily="34" charset="0"/>
              </a:rPr>
              <a:t> </a:t>
            </a:r>
            <a:r>
              <a:rPr sz="1600" dirty="0">
                <a:solidFill>
                  <a:srgbClr val="666666"/>
                </a:solidFill>
                <a:cs typeface="Arial" panose="020B0604020202020204" pitchFamily="34" charset="0"/>
              </a:rPr>
              <a:t>by</a:t>
            </a:r>
            <a:r>
              <a:rPr sz="1600" spc="-60" dirty="0">
                <a:solidFill>
                  <a:srgbClr val="666666"/>
                </a:solidFill>
                <a:cs typeface="Arial" panose="020B0604020202020204" pitchFamily="34" charset="0"/>
              </a:rPr>
              <a:t> </a:t>
            </a:r>
            <a:r>
              <a:rPr sz="1600" spc="-35" dirty="0">
                <a:solidFill>
                  <a:srgbClr val="666666"/>
                </a:solidFill>
                <a:cs typeface="Arial" panose="020B0604020202020204" pitchFamily="34" charset="0"/>
              </a:rPr>
              <a:t>element</a:t>
            </a:r>
            <a:r>
              <a:rPr sz="1600" spc="-55" dirty="0">
                <a:solidFill>
                  <a:srgbClr val="666666"/>
                </a:solidFill>
                <a:cs typeface="Arial" panose="020B0604020202020204" pitchFamily="34" charset="0"/>
              </a:rPr>
              <a:t> </a:t>
            </a:r>
            <a:r>
              <a:rPr sz="1600" spc="-40" dirty="0">
                <a:solidFill>
                  <a:srgbClr val="666666"/>
                </a:solidFill>
                <a:cs typeface="Arial" panose="020B0604020202020204" pitchFamily="34" charset="0"/>
              </a:rPr>
              <a:t>id</a:t>
            </a:r>
            <a:endParaRPr sz="1600" dirty="0">
              <a:cs typeface="Arial" panose="020B0604020202020204" pitchFamily="34" charset="0"/>
            </a:endParaRPr>
          </a:p>
        </p:txBody>
      </p:sp>
      <p:sp>
        <p:nvSpPr>
          <p:cNvPr id="4" name="object 4">
            <a:extLst>
              <a:ext uri="{FF2B5EF4-FFF2-40B4-BE49-F238E27FC236}">
                <a16:creationId xmlns:a16="http://schemas.microsoft.com/office/drawing/2014/main" id="{2896D8D7-54FD-CA5C-B02B-5B57220F7236}"/>
              </a:ext>
            </a:extLst>
          </p:cNvPr>
          <p:cNvSpPr txBox="1"/>
          <p:nvPr/>
        </p:nvSpPr>
        <p:spPr>
          <a:xfrm>
            <a:off x="103188" y="2741148"/>
            <a:ext cx="8785225" cy="2928366"/>
          </a:xfrm>
          <a:prstGeom prst="rect">
            <a:avLst/>
          </a:prstGeom>
        </p:spPr>
        <p:style>
          <a:lnRef idx="2">
            <a:schemeClr val="accent2"/>
          </a:lnRef>
          <a:fillRef idx="1">
            <a:schemeClr val="lt1"/>
          </a:fillRef>
          <a:effectRef idx="0">
            <a:schemeClr val="accent2"/>
          </a:effectRef>
          <a:fontRef idx="minor">
            <a:schemeClr val="dk1"/>
          </a:fontRef>
        </p:style>
        <p:txBody>
          <a:bodyPr wrap="square" lIns="0" tIns="12065" rIns="0" bIns="0">
            <a:spAutoFit/>
          </a:bodyPr>
          <a:lstStyle/>
          <a:p>
            <a:pPr marL="12700">
              <a:spcBef>
                <a:spcPts val="95"/>
              </a:spcBef>
              <a:buSzPct val="112500"/>
              <a:tabLst>
                <a:tab pos="354965" algn="l"/>
                <a:tab pos="355600" algn="l"/>
              </a:tabLst>
              <a:defRPr/>
            </a:pPr>
            <a:r>
              <a:rPr lang="en-US" sz="1600" b="1" dirty="0">
                <a:cs typeface="Arial" panose="020B0604020202020204" pitchFamily="34" charset="0"/>
              </a:rPr>
              <a:t>				</a:t>
            </a:r>
          </a:p>
          <a:p>
            <a:pPr marL="12700">
              <a:spcBef>
                <a:spcPts val="95"/>
              </a:spcBef>
              <a:buSzPct val="112500"/>
              <a:tabLst>
                <a:tab pos="354965" algn="l"/>
                <a:tab pos="355600" algn="l"/>
              </a:tabLst>
              <a:defRPr/>
            </a:pPr>
            <a:r>
              <a:rPr lang="en-GB" sz="1600" b="1" dirty="0">
                <a:cs typeface="Arial" panose="020B0604020202020204" pitchFamily="34" charset="0"/>
              </a:rPr>
              <a:t>				</a:t>
            </a:r>
            <a:r>
              <a:rPr sz="1600" b="1" dirty="0">
                <a:cs typeface="Arial" panose="020B0604020202020204" pitchFamily="34" charset="0"/>
              </a:rPr>
              <a:t>Finding</a:t>
            </a:r>
            <a:r>
              <a:rPr sz="1600" b="1" spc="-55" dirty="0">
                <a:cs typeface="Arial" panose="020B0604020202020204" pitchFamily="34" charset="0"/>
              </a:rPr>
              <a:t> </a:t>
            </a:r>
            <a:r>
              <a:rPr sz="1600" b="1" spc="55" dirty="0">
                <a:cs typeface="Arial" panose="020B0604020202020204" pitchFamily="34" charset="0"/>
              </a:rPr>
              <a:t>HTML</a:t>
            </a:r>
            <a:r>
              <a:rPr sz="1600" b="1" spc="-100" dirty="0">
                <a:cs typeface="Arial" panose="020B0604020202020204" pitchFamily="34" charset="0"/>
              </a:rPr>
              <a:t> </a:t>
            </a:r>
            <a:r>
              <a:rPr sz="1600" b="1" spc="-25" dirty="0">
                <a:cs typeface="Arial" panose="020B0604020202020204" pitchFamily="34" charset="0"/>
              </a:rPr>
              <a:t>Elements:</a:t>
            </a:r>
            <a:endParaRPr sz="1600" b="1" dirty="0">
              <a:cs typeface="Arial" panose="020B0604020202020204" pitchFamily="34" charset="0"/>
            </a:endParaRPr>
          </a:p>
          <a:p>
            <a:pPr marL="355600" indent="-342900">
              <a:spcBef>
                <a:spcPts val="5"/>
              </a:spcBef>
              <a:buClr>
                <a:srgbClr val="666666"/>
              </a:buClr>
              <a:buSzPct val="112500"/>
              <a:buFont typeface="Trebuchet MS"/>
              <a:buChar char="●"/>
              <a:tabLst>
                <a:tab pos="354965" algn="l"/>
                <a:tab pos="355600" algn="l"/>
              </a:tabLst>
              <a:defRPr/>
            </a:pPr>
            <a:r>
              <a:rPr sz="1800" b="1" spc="-15" dirty="0">
                <a:solidFill>
                  <a:srgbClr val="0000FF"/>
                </a:solidFill>
                <a:cs typeface="Arial" panose="020B0604020202020204" pitchFamily="34" charset="0"/>
              </a:rPr>
              <a:t>document</a:t>
            </a:r>
            <a:r>
              <a:rPr sz="1800" b="1" spc="-15" dirty="0">
                <a:solidFill>
                  <a:srgbClr val="666666"/>
                </a:solidFill>
                <a:cs typeface="Arial" panose="020B0604020202020204" pitchFamily="34" charset="0"/>
              </a:rPr>
              <a:t>.</a:t>
            </a:r>
            <a:r>
              <a:rPr sz="1800" b="1" spc="-15" dirty="0">
                <a:solidFill>
                  <a:srgbClr val="CC0000"/>
                </a:solidFill>
                <a:cs typeface="Arial" panose="020B0604020202020204" pitchFamily="34" charset="0"/>
              </a:rPr>
              <a:t>getElementById</a:t>
            </a:r>
            <a:r>
              <a:rPr sz="1800" b="1" spc="-15" dirty="0">
                <a:solidFill>
                  <a:srgbClr val="666666"/>
                </a:solidFill>
                <a:cs typeface="Arial" panose="020B0604020202020204" pitchFamily="34" charset="0"/>
              </a:rPr>
              <a:t>(</a:t>
            </a:r>
            <a:r>
              <a:rPr sz="1800" b="1" spc="-15" dirty="0">
                <a:solidFill>
                  <a:srgbClr val="FF9900"/>
                </a:solidFill>
                <a:cs typeface="Arial" panose="020B0604020202020204" pitchFamily="34" charset="0"/>
              </a:rPr>
              <a:t>id</a:t>
            </a:r>
            <a:r>
              <a:rPr sz="1800" b="1" spc="-15" dirty="0">
                <a:solidFill>
                  <a:srgbClr val="666666"/>
                </a:solidFill>
                <a:cs typeface="Arial" panose="020B0604020202020204" pitchFamily="34" charset="0"/>
              </a:rPr>
              <a:t>)</a:t>
            </a:r>
            <a:r>
              <a:rPr lang="en-US" sz="1800" b="1" spc="-15" dirty="0">
                <a:solidFill>
                  <a:srgbClr val="666666"/>
                </a:solidFill>
                <a:cs typeface="Arial" panose="020B0604020202020204" pitchFamily="34" charset="0"/>
              </a:rPr>
              <a:t>                                        </a:t>
            </a:r>
            <a:endParaRPr sz="1800" dirty="0">
              <a:cs typeface="Arial" panose="020B0604020202020204" pitchFamily="34" charset="0"/>
            </a:endParaRPr>
          </a:p>
          <a:p>
            <a:pPr marL="355600" indent="-342900">
              <a:buClr>
                <a:srgbClr val="666666"/>
              </a:buClr>
              <a:buSzPct val="112500"/>
              <a:buFont typeface="Trebuchet MS"/>
              <a:buChar char="●"/>
              <a:tabLst>
                <a:tab pos="354965" algn="l"/>
                <a:tab pos="355600" algn="l"/>
                <a:tab pos="4584700" algn="l"/>
              </a:tabLst>
              <a:defRPr/>
            </a:pPr>
            <a:r>
              <a:rPr sz="1800" b="1" spc="10" dirty="0">
                <a:solidFill>
                  <a:srgbClr val="0000FF"/>
                </a:solidFill>
                <a:cs typeface="Arial" panose="020B0604020202020204" pitchFamily="34" charset="0"/>
              </a:rPr>
              <a:t>d</a:t>
            </a:r>
            <a:r>
              <a:rPr sz="1800" b="1" spc="-5" dirty="0">
                <a:solidFill>
                  <a:srgbClr val="0000FF"/>
                </a:solidFill>
                <a:cs typeface="Arial" panose="020B0604020202020204" pitchFamily="34" charset="0"/>
              </a:rPr>
              <a:t>o</a:t>
            </a:r>
            <a:r>
              <a:rPr sz="1800" b="1" spc="-25" dirty="0">
                <a:solidFill>
                  <a:srgbClr val="0000FF"/>
                </a:solidFill>
                <a:cs typeface="Arial" panose="020B0604020202020204" pitchFamily="34" charset="0"/>
              </a:rPr>
              <a:t>c</a:t>
            </a:r>
            <a:r>
              <a:rPr sz="1800" b="1" spc="-15" dirty="0">
                <a:solidFill>
                  <a:srgbClr val="0000FF"/>
                </a:solidFill>
                <a:cs typeface="Arial" panose="020B0604020202020204" pitchFamily="34" charset="0"/>
              </a:rPr>
              <a:t>u</a:t>
            </a:r>
            <a:r>
              <a:rPr sz="1800" b="1" spc="25" dirty="0">
                <a:solidFill>
                  <a:srgbClr val="0000FF"/>
                </a:solidFill>
                <a:cs typeface="Arial" panose="020B0604020202020204" pitchFamily="34" charset="0"/>
              </a:rPr>
              <a:t>m</a:t>
            </a:r>
            <a:r>
              <a:rPr sz="1800" b="1" spc="-35" dirty="0">
                <a:solidFill>
                  <a:srgbClr val="0000FF"/>
                </a:solidFill>
                <a:cs typeface="Arial" panose="020B0604020202020204" pitchFamily="34" charset="0"/>
              </a:rPr>
              <a:t>e</a:t>
            </a:r>
            <a:r>
              <a:rPr sz="1800" b="1" spc="-15" dirty="0">
                <a:solidFill>
                  <a:srgbClr val="0000FF"/>
                </a:solidFill>
                <a:cs typeface="Arial" panose="020B0604020202020204" pitchFamily="34" charset="0"/>
              </a:rPr>
              <a:t>n</a:t>
            </a:r>
            <a:r>
              <a:rPr sz="1800" b="1" spc="-55" dirty="0">
                <a:solidFill>
                  <a:srgbClr val="0000FF"/>
                </a:solidFill>
                <a:cs typeface="Arial" panose="020B0604020202020204" pitchFamily="34" charset="0"/>
              </a:rPr>
              <a:t>t</a:t>
            </a:r>
            <a:r>
              <a:rPr sz="1800" b="1" spc="-160" dirty="0">
                <a:solidFill>
                  <a:srgbClr val="666666"/>
                </a:solidFill>
                <a:cs typeface="Arial" panose="020B0604020202020204" pitchFamily="34" charset="0"/>
              </a:rPr>
              <a:t>.</a:t>
            </a:r>
            <a:r>
              <a:rPr sz="1800" b="1" spc="140" dirty="0">
                <a:solidFill>
                  <a:srgbClr val="CC0000"/>
                </a:solidFill>
                <a:cs typeface="Arial" panose="020B0604020202020204" pitchFamily="34" charset="0"/>
              </a:rPr>
              <a:t>g</a:t>
            </a:r>
            <a:r>
              <a:rPr sz="1800" b="1" spc="-35" dirty="0">
                <a:solidFill>
                  <a:srgbClr val="CC0000"/>
                </a:solidFill>
                <a:cs typeface="Arial" panose="020B0604020202020204" pitchFamily="34" charset="0"/>
              </a:rPr>
              <a:t>e</a:t>
            </a:r>
            <a:r>
              <a:rPr sz="1800" b="1" spc="-30" dirty="0">
                <a:solidFill>
                  <a:srgbClr val="CC0000"/>
                </a:solidFill>
                <a:cs typeface="Arial" panose="020B0604020202020204" pitchFamily="34" charset="0"/>
              </a:rPr>
              <a:t>tEle</a:t>
            </a:r>
            <a:r>
              <a:rPr sz="1800" b="1" spc="25" dirty="0">
                <a:solidFill>
                  <a:srgbClr val="CC0000"/>
                </a:solidFill>
                <a:cs typeface="Arial" panose="020B0604020202020204" pitchFamily="34" charset="0"/>
              </a:rPr>
              <a:t>m</a:t>
            </a:r>
            <a:r>
              <a:rPr sz="1800" b="1" spc="-35" dirty="0">
                <a:solidFill>
                  <a:srgbClr val="CC0000"/>
                </a:solidFill>
                <a:cs typeface="Arial" panose="020B0604020202020204" pitchFamily="34" charset="0"/>
              </a:rPr>
              <a:t>e</a:t>
            </a:r>
            <a:r>
              <a:rPr sz="1800" b="1" spc="-10" dirty="0">
                <a:solidFill>
                  <a:srgbClr val="CC0000"/>
                </a:solidFill>
                <a:cs typeface="Arial" panose="020B0604020202020204" pitchFamily="34" charset="0"/>
              </a:rPr>
              <a:t>n</a:t>
            </a:r>
            <a:r>
              <a:rPr sz="1800" b="1" spc="10" dirty="0">
                <a:solidFill>
                  <a:srgbClr val="CC0000"/>
                </a:solidFill>
                <a:cs typeface="Arial" panose="020B0604020202020204" pitchFamily="34" charset="0"/>
              </a:rPr>
              <a:t>t</a:t>
            </a:r>
            <a:r>
              <a:rPr sz="1800" b="1" spc="20" dirty="0">
                <a:solidFill>
                  <a:srgbClr val="CC0000"/>
                </a:solidFill>
                <a:cs typeface="Arial" panose="020B0604020202020204" pitchFamily="34" charset="0"/>
              </a:rPr>
              <a:t>s</a:t>
            </a:r>
            <a:r>
              <a:rPr sz="1800" b="1" spc="135" dirty="0">
                <a:solidFill>
                  <a:srgbClr val="CC0000"/>
                </a:solidFill>
                <a:cs typeface="Arial" panose="020B0604020202020204" pitchFamily="34" charset="0"/>
              </a:rPr>
              <a:t>B</a:t>
            </a:r>
            <a:r>
              <a:rPr sz="1800" b="1" spc="-20" dirty="0">
                <a:solidFill>
                  <a:srgbClr val="CC0000"/>
                </a:solidFill>
                <a:cs typeface="Arial" panose="020B0604020202020204" pitchFamily="34" charset="0"/>
              </a:rPr>
              <a:t>y</a:t>
            </a:r>
            <a:r>
              <a:rPr sz="1800" b="1" spc="-10" dirty="0">
                <a:solidFill>
                  <a:srgbClr val="CC0000"/>
                </a:solidFill>
                <a:cs typeface="Arial" panose="020B0604020202020204" pitchFamily="34" charset="0"/>
              </a:rPr>
              <a:t>T</a:t>
            </a:r>
            <a:r>
              <a:rPr sz="1800" b="1" spc="-25" dirty="0">
                <a:solidFill>
                  <a:srgbClr val="CC0000"/>
                </a:solidFill>
                <a:cs typeface="Arial" panose="020B0604020202020204" pitchFamily="34" charset="0"/>
              </a:rPr>
              <a:t>a</a:t>
            </a:r>
            <a:r>
              <a:rPr sz="1800" b="1" spc="140" dirty="0">
                <a:solidFill>
                  <a:srgbClr val="CC0000"/>
                </a:solidFill>
                <a:cs typeface="Arial" panose="020B0604020202020204" pitchFamily="34" charset="0"/>
              </a:rPr>
              <a:t>g</a:t>
            </a:r>
            <a:r>
              <a:rPr sz="1800" b="1" spc="114" dirty="0">
                <a:solidFill>
                  <a:srgbClr val="CC0000"/>
                </a:solidFill>
                <a:cs typeface="Arial" panose="020B0604020202020204" pitchFamily="34" charset="0"/>
              </a:rPr>
              <a:t>N</a:t>
            </a:r>
            <a:r>
              <a:rPr sz="1800" b="1" spc="10" dirty="0">
                <a:solidFill>
                  <a:srgbClr val="CC0000"/>
                </a:solidFill>
                <a:cs typeface="Arial" panose="020B0604020202020204" pitchFamily="34" charset="0"/>
              </a:rPr>
              <a:t>a</a:t>
            </a:r>
            <a:r>
              <a:rPr sz="1800" b="1" spc="25" dirty="0">
                <a:solidFill>
                  <a:srgbClr val="CC0000"/>
                </a:solidFill>
                <a:cs typeface="Arial" panose="020B0604020202020204" pitchFamily="34" charset="0"/>
              </a:rPr>
              <a:t>m</a:t>
            </a:r>
            <a:r>
              <a:rPr sz="1800" b="1" spc="-55" dirty="0">
                <a:solidFill>
                  <a:srgbClr val="CC0000"/>
                </a:solidFill>
                <a:cs typeface="Arial" panose="020B0604020202020204" pitchFamily="34" charset="0"/>
              </a:rPr>
              <a:t>e</a:t>
            </a:r>
            <a:r>
              <a:rPr sz="1800" b="1" spc="-75" dirty="0">
                <a:solidFill>
                  <a:srgbClr val="666666"/>
                </a:solidFill>
                <a:cs typeface="Arial" panose="020B0604020202020204" pitchFamily="34" charset="0"/>
              </a:rPr>
              <a:t>(</a:t>
            </a:r>
            <a:r>
              <a:rPr sz="1800" b="1" spc="-135" dirty="0">
                <a:solidFill>
                  <a:srgbClr val="FF9900"/>
                </a:solidFill>
                <a:cs typeface="Arial" panose="020B0604020202020204" pitchFamily="34" charset="0"/>
              </a:rPr>
              <a:t>&lt;</a:t>
            </a:r>
            <a:r>
              <a:rPr sz="1800" b="1" spc="-50" dirty="0">
                <a:solidFill>
                  <a:srgbClr val="FF9900"/>
                </a:solidFill>
                <a:cs typeface="Arial" panose="020B0604020202020204" pitchFamily="34" charset="0"/>
              </a:rPr>
              <a:t>l</a:t>
            </a:r>
            <a:r>
              <a:rPr sz="1800" b="1" spc="-65" dirty="0">
                <a:solidFill>
                  <a:srgbClr val="FF9900"/>
                </a:solidFill>
                <a:cs typeface="Arial" panose="020B0604020202020204" pitchFamily="34" charset="0"/>
              </a:rPr>
              <a:t>i</a:t>
            </a:r>
            <a:r>
              <a:rPr sz="1800" b="1" spc="-140" dirty="0">
                <a:solidFill>
                  <a:srgbClr val="FF9900"/>
                </a:solidFill>
                <a:cs typeface="Arial" panose="020B0604020202020204" pitchFamily="34" charset="0"/>
              </a:rPr>
              <a:t>&gt;</a:t>
            </a:r>
            <a:r>
              <a:rPr sz="1800" b="1" spc="-75" dirty="0">
                <a:solidFill>
                  <a:srgbClr val="666666"/>
                </a:solidFill>
                <a:cs typeface="Arial" panose="020B0604020202020204" pitchFamily="34" charset="0"/>
              </a:rPr>
              <a:t>)</a:t>
            </a:r>
            <a:r>
              <a:rPr sz="1800" b="1" dirty="0">
                <a:solidFill>
                  <a:srgbClr val="666666"/>
                </a:solidFill>
                <a:cs typeface="Arial" panose="020B0604020202020204" pitchFamily="34" charset="0"/>
              </a:rPr>
              <a:t>	</a:t>
            </a:r>
            <a:r>
              <a:rPr lang="en-US" sz="1800" b="1" dirty="0">
                <a:solidFill>
                  <a:srgbClr val="666666"/>
                </a:solidFill>
                <a:cs typeface="Arial" panose="020B0604020202020204" pitchFamily="34" charset="0"/>
              </a:rPr>
              <a:t>     </a:t>
            </a:r>
            <a:r>
              <a:rPr sz="1800" spc="-10" dirty="0">
                <a:solidFill>
                  <a:srgbClr val="666666"/>
                </a:solidFill>
                <a:cs typeface="Arial" panose="020B0604020202020204" pitchFamily="34" charset="0"/>
              </a:rPr>
              <a:t>Find</a:t>
            </a:r>
            <a:r>
              <a:rPr sz="1800" spc="-50" dirty="0">
                <a:solidFill>
                  <a:srgbClr val="666666"/>
                </a:solidFill>
                <a:cs typeface="Arial" panose="020B0604020202020204" pitchFamily="34" charset="0"/>
              </a:rPr>
              <a:t> </a:t>
            </a:r>
            <a:r>
              <a:rPr sz="1800" spc="-35" dirty="0">
                <a:solidFill>
                  <a:srgbClr val="666666"/>
                </a:solidFill>
                <a:cs typeface="Arial" panose="020B0604020202020204" pitchFamily="34" charset="0"/>
              </a:rPr>
              <a:t>elemen</a:t>
            </a:r>
            <a:r>
              <a:rPr sz="1800" spc="-30" dirty="0">
                <a:solidFill>
                  <a:srgbClr val="666666"/>
                </a:solidFill>
                <a:cs typeface="Arial" panose="020B0604020202020204" pitchFamily="34" charset="0"/>
              </a:rPr>
              <a:t>t</a:t>
            </a:r>
            <a:r>
              <a:rPr sz="1800" b="1" spc="80" dirty="0">
                <a:solidFill>
                  <a:srgbClr val="666666"/>
                </a:solidFill>
                <a:cs typeface="Arial" panose="020B0604020202020204" pitchFamily="34" charset="0"/>
              </a:rPr>
              <a:t>s</a:t>
            </a:r>
            <a:r>
              <a:rPr sz="1800" b="1" spc="-45" dirty="0">
                <a:solidFill>
                  <a:srgbClr val="666666"/>
                </a:solidFill>
                <a:cs typeface="Arial" panose="020B0604020202020204" pitchFamily="34" charset="0"/>
              </a:rPr>
              <a:t> </a:t>
            </a:r>
            <a:r>
              <a:rPr sz="1800" spc="15" dirty="0">
                <a:solidFill>
                  <a:srgbClr val="666666"/>
                </a:solidFill>
                <a:cs typeface="Arial" panose="020B0604020202020204" pitchFamily="34" charset="0"/>
              </a:rPr>
              <a:t>b</a:t>
            </a:r>
            <a:r>
              <a:rPr sz="1800" spc="-10" dirty="0">
                <a:solidFill>
                  <a:srgbClr val="666666"/>
                </a:solidFill>
                <a:cs typeface="Arial" panose="020B0604020202020204" pitchFamily="34" charset="0"/>
              </a:rPr>
              <a:t>y</a:t>
            </a:r>
            <a:r>
              <a:rPr sz="1800" spc="-55" dirty="0">
                <a:solidFill>
                  <a:srgbClr val="666666"/>
                </a:solidFill>
                <a:cs typeface="Arial" panose="020B0604020202020204" pitchFamily="34" charset="0"/>
              </a:rPr>
              <a:t> </a:t>
            </a:r>
            <a:r>
              <a:rPr sz="1800" spc="-20" dirty="0">
                <a:solidFill>
                  <a:srgbClr val="666666"/>
                </a:solidFill>
                <a:cs typeface="Arial" panose="020B0604020202020204" pitchFamily="34" charset="0"/>
              </a:rPr>
              <a:t>tag</a:t>
            </a:r>
            <a:r>
              <a:rPr sz="1800" spc="-75" dirty="0">
                <a:solidFill>
                  <a:srgbClr val="666666"/>
                </a:solidFill>
                <a:cs typeface="Arial" panose="020B0604020202020204" pitchFamily="34" charset="0"/>
              </a:rPr>
              <a:t> </a:t>
            </a:r>
            <a:r>
              <a:rPr sz="1800" spc="-10" dirty="0">
                <a:solidFill>
                  <a:srgbClr val="666666"/>
                </a:solidFill>
                <a:cs typeface="Arial" panose="020B0604020202020204" pitchFamily="34" charset="0"/>
              </a:rPr>
              <a:t>na</a:t>
            </a:r>
            <a:r>
              <a:rPr sz="1800" spc="-25" dirty="0">
                <a:solidFill>
                  <a:srgbClr val="666666"/>
                </a:solidFill>
                <a:cs typeface="Arial" panose="020B0604020202020204" pitchFamily="34" charset="0"/>
              </a:rPr>
              <a:t>m</a:t>
            </a:r>
            <a:r>
              <a:rPr sz="1800" spc="25" dirty="0">
                <a:solidFill>
                  <a:srgbClr val="666666"/>
                </a:solidFill>
                <a:cs typeface="Arial" panose="020B0604020202020204" pitchFamily="34" charset="0"/>
              </a:rPr>
              <a:t>e</a:t>
            </a:r>
            <a:endParaRPr sz="1800" dirty="0">
              <a:cs typeface="Arial" panose="020B0604020202020204" pitchFamily="34" charset="0"/>
            </a:endParaRPr>
          </a:p>
          <a:p>
            <a:pPr marL="355600" indent="-342900">
              <a:buClr>
                <a:srgbClr val="666666"/>
              </a:buClr>
              <a:buSzPct val="112500"/>
              <a:buFont typeface="Trebuchet MS"/>
              <a:buChar char="●"/>
              <a:tabLst>
                <a:tab pos="354965" algn="l"/>
                <a:tab pos="355600" algn="l"/>
                <a:tab pos="5499100" algn="l"/>
              </a:tabLst>
              <a:defRPr/>
            </a:pPr>
            <a:r>
              <a:rPr sz="1800" b="1" spc="10" dirty="0" err="1">
                <a:solidFill>
                  <a:srgbClr val="0000FF"/>
                </a:solidFill>
                <a:cs typeface="Arial" panose="020B0604020202020204" pitchFamily="34" charset="0"/>
              </a:rPr>
              <a:t>d</a:t>
            </a:r>
            <a:r>
              <a:rPr sz="1800" b="1" spc="-5" dirty="0" err="1">
                <a:solidFill>
                  <a:srgbClr val="0000FF"/>
                </a:solidFill>
                <a:cs typeface="Arial" panose="020B0604020202020204" pitchFamily="34" charset="0"/>
              </a:rPr>
              <a:t>o</a:t>
            </a:r>
            <a:r>
              <a:rPr sz="1800" b="1" spc="-25" dirty="0" err="1">
                <a:solidFill>
                  <a:srgbClr val="0000FF"/>
                </a:solidFill>
                <a:cs typeface="Arial" panose="020B0604020202020204" pitchFamily="34" charset="0"/>
              </a:rPr>
              <a:t>c</a:t>
            </a:r>
            <a:r>
              <a:rPr sz="1800" b="1" spc="-15" dirty="0" err="1">
                <a:solidFill>
                  <a:srgbClr val="0000FF"/>
                </a:solidFill>
                <a:cs typeface="Arial" panose="020B0604020202020204" pitchFamily="34" charset="0"/>
              </a:rPr>
              <a:t>u</a:t>
            </a:r>
            <a:r>
              <a:rPr sz="1800" b="1" spc="25" dirty="0" err="1">
                <a:solidFill>
                  <a:srgbClr val="0000FF"/>
                </a:solidFill>
                <a:cs typeface="Arial" panose="020B0604020202020204" pitchFamily="34" charset="0"/>
              </a:rPr>
              <a:t>m</a:t>
            </a:r>
            <a:r>
              <a:rPr sz="1800" b="1" spc="-35" dirty="0" err="1">
                <a:solidFill>
                  <a:srgbClr val="0000FF"/>
                </a:solidFill>
                <a:cs typeface="Arial" panose="020B0604020202020204" pitchFamily="34" charset="0"/>
              </a:rPr>
              <a:t>e</a:t>
            </a:r>
            <a:r>
              <a:rPr sz="1800" b="1" spc="-15" dirty="0" err="1">
                <a:solidFill>
                  <a:srgbClr val="0000FF"/>
                </a:solidFill>
                <a:cs typeface="Arial" panose="020B0604020202020204" pitchFamily="34" charset="0"/>
              </a:rPr>
              <a:t>n</a:t>
            </a:r>
            <a:r>
              <a:rPr sz="1800" b="1" spc="-55" dirty="0" err="1">
                <a:solidFill>
                  <a:srgbClr val="0000FF"/>
                </a:solidFill>
                <a:cs typeface="Arial" panose="020B0604020202020204" pitchFamily="34" charset="0"/>
              </a:rPr>
              <a:t>t</a:t>
            </a:r>
            <a:r>
              <a:rPr sz="1800" b="1" spc="-160" dirty="0" err="1">
                <a:solidFill>
                  <a:srgbClr val="666666"/>
                </a:solidFill>
                <a:cs typeface="Arial" panose="020B0604020202020204" pitchFamily="34" charset="0"/>
              </a:rPr>
              <a:t>.</a:t>
            </a:r>
            <a:r>
              <a:rPr sz="1800" b="1" spc="140" dirty="0" err="1">
                <a:solidFill>
                  <a:srgbClr val="CC0000"/>
                </a:solidFill>
                <a:cs typeface="Arial" panose="020B0604020202020204" pitchFamily="34" charset="0"/>
              </a:rPr>
              <a:t>g</a:t>
            </a:r>
            <a:r>
              <a:rPr sz="1800" b="1" spc="-35" dirty="0" err="1">
                <a:solidFill>
                  <a:srgbClr val="CC0000"/>
                </a:solidFill>
                <a:cs typeface="Arial" panose="020B0604020202020204" pitchFamily="34" charset="0"/>
              </a:rPr>
              <a:t>e</a:t>
            </a:r>
            <a:r>
              <a:rPr sz="1800" b="1" spc="-30" dirty="0" err="1">
                <a:solidFill>
                  <a:srgbClr val="CC0000"/>
                </a:solidFill>
                <a:cs typeface="Arial" panose="020B0604020202020204" pitchFamily="34" charset="0"/>
              </a:rPr>
              <a:t>tEle</a:t>
            </a:r>
            <a:r>
              <a:rPr sz="1800" b="1" spc="25" dirty="0" err="1">
                <a:solidFill>
                  <a:srgbClr val="CC0000"/>
                </a:solidFill>
                <a:cs typeface="Arial" panose="020B0604020202020204" pitchFamily="34" charset="0"/>
              </a:rPr>
              <a:t>m</a:t>
            </a:r>
            <a:r>
              <a:rPr sz="1800" b="1" spc="-35" dirty="0" err="1">
                <a:solidFill>
                  <a:srgbClr val="CC0000"/>
                </a:solidFill>
                <a:cs typeface="Arial" panose="020B0604020202020204" pitchFamily="34" charset="0"/>
              </a:rPr>
              <a:t>e</a:t>
            </a:r>
            <a:r>
              <a:rPr sz="1800" b="1" spc="-10" dirty="0" err="1">
                <a:solidFill>
                  <a:srgbClr val="CC0000"/>
                </a:solidFill>
                <a:cs typeface="Arial" panose="020B0604020202020204" pitchFamily="34" charset="0"/>
              </a:rPr>
              <a:t>n</a:t>
            </a:r>
            <a:r>
              <a:rPr sz="1800" b="1" spc="10" dirty="0" err="1">
                <a:solidFill>
                  <a:srgbClr val="CC0000"/>
                </a:solidFill>
                <a:cs typeface="Arial" panose="020B0604020202020204" pitchFamily="34" charset="0"/>
              </a:rPr>
              <a:t>t</a:t>
            </a:r>
            <a:r>
              <a:rPr sz="1800" b="1" spc="20" dirty="0" err="1">
                <a:solidFill>
                  <a:srgbClr val="CC0000"/>
                </a:solidFill>
                <a:cs typeface="Arial" panose="020B0604020202020204" pitchFamily="34" charset="0"/>
              </a:rPr>
              <a:t>s</a:t>
            </a:r>
            <a:r>
              <a:rPr sz="1800" b="1" spc="135" dirty="0" err="1">
                <a:solidFill>
                  <a:srgbClr val="CC0000"/>
                </a:solidFill>
                <a:cs typeface="Arial" panose="020B0604020202020204" pitchFamily="34" charset="0"/>
              </a:rPr>
              <a:t>B</a:t>
            </a:r>
            <a:r>
              <a:rPr sz="1800" b="1" spc="-20" dirty="0" err="1">
                <a:solidFill>
                  <a:srgbClr val="CC0000"/>
                </a:solidFill>
                <a:cs typeface="Arial" panose="020B0604020202020204" pitchFamily="34" charset="0"/>
              </a:rPr>
              <a:t>y</a:t>
            </a:r>
            <a:r>
              <a:rPr sz="1800" b="1" spc="30" dirty="0" err="1">
                <a:solidFill>
                  <a:srgbClr val="CC0000"/>
                </a:solidFill>
                <a:cs typeface="Arial" panose="020B0604020202020204" pitchFamily="34" charset="0"/>
              </a:rPr>
              <a:t>Cl</a:t>
            </a:r>
            <a:r>
              <a:rPr sz="1800" b="1" spc="15" dirty="0" err="1">
                <a:solidFill>
                  <a:srgbClr val="CC0000"/>
                </a:solidFill>
                <a:cs typeface="Arial" panose="020B0604020202020204" pitchFamily="34" charset="0"/>
              </a:rPr>
              <a:t>a</a:t>
            </a:r>
            <a:r>
              <a:rPr sz="1800" b="1" spc="85" dirty="0" err="1">
                <a:solidFill>
                  <a:srgbClr val="CC0000"/>
                </a:solidFill>
                <a:cs typeface="Arial" panose="020B0604020202020204" pitchFamily="34" charset="0"/>
              </a:rPr>
              <a:t>ss</a:t>
            </a:r>
            <a:r>
              <a:rPr sz="1800" b="1" spc="114" dirty="0" err="1">
                <a:solidFill>
                  <a:srgbClr val="CC0000"/>
                </a:solidFill>
                <a:cs typeface="Arial" panose="020B0604020202020204" pitchFamily="34" charset="0"/>
              </a:rPr>
              <a:t>N</a:t>
            </a:r>
            <a:r>
              <a:rPr sz="1800" b="1" spc="10" dirty="0" err="1">
                <a:solidFill>
                  <a:srgbClr val="CC0000"/>
                </a:solidFill>
                <a:cs typeface="Arial" panose="020B0604020202020204" pitchFamily="34" charset="0"/>
              </a:rPr>
              <a:t>a</a:t>
            </a:r>
            <a:r>
              <a:rPr sz="1800" b="1" spc="25" dirty="0" err="1">
                <a:solidFill>
                  <a:srgbClr val="CC0000"/>
                </a:solidFill>
                <a:cs typeface="Arial" panose="020B0604020202020204" pitchFamily="34" charset="0"/>
              </a:rPr>
              <a:t>m</a:t>
            </a:r>
            <a:r>
              <a:rPr sz="1800" b="1" spc="-55" dirty="0" err="1">
                <a:solidFill>
                  <a:srgbClr val="CC0000"/>
                </a:solidFill>
                <a:cs typeface="Arial" panose="020B0604020202020204" pitchFamily="34" charset="0"/>
              </a:rPr>
              <a:t>e</a:t>
            </a:r>
            <a:r>
              <a:rPr sz="1800" b="1" spc="-75" dirty="0">
                <a:solidFill>
                  <a:srgbClr val="666666"/>
                </a:solidFill>
                <a:cs typeface="Arial" panose="020B0604020202020204" pitchFamily="34" charset="0"/>
              </a:rPr>
              <a:t>(</a:t>
            </a:r>
            <a:r>
              <a:rPr sz="1800" b="1" spc="-25" dirty="0" err="1">
                <a:solidFill>
                  <a:srgbClr val="FF9900"/>
                </a:solidFill>
                <a:cs typeface="Arial" panose="020B0604020202020204" pitchFamily="34" charset="0"/>
              </a:rPr>
              <a:t>c</a:t>
            </a:r>
            <a:r>
              <a:rPr sz="1800" b="1" spc="-10" dirty="0" err="1">
                <a:solidFill>
                  <a:srgbClr val="FF9900"/>
                </a:solidFill>
                <a:cs typeface="Arial" panose="020B0604020202020204" pitchFamily="34" charset="0"/>
              </a:rPr>
              <a:t>l</a:t>
            </a:r>
            <a:r>
              <a:rPr sz="1800" b="1" spc="-35" dirty="0" err="1">
                <a:solidFill>
                  <a:srgbClr val="FF9900"/>
                </a:solidFill>
                <a:cs typeface="Arial" panose="020B0604020202020204" pitchFamily="34" charset="0"/>
              </a:rPr>
              <a:t>a</a:t>
            </a:r>
            <a:r>
              <a:rPr sz="1800" b="1" spc="85" dirty="0" err="1">
                <a:solidFill>
                  <a:srgbClr val="FF9900"/>
                </a:solidFill>
                <a:cs typeface="Arial" panose="020B0604020202020204" pitchFamily="34" charset="0"/>
              </a:rPr>
              <a:t>ss</a:t>
            </a:r>
            <a:r>
              <a:rPr sz="1800" b="1" dirty="0" err="1">
                <a:solidFill>
                  <a:srgbClr val="FF9900"/>
                </a:solidFill>
                <a:cs typeface="Arial" panose="020B0604020202020204" pitchFamily="34" charset="0"/>
              </a:rPr>
              <a:t>nam</a:t>
            </a:r>
            <a:r>
              <a:rPr sz="1800" b="1" spc="20" dirty="0" err="1">
                <a:solidFill>
                  <a:srgbClr val="FF9900"/>
                </a:solidFill>
                <a:cs typeface="Arial" panose="020B0604020202020204" pitchFamily="34" charset="0"/>
              </a:rPr>
              <a:t>e</a:t>
            </a:r>
            <a:r>
              <a:rPr lang="en-GB" sz="1800" b="1" spc="-75" dirty="0">
                <a:solidFill>
                  <a:srgbClr val="666666"/>
                </a:solidFill>
                <a:cs typeface="Arial" panose="020B0604020202020204" pitchFamily="34" charset="0"/>
              </a:rPr>
              <a:t>)  </a:t>
            </a:r>
            <a:r>
              <a:rPr sz="1600" spc="-10" dirty="0">
                <a:solidFill>
                  <a:srgbClr val="666666"/>
                </a:solidFill>
                <a:cs typeface="Arial" panose="020B0604020202020204" pitchFamily="34" charset="0"/>
              </a:rPr>
              <a:t>Find</a:t>
            </a:r>
            <a:r>
              <a:rPr sz="1600" spc="-45" dirty="0">
                <a:solidFill>
                  <a:srgbClr val="666666"/>
                </a:solidFill>
                <a:cs typeface="Arial" panose="020B0604020202020204" pitchFamily="34" charset="0"/>
              </a:rPr>
              <a:t> </a:t>
            </a:r>
            <a:r>
              <a:rPr sz="1600" spc="-20" dirty="0">
                <a:solidFill>
                  <a:srgbClr val="666666"/>
                </a:solidFill>
                <a:cs typeface="Arial" panose="020B0604020202020204" pitchFamily="34" charset="0"/>
              </a:rPr>
              <a:t>ele</a:t>
            </a:r>
            <a:r>
              <a:rPr sz="1600" spc="-50" dirty="0">
                <a:solidFill>
                  <a:srgbClr val="666666"/>
                </a:solidFill>
                <a:cs typeface="Arial" panose="020B0604020202020204" pitchFamily="34" charset="0"/>
              </a:rPr>
              <a:t>men</a:t>
            </a:r>
            <a:r>
              <a:rPr sz="1600" spc="-45" dirty="0">
                <a:solidFill>
                  <a:srgbClr val="666666"/>
                </a:solidFill>
                <a:cs typeface="Arial" panose="020B0604020202020204" pitchFamily="34" charset="0"/>
              </a:rPr>
              <a:t>t</a:t>
            </a:r>
            <a:r>
              <a:rPr sz="1600" b="1" spc="80" dirty="0">
                <a:solidFill>
                  <a:srgbClr val="666666"/>
                </a:solidFill>
                <a:cs typeface="Arial" panose="020B0604020202020204" pitchFamily="34" charset="0"/>
              </a:rPr>
              <a:t>s</a:t>
            </a:r>
            <a:r>
              <a:rPr sz="1600" b="1" spc="-45" dirty="0">
                <a:solidFill>
                  <a:srgbClr val="666666"/>
                </a:solidFill>
                <a:cs typeface="Arial" panose="020B0604020202020204" pitchFamily="34" charset="0"/>
              </a:rPr>
              <a:t> </a:t>
            </a:r>
            <a:r>
              <a:rPr sz="1600" spc="15" dirty="0">
                <a:solidFill>
                  <a:srgbClr val="666666"/>
                </a:solidFill>
                <a:cs typeface="Arial" panose="020B0604020202020204" pitchFamily="34" charset="0"/>
              </a:rPr>
              <a:t>b</a:t>
            </a:r>
            <a:r>
              <a:rPr sz="1600" spc="-10" dirty="0">
                <a:solidFill>
                  <a:srgbClr val="666666"/>
                </a:solidFill>
                <a:cs typeface="Arial" panose="020B0604020202020204" pitchFamily="34" charset="0"/>
              </a:rPr>
              <a:t>y</a:t>
            </a:r>
            <a:r>
              <a:rPr sz="1600" spc="-55" dirty="0">
                <a:solidFill>
                  <a:srgbClr val="666666"/>
                </a:solidFill>
                <a:cs typeface="Arial" panose="020B0604020202020204" pitchFamily="34" charset="0"/>
              </a:rPr>
              <a:t> </a:t>
            </a:r>
            <a:r>
              <a:rPr sz="1600" spc="10" dirty="0">
                <a:solidFill>
                  <a:srgbClr val="666666"/>
                </a:solidFill>
                <a:cs typeface="Arial" panose="020B0604020202020204" pitchFamily="34" charset="0"/>
              </a:rPr>
              <a:t>class</a:t>
            </a:r>
            <a:r>
              <a:rPr sz="1600" spc="-65" dirty="0">
                <a:solidFill>
                  <a:srgbClr val="666666"/>
                </a:solidFill>
                <a:cs typeface="Arial" panose="020B0604020202020204" pitchFamily="34" charset="0"/>
              </a:rPr>
              <a:t> </a:t>
            </a:r>
            <a:r>
              <a:rPr sz="1600" spc="-10" dirty="0">
                <a:solidFill>
                  <a:srgbClr val="666666"/>
                </a:solidFill>
                <a:cs typeface="Arial" panose="020B0604020202020204" pitchFamily="34" charset="0"/>
              </a:rPr>
              <a:t>na</a:t>
            </a:r>
            <a:r>
              <a:rPr sz="1600" spc="-25" dirty="0">
                <a:solidFill>
                  <a:srgbClr val="666666"/>
                </a:solidFill>
                <a:cs typeface="Arial" panose="020B0604020202020204" pitchFamily="34" charset="0"/>
              </a:rPr>
              <a:t>m</a:t>
            </a:r>
            <a:r>
              <a:rPr sz="1600" spc="25" dirty="0">
                <a:solidFill>
                  <a:srgbClr val="666666"/>
                </a:solidFill>
                <a:cs typeface="Arial" panose="020B0604020202020204" pitchFamily="34" charset="0"/>
              </a:rPr>
              <a:t>e</a:t>
            </a:r>
            <a:endParaRPr sz="1600" dirty="0">
              <a:cs typeface="Arial" panose="020B0604020202020204" pitchFamily="34" charset="0"/>
            </a:endParaRPr>
          </a:p>
          <a:p>
            <a:pPr marL="12700">
              <a:spcBef>
                <a:spcPts val="1920"/>
              </a:spcBef>
              <a:buSzPct val="112500"/>
              <a:tabLst>
                <a:tab pos="354965" algn="l"/>
                <a:tab pos="355600" algn="l"/>
              </a:tabLst>
              <a:defRPr/>
            </a:pPr>
            <a:r>
              <a:rPr lang="en-US" sz="1600" b="1" spc="40" dirty="0">
                <a:cs typeface="Arial" panose="020B0604020202020204" pitchFamily="34" charset="0"/>
              </a:rPr>
              <a:t>				</a:t>
            </a:r>
            <a:r>
              <a:rPr sz="1600" b="1" spc="40" dirty="0">
                <a:cs typeface="Arial" panose="020B0604020202020204" pitchFamily="34" charset="0"/>
              </a:rPr>
              <a:t>Changing</a:t>
            </a:r>
            <a:r>
              <a:rPr sz="1600" b="1" spc="-20" dirty="0">
                <a:cs typeface="Arial" panose="020B0604020202020204" pitchFamily="34" charset="0"/>
              </a:rPr>
              <a:t> </a:t>
            </a:r>
            <a:r>
              <a:rPr sz="1600" b="1" spc="50" dirty="0">
                <a:cs typeface="Arial" panose="020B0604020202020204" pitchFamily="34" charset="0"/>
              </a:rPr>
              <a:t>HTML</a:t>
            </a:r>
            <a:r>
              <a:rPr sz="1600" b="1" spc="-80" dirty="0">
                <a:cs typeface="Arial" panose="020B0604020202020204" pitchFamily="34" charset="0"/>
              </a:rPr>
              <a:t> </a:t>
            </a:r>
            <a:r>
              <a:rPr sz="1600" b="1" spc="-30" dirty="0">
                <a:cs typeface="Arial" panose="020B0604020202020204" pitchFamily="34" charset="0"/>
              </a:rPr>
              <a:t>Elements:</a:t>
            </a:r>
            <a:endParaRPr lang="en-GB" sz="1600" b="1" spc="-30" dirty="0">
              <a:cs typeface="Arial" panose="020B0604020202020204" pitchFamily="34" charset="0"/>
            </a:endParaRPr>
          </a:p>
          <a:p>
            <a:pPr marL="12700">
              <a:spcBef>
                <a:spcPts val="1920"/>
              </a:spcBef>
              <a:buSzPct val="112500"/>
              <a:tabLst>
                <a:tab pos="354965" algn="l"/>
                <a:tab pos="355600" algn="l"/>
              </a:tabLst>
              <a:defRPr/>
            </a:pPr>
            <a:r>
              <a:rPr lang="en-GB" sz="100" b="1" dirty="0">
                <a:cs typeface="Arial" panose="020B0604020202020204" pitchFamily="34" charset="0"/>
              </a:rPr>
              <a:t>  </a:t>
            </a:r>
            <a:endParaRPr sz="100" b="1" dirty="0">
              <a:cs typeface="Arial" panose="020B0604020202020204" pitchFamily="34" charset="0"/>
            </a:endParaRPr>
          </a:p>
          <a:p>
            <a:pPr marL="355600" indent="-342900">
              <a:buClr>
                <a:srgbClr val="666666"/>
              </a:buClr>
              <a:buSzPct val="112500"/>
              <a:buFont typeface="Trebuchet MS"/>
              <a:buChar char="●"/>
              <a:tabLst>
                <a:tab pos="354965" algn="l"/>
                <a:tab pos="355600" algn="l"/>
              </a:tabLst>
              <a:defRPr/>
            </a:pPr>
            <a:r>
              <a:rPr sz="1800" b="1" spc="-25" dirty="0">
                <a:solidFill>
                  <a:srgbClr val="0000FF"/>
                </a:solidFill>
                <a:cs typeface="Arial" panose="020B0604020202020204" pitchFamily="34" charset="0"/>
              </a:rPr>
              <a:t>element</a:t>
            </a:r>
            <a:r>
              <a:rPr sz="1800" b="1" spc="-25" dirty="0">
                <a:solidFill>
                  <a:srgbClr val="666666"/>
                </a:solidFill>
                <a:cs typeface="Arial" panose="020B0604020202020204" pitchFamily="34" charset="0"/>
              </a:rPr>
              <a:t>.</a:t>
            </a:r>
            <a:r>
              <a:rPr sz="1800" b="1" spc="-25" dirty="0">
                <a:solidFill>
                  <a:srgbClr val="CC0000"/>
                </a:solidFill>
                <a:cs typeface="Arial" panose="020B0604020202020204" pitchFamily="34" charset="0"/>
              </a:rPr>
              <a:t>innerHTML</a:t>
            </a:r>
            <a:endParaRPr sz="1800" dirty="0">
              <a:cs typeface="Arial" panose="020B0604020202020204" pitchFamily="34" charset="0"/>
            </a:endParaRPr>
          </a:p>
          <a:p>
            <a:pPr marL="355600" indent="-342900">
              <a:buClr>
                <a:srgbClr val="666666"/>
              </a:buClr>
              <a:buSzPct val="112500"/>
              <a:buFont typeface="Trebuchet MS"/>
              <a:buChar char="●"/>
              <a:tabLst>
                <a:tab pos="354965" algn="l"/>
                <a:tab pos="355600" algn="l"/>
              </a:tabLst>
              <a:defRPr/>
            </a:pPr>
            <a:r>
              <a:rPr sz="1800" b="1" spc="-35" dirty="0">
                <a:solidFill>
                  <a:srgbClr val="0000FF"/>
                </a:solidFill>
                <a:cs typeface="Arial" panose="020B0604020202020204" pitchFamily="34" charset="0"/>
              </a:rPr>
              <a:t>el</a:t>
            </a:r>
            <a:r>
              <a:rPr sz="1800" b="1" spc="-60" dirty="0">
                <a:solidFill>
                  <a:srgbClr val="0000FF"/>
                </a:solidFill>
                <a:cs typeface="Arial" panose="020B0604020202020204" pitchFamily="34" charset="0"/>
              </a:rPr>
              <a:t>e</a:t>
            </a:r>
            <a:r>
              <a:rPr sz="1800" b="1" spc="25" dirty="0">
                <a:solidFill>
                  <a:srgbClr val="0000FF"/>
                </a:solidFill>
                <a:cs typeface="Arial" panose="020B0604020202020204" pitchFamily="34" charset="0"/>
              </a:rPr>
              <a:t>m</a:t>
            </a:r>
            <a:r>
              <a:rPr sz="1800" b="1" spc="-35" dirty="0">
                <a:solidFill>
                  <a:srgbClr val="0000FF"/>
                </a:solidFill>
                <a:cs typeface="Arial" panose="020B0604020202020204" pitchFamily="34" charset="0"/>
              </a:rPr>
              <a:t>e</a:t>
            </a:r>
            <a:r>
              <a:rPr sz="1800" b="1" spc="-15" dirty="0">
                <a:solidFill>
                  <a:srgbClr val="0000FF"/>
                </a:solidFill>
                <a:cs typeface="Arial" panose="020B0604020202020204" pitchFamily="34" charset="0"/>
              </a:rPr>
              <a:t>n</a:t>
            </a:r>
            <a:r>
              <a:rPr sz="1800" b="1" spc="-55" dirty="0">
                <a:solidFill>
                  <a:srgbClr val="0000FF"/>
                </a:solidFill>
                <a:cs typeface="Arial" panose="020B0604020202020204" pitchFamily="34" charset="0"/>
              </a:rPr>
              <a:t>t</a:t>
            </a:r>
            <a:r>
              <a:rPr sz="1800" b="1" spc="-160" dirty="0">
                <a:solidFill>
                  <a:srgbClr val="666666"/>
                </a:solidFill>
                <a:cs typeface="Arial" panose="020B0604020202020204" pitchFamily="34" charset="0"/>
              </a:rPr>
              <a:t>.</a:t>
            </a:r>
            <a:r>
              <a:rPr sz="1800" b="1" spc="85" dirty="0">
                <a:solidFill>
                  <a:srgbClr val="CC0000"/>
                </a:solidFill>
                <a:cs typeface="Arial" panose="020B0604020202020204" pitchFamily="34" charset="0"/>
              </a:rPr>
              <a:t>s</a:t>
            </a:r>
            <a:r>
              <a:rPr sz="1800" b="1" spc="-35" dirty="0">
                <a:solidFill>
                  <a:srgbClr val="CC0000"/>
                </a:solidFill>
                <a:cs typeface="Arial" panose="020B0604020202020204" pitchFamily="34" charset="0"/>
              </a:rPr>
              <a:t>e</a:t>
            </a:r>
            <a:r>
              <a:rPr sz="1800" b="1" spc="15" dirty="0">
                <a:solidFill>
                  <a:srgbClr val="CC0000"/>
                </a:solidFill>
                <a:cs typeface="Arial" panose="020B0604020202020204" pitchFamily="34" charset="0"/>
              </a:rPr>
              <a:t>t</a:t>
            </a:r>
            <a:r>
              <a:rPr sz="1800" b="1" spc="10" dirty="0">
                <a:solidFill>
                  <a:srgbClr val="CC0000"/>
                </a:solidFill>
                <a:cs typeface="Arial" panose="020B0604020202020204" pitchFamily="34" charset="0"/>
              </a:rPr>
              <a:t>A</a:t>
            </a:r>
            <a:r>
              <a:rPr sz="1800" b="1" spc="-45" dirty="0">
                <a:solidFill>
                  <a:srgbClr val="CC0000"/>
                </a:solidFill>
                <a:cs typeface="Arial" panose="020B0604020202020204" pitchFamily="34" charset="0"/>
              </a:rPr>
              <a:t>ttri</a:t>
            </a:r>
            <a:r>
              <a:rPr sz="1800" b="1" spc="-90" dirty="0">
                <a:solidFill>
                  <a:srgbClr val="CC0000"/>
                </a:solidFill>
                <a:cs typeface="Arial" panose="020B0604020202020204" pitchFamily="34" charset="0"/>
              </a:rPr>
              <a:t>b</a:t>
            </a:r>
            <a:r>
              <a:rPr sz="1800" b="1" spc="-15" dirty="0">
                <a:solidFill>
                  <a:srgbClr val="CC0000"/>
                </a:solidFill>
                <a:cs typeface="Arial" panose="020B0604020202020204" pitchFamily="34" charset="0"/>
              </a:rPr>
              <a:t>u</a:t>
            </a:r>
            <a:r>
              <a:rPr sz="1800" b="1" spc="-45" dirty="0">
                <a:solidFill>
                  <a:srgbClr val="CC0000"/>
                </a:solidFill>
                <a:cs typeface="Arial" panose="020B0604020202020204" pitchFamily="34" charset="0"/>
              </a:rPr>
              <a:t>t</a:t>
            </a:r>
            <a:r>
              <a:rPr sz="1800" b="1" spc="-50" dirty="0">
                <a:solidFill>
                  <a:srgbClr val="CC0000"/>
                </a:solidFill>
                <a:cs typeface="Arial" panose="020B0604020202020204" pitchFamily="34" charset="0"/>
              </a:rPr>
              <a:t>e</a:t>
            </a:r>
            <a:r>
              <a:rPr sz="1800" b="1" spc="-75" dirty="0">
                <a:solidFill>
                  <a:srgbClr val="666666"/>
                </a:solidFill>
                <a:cs typeface="Arial" panose="020B0604020202020204" pitchFamily="34" charset="0"/>
              </a:rPr>
              <a:t>(</a:t>
            </a:r>
            <a:r>
              <a:rPr sz="1800" b="1" spc="5" dirty="0">
                <a:solidFill>
                  <a:srgbClr val="FF9900"/>
                </a:solidFill>
                <a:cs typeface="Arial" panose="020B0604020202020204" pitchFamily="34" charset="0"/>
              </a:rPr>
              <a:t>a</a:t>
            </a:r>
            <a:r>
              <a:rPr sz="1800" b="1" spc="-60" dirty="0">
                <a:solidFill>
                  <a:srgbClr val="FF9900"/>
                </a:solidFill>
                <a:cs typeface="Arial" panose="020B0604020202020204" pitchFamily="34" charset="0"/>
              </a:rPr>
              <a:t>tt</a:t>
            </a:r>
            <a:r>
              <a:rPr sz="1800" b="1" spc="-160" dirty="0">
                <a:solidFill>
                  <a:srgbClr val="434343"/>
                </a:solidFill>
                <a:cs typeface="Arial" panose="020B0604020202020204" pitchFamily="34" charset="0"/>
              </a:rPr>
              <a:t>,</a:t>
            </a:r>
            <a:r>
              <a:rPr sz="1800" b="1" spc="-60" dirty="0">
                <a:solidFill>
                  <a:srgbClr val="434343"/>
                </a:solidFill>
                <a:cs typeface="Arial" panose="020B0604020202020204" pitchFamily="34" charset="0"/>
              </a:rPr>
              <a:t> </a:t>
            </a:r>
            <a:r>
              <a:rPr sz="1800" b="1" spc="5" dirty="0">
                <a:solidFill>
                  <a:srgbClr val="FF9900"/>
                </a:solidFill>
                <a:cs typeface="Arial" panose="020B0604020202020204" pitchFamily="34" charset="0"/>
              </a:rPr>
              <a:t>v</a:t>
            </a:r>
            <a:r>
              <a:rPr sz="1800" b="1" spc="-10" dirty="0">
                <a:solidFill>
                  <a:srgbClr val="FF9900"/>
                </a:solidFill>
                <a:cs typeface="Arial" panose="020B0604020202020204" pitchFamily="34" charset="0"/>
              </a:rPr>
              <a:t>a</a:t>
            </a:r>
            <a:r>
              <a:rPr sz="1800" b="1" spc="-60" dirty="0">
                <a:solidFill>
                  <a:srgbClr val="FF9900"/>
                </a:solidFill>
                <a:cs typeface="Arial" panose="020B0604020202020204" pitchFamily="34" charset="0"/>
              </a:rPr>
              <a:t>l</a:t>
            </a:r>
            <a:r>
              <a:rPr sz="1800" b="1" spc="-75" dirty="0">
                <a:solidFill>
                  <a:srgbClr val="666666"/>
                </a:solidFill>
                <a:cs typeface="Arial" panose="020B0604020202020204" pitchFamily="34" charset="0"/>
              </a:rPr>
              <a:t>)</a:t>
            </a:r>
            <a:endParaRPr sz="1800" dirty="0">
              <a:cs typeface="Arial" panose="020B0604020202020204" pitchFamily="34" charset="0"/>
            </a:endParaRPr>
          </a:p>
          <a:p>
            <a:pPr marL="355600" indent="-342900">
              <a:buClr>
                <a:srgbClr val="666666"/>
              </a:buClr>
              <a:buSzPct val="112500"/>
              <a:buFont typeface="Trebuchet MS"/>
              <a:buChar char="●"/>
              <a:tabLst>
                <a:tab pos="354965" algn="l"/>
                <a:tab pos="355600" algn="l"/>
              </a:tabLst>
              <a:defRPr/>
            </a:pPr>
            <a:r>
              <a:rPr sz="1800" b="1" spc="-45" dirty="0">
                <a:solidFill>
                  <a:srgbClr val="0000FF"/>
                </a:solidFill>
                <a:cs typeface="Arial" panose="020B0604020202020204" pitchFamily="34" charset="0"/>
              </a:rPr>
              <a:t>element</a:t>
            </a:r>
            <a:r>
              <a:rPr sz="1800" b="1" spc="-45" dirty="0">
                <a:solidFill>
                  <a:srgbClr val="666666"/>
                </a:solidFill>
                <a:cs typeface="Arial" panose="020B0604020202020204" pitchFamily="34" charset="0"/>
              </a:rPr>
              <a:t>.style.</a:t>
            </a:r>
            <a:r>
              <a:rPr sz="1800" b="1" spc="-45" dirty="0">
                <a:solidFill>
                  <a:srgbClr val="CC0000"/>
                </a:solidFill>
                <a:cs typeface="Arial" panose="020B0604020202020204" pitchFamily="34" charset="0"/>
              </a:rPr>
              <a:t>property</a:t>
            </a:r>
            <a:endParaRPr sz="1800" dirty="0">
              <a:cs typeface="Arial" panose="020B0604020202020204" pitchFamily="34" charset="0"/>
            </a:endParaRPr>
          </a:p>
        </p:txBody>
      </p:sp>
      <p:sp>
        <p:nvSpPr>
          <p:cNvPr id="5" name="object 5">
            <a:extLst>
              <a:ext uri="{FF2B5EF4-FFF2-40B4-BE49-F238E27FC236}">
                <a16:creationId xmlns:a16="http://schemas.microsoft.com/office/drawing/2014/main" id="{3B0B23C2-2492-5F17-9DB5-F8CA2AFD34E0}"/>
              </a:ext>
            </a:extLst>
          </p:cNvPr>
          <p:cNvSpPr txBox="1"/>
          <p:nvPr/>
        </p:nvSpPr>
        <p:spPr>
          <a:xfrm>
            <a:off x="4476281" y="4534902"/>
            <a:ext cx="4649193" cy="843180"/>
          </a:xfrm>
          <a:prstGeom prst="rect">
            <a:avLst/>
          </a:prstGeom>
        </p:spPr>
        <p:txBody>
          <a:bodyPr wrap="square" lIns="0" tIns="12065" rIns="0" bIns="0">
            <a:spAutoFit/>
          </a:bodyPr>
          <a:lstStyle>
            <a:lvl1pPr marL="127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ts val="100"/>
              </a:spcBef>
            </a:pPr>
            <a:r>
              <a:rPr lang="en-US" altLang="en-US" sz="1800" dirty="0">
                <a:solidFill>
                  <a:srgbClr val="666666"/>
                </a:solidFill>
                <a:cs typeface="Arial" panose="020B0604020202020204" pitchFamily="34" charset="0"/>
              </a:rPr>
              <a:t>Change the inner HTML of an element  Change the attribute value of an element  Change the style of an HTML element</a:t>
            </a:r>
            <a:endParaRPr lang="en-US" altLang="en-US" sz="1800" dirty="0">
              <a:cs typeface="Arial" panose="020B0604020202020204" pitchFamily="34" charset="0"/>
            </a:endParaRPr>
          </a:p>
        </p:txBody>
      </p:sp>
      <p:sp>
        <p:nvSpPr>
          <p:cNvPr id="8" name="object 3">
            <a:extLst>
              <a:ext uri="{FF2B5EF4-FFF2-40B4-BE49-F238E27FC236}">
                <a16:creationId xmlns:a16="http://schemas.microsoft.com/office/drawing/2014/main" id="{0EF0F916-245C-18AC-7D12-55CD21F3594B}"/>
              </a:ext>
            </a:extLst>
          </p:cNvPr>
          <p:cNvSpPr txBox="1"/>
          <p:nvPr/>
        </p:nvSpPr>
        <p:spPr>
          <a:xfrm>
            <a:off x="456406" y="1385313"/>
            <a:ext cx="8432007" cy="1213794"/>
          </a:xfrm>
          <a:prstGeom prst="rect">
            <a:avLst/>
          </a:prstGeom>
        </p:spPr>
        <p:txBody>
          <a:bodyPr wrap="square" lIns="0" tIns="53975" rIns="0" bIns="0">
            <a:spAutoFit/>
          </a:bodyPr>
          <a:lstStyle>
            <a:lvl1pPr marL="355600" indent="-3429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1pPr>
            <a:lvl2pPr marL="742950" indent="-28575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9pPr>
          </a:lstStyle>
          <a:p>
            <a:pPr>
              <a:spcBef>
                <a:spcPts val="425"/>
              </a:spcBef>
              <a:buFont typeface="Arial" panose="020B0604020202020204" pitchFamily="34" charset="0"/>
              <a:buChar char="•"/>
            </a:pPr>
            <a:r>
              <a:rPr lang="en-US" altLang="en-US" dirty="0">
                <a:cs typeface="Arial" panose="020B0604020202020204" pitchFamily="34" charset="0"/>
              </a:rPr>
              <a:t>The </a:t>
            </a:r>
            <a:r>
              <a:rPr lang="en-US" altLang="en-US" b="1" dirty="0">
                <a:cs typeface="Arial" panose="020B0604020202020204" pitchFamily="34" charset="0"/>
              </a:rPr>
              <a:t>document </a:t>
            </a:r>
            <a:r>
              <a:rPr lang="en-US" altLang="en-US" dirty="0">
                <a:cs typeface="Arial" panose="020B0604020202020204" pitchFamily="34" charset="0"/>
              </a:rPr>
              <a:t>object represents the web page.</a:t>
            </a:r>
          </a:p>
          <a:p>
            <a:pPr>
              <a:spcBef>
                <a:spcPts val="425"/>
              </a:spcBef>
              <a:buFont typeface="Arial" panose="020B0604020202020204" pitchFamily="34" charset="0"/>
              <a:buChar char="•"/>
            </a:pPr>
            <a:r>
              <a:rPr lang="en-US" altLang="en-US" dirty="0">
                <a:cs typeface="Arial" panose="020B0604020202020204" pitchFamily="34" charset="0"/>
              </a:rPr>
              <a:t>It is the starting point for accessing any element in an HTML page.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D526C762-E159-C409-4775-CA3E84B6CB59}"/>
              </a:ext>
            </a:extLst>
          </p:cNvPr>
          <p:cNvSpPr txBox="1">
            <a:spLocks noGrp="1"/>
          </p:cNvSpPr>
          <p:nvPr>
            <p:ph type="title"/>
          </p:nvPr>
        </p:nvSpPr>
        <p:spPr>
          <a:xfrm>
            <a:off x="103188" y="342422"/>
            <a:ext cx="8785225" cy="689932"/>
          </a:xfrm>
        </p:spPr>
        <p:txBody>
          <a:bodyPr lIns="0" tIns="12700" rIns="0" bIns="0" rtlCol="0">
            <a:spAutoFit/>
          </a:bodyPr>
          <a:lstStyle/>
          <a:p>
            <a:pPr marL="12700">
              <a:spcBef>
                <a:spcPts val="100"/>
              </a:spcBef>
              <a:defRPr/>
            </a:pPr>
            <a:r>
              <a:rPr spc="335" dirty="0"/>
              <a:t>DOM</a:t>
            </a:r>
            <a:r>
              <a:rPr spc="-190" dirty="0"/>
              <a:t> </a:t>
            </a:r>
            <a:r>
              <a:rPr spc="125" dirty="0"/>
              <a:t>Element</a:t>
            </a:r>
            <a:r>
              <a:rPr lang="en-GB" spc="125" dirty="0"/>
              <a:t>s</a:t>
            </a:r>
            <a:r>
              <a:rPr spc="-175" dirty="0"/>
              <a:t> </a:t>
            </a:r>
            <a:r>
              <a:rPr lang="en-GB" spc="105" dirty="0"/>
              <a:t>M</a:t>
            </a:r>
            <a:r>
              <a:rPr spc="105" dirty="0" err="1"/>
              <a:t>ethods</a:t>
            </a:r>
            <a:endParaRPr dirty="0"/>
          </a:p>
        </p:txBody>
      </p:sp>
      <p:sp>
        <p:nvSpPr>
          <p:cNvPr id="3" name="object 3">
            <a:extLst>
              <a:ext uri="{FF2B5EF4-FFF2-40B4-BE49-F238E27FC236}">
                <a16:creationId xmlns:a16="http://schemas.microsoft.com/office/drawing/2014/main" id="{6586D92A-1E59-49A5-28E6-69B1C3433506}"/>
              </a:ext>
            </a:extLst>
          </p:cNvPr>
          <p:cNvSpPr txBox="1"/>
          <p:nvPr/>
        </p:nvSpPr>
        <p:spPr>
          <a:xfrm>
            <a:off x="110084" y="1352419"/>
            <a:ext cx="9033916" cy="3855543"/>
          </a:xfrm>
          <a:prstGeom prst="rect">
            <a:avLst/>
          </a:prstGeom>
        </p:spPr>
        <p:txBody>
          <a:bodyPr wrap="square" lIns="0" tIns="53975" rIns="0" bIns="0">
            <a:spAutoFit/>
          </a:bodyPr>
          <a:lstStyle/>
          <a:p>
            <a:pPr marL="298450" indent="-285750">
              <a:lnSpc>
                <a:spcPct val="150000"/>
              </a:lnSpc>
              <a:spcBef>
                <a:spcPts val="425"/>
              </a:spcBef>
              <a:buFont typeface="Arial" panose="020B0604020202020204" pitchFamily="34" charset="0"/>
              <a:buChar char="•"/>
              <a:tabLst>
                <a:tab pos="354965" algn="l"/>
                <a:tab pos="355600" algn="l"/>
              </a:tabLst>
              <a:defRPr/>
            </a:pPr>
            <a:r>
              <a:rPr sz="2000" spc="45" dirty="0">
                <a:cs typeface="Arial" panose="020B0604020202020204" pitchFamily="34" charset="0"/>
              </a:rPr>
              <a:t>W</a:t>
            </a:r>
            <a:r>
              <a:rPr sz="2000" spc="-95" dirty="0">
                <a:cs typeface="Arial" panose="020B0604020202020204" pitchFamily="34" charset="0"/>
              </a:rPr>
              <a:t>ith</a:t>
            </a:r>
            <a:r>
              <a:rPr sz="2000" spc="-100" dirty="0">
                <a:cs typeface="Arial" panose="020B0604020202020204" pitchFamily="34" charset="0"/>
              </a:rPr>
              <a:t> </a:t>
            </a:r>
            <a:r>
              <a:rPr sz="2000" dirty="0">
                <a:cs typeface="Arial" panose="020B0604020202020204" pitchFamily="34" charset="0"/>
              </a:rPr>
              <a:t>J</a:t>
            </a:r>
            <a:r>
              <a:rPr sz="2000" spc="-10" dirty="0">
                <a:cs typeface="Arial" panose="020B0604020202020204" pitchFamily="34" charset="0"/>
              </a:rPr>
              <a:t>a</a:t>
            </a:r>
            <a:r>
              <a:rPr sz="2000" spc="-5" dirty="0">
                <a:cs typeface="Arial" panose="020B0604020202020204" pitchFamily="34" charset="0"/>
              </a:rPr>
              <a:t>vaScri</a:t>
            </a:r>
            <a:r>
              <a:rPr sz="2000" spc="-135" dirty="0">
                <a:cs typeface="Arial" panose="020B0604020202020204" pitchFamily="34" charset="0"/>
              </a:rPr>
              <a:t>pt</a:t>
            </a:r>
            <a:r>
              <a:rPr lang="en-US" sz="2000" spc="-135" dirty="0">
                <a:cs typeface="Arial" panose="020B0604020202020204" pitchFamily="34" charset="0"/>
              </a:rPr>
              <a:t> </a:t>
            </a:r>
            <a:r>
              <a:rPr sz="2000" spc="65" dirty="0">
                <a:cs typeface="Arial" panose="020B0604020202020204" pitchFamily="34" charset="0"/>
              </a:rPr>
              <a:t>HTML</a:t>
            </a:r>
            <a:r>
              <a:rPr sz="2000" spc="-95" dirty="0">
                <a:cs typeface="Arial" panose="020B0604020202020204" pitchFamily="34" charset="0"/>
              </a:rPr>
              <a:t> </a:t>
            </a:r>
            <a:r>
              <a:rPr sz="2000" spc="20" dirty="0">
                <a:cs typeface="Arial" panose="020B0604020202020204" pitchFamily="34" charset="0"/>
              </a:rPr>
              <a:t>e</a:t>
            </a:r>
            <a:r>
              <a:rPr sz="2000" spc="-35" dirty="0">
                <a:cs typeface="Arial" panose="020B0604020202020204" pitchFamily="34" charset="0"/>
              </a:rPr>
              <a:t>le</a:t>
            </a:r>
            <a:r>
              <a:rPr sz="2000" spc="-75" dirty="0">
                <a:cs typeface="Arial" panose="020B0604020202020204" pitchFamily="34" charset="0"/>
              </a:rPr>
              <a:t>m</a:t>
            </a:r>
            <a:r>
              <a:rPr sz="2000" spc="20" dirty="0">
                <a:cs typeface="Arial" panose="020B0604020202020204" pitchFamily="34" charset="0"/>
              </a:rPr>
              <a:t>e</a:t>
            </a:r>
            <a:r>
              <a:rPr sz="2000" spc="-80" dirty="0">
                <a:cs typeface="Arial" panose="020B0604020202020204" pitchFamily="34" charset="0"/>
              </a:rPr>
              <a:t>nts</a:t>
            </a:r>
            <a:r>
              <a:rPr lang="en-US" sz="2000" spc="-80" dirty="0">
                <a:cs typeface="Arial" panose="020B0604020202020204" pitchFamily="34" charset="0"/>
              </a:rPr>
              <a:t> can be manipulated.</a:t>
            </a:r>
            <a:endParaRPr sz="2000" dirty="0">
              <a:cs typeface="Arial" panose="020B0604020202020204" pitchFamily="34" charset="0"/>
            </a:endParaRPr>
          </a:p>
          <a:p>
            <a:pPr marL="298450" indent="-285750">
              <a:lnSpc>
                <a:spcPct val="150000"/>
              </a:lnSpc>
              <a:spcBef>
                <a:spcPts val="330"/>
              </a:spcBef>
              <a:buFont typeface="Arial" panose="020B0604020202020204" pitchFamily="34" charset="0"/>
              <a:buChar char="•"/>
              <a:tabLst>
                <a:tab pos="354965" algn="l"/>
                <a:tab pos="355600" algn="l"/>
              </a:tabLst>
              <a:defRPr/>
            </a:pPr>
            <a:r>
              <a:rPr lang="en-US" sz="2000" spc="20" dirty="0">
                <a:cs typeface="Arial" panose="020B0604020202020204" pitchFamily="34" charset="0"/>
              </a:rPr>
              <a:t>Methods</a:t>
            </a:r>
            <a:r>
              <a:rPr sz="2000" spc="-70" dirty="0">
                <a:cs typeface="Arial" panose="020B0604020202020204" pitchFamily="34" charset="0"/>
              </a:rPr>
              <a:t> </a:t>
            </a:r>
            <a:r>
              <a:rPr sz="2000" spc="-65" dirty="0">
                <a:cs typeface="Arial" panose="020B0604020202020204" pitchFamily="34" charset="0"/>
              </a:rPr>
              <a:t>to</a:t>
            </a:r>
            <a:r>
              <a:rPr sz="2000" spc="-90" dirty="0">
                <a:cs typeface="Arial" panose="020B0604020202020204" pitchFamily="34" charset="0"/>
              </a:rPr>
              <a:t> </a:t>
            </a:r>
            <a:r>
              <a:rPr lang="en-US" sz="2000" spc="45" dirty="0">
                <a:cs typeface="Arial" panose="020B0604020202020204" pitchFamily="34" charset="0"/>
              </a:rPr>
              <a:t>manipulate elements</a:t>
            </a:r>
            <a:r>
              <a:rPr sz="2000" spc="-85" dirty="0">
                <a:cs typeface="Arial" panose="020B0604020202020204" pitchFamily="34" charset="0"/>
              </a:rPr>
              <a:t>:</a:t>
            </a:r>
            <a:endParaRPr sz="2000" dirty="0">
              <a:cs typeface="Arial" panose="020B0604020202020204" pitchFamily="34" charset="0"/>
            </a:endParaRPr>
          </a:p>
          <a:p>
            <a:pPr marL="812165" lvl="1" indent="-317500">
              <a:spcBef>
                <a:spcPts val="315"/>
              </a:spcBef>
              <a:buFont typeface="Times New Roman"/>
              <a:buChar char="○"/>
              <a:tabLst>
                <a:tab pos="812165" algn="l"/>
                <a:tab pos="812800" algn="l"/>
              </a:tabLst>
              <a:defRPr/>
            </a:pPr>
            <a:r>
              <a:rPr sz="1800" b="1" spc="-15" dirty="0">
                <a:cs typeface="Arial" panose="020B0604020202020204" pitchFamily="34" charset="0"/>
              </a:rPr>
              <a:t>Fin</a:t>
            </a:r>
            <a:r>
              <a:rPr sz="1800" b="1" spc="20" dirty="0">
                <a:cs typeface="Arial" panose="020B0604020202020204" pitchFamily="34" charset="0"/>
              </a:rPr>
              <a:t>d</a:t>
            </a:r>
            <a:r>
              <a:rPr sz="1800" b="1" spc="-20" dirty="0">
                <a:cs typeface="Arial" panose="020B0604020202020204" pitchFamily="34" charset="0"/>
              </a:rPr>
              <a:t>i</a:t>
            </a:r>
            <a:r>
              <a:rPr sz="1800" b="1" spc="-40" dirty="0">
                <a:cs typeface="Arial" panose="020B0604020202020204" pitchFamily="34" charset="0"/>
              </a:rPr>
              <a:t>n</a:t>
            </a:r>
            <a:r>
              <a:rPr sz="1800" b="1" spc="125" dirty="0">
                <a:cs typeface="Arial" panose="020B0604020202020204" pitchFamily="34" charset="0"/>
              </a:rPr>
              <a:t>g</a:t>
            </a:r>
            <a:r>
              <a:rPr sz="1800" b="1" spc="-100" dirty="0">
                <a:cs typeface="Arial" panose="020B0604020202020204" pitchFamily="34" charset="0"/>
              </a:rPr>
              <a:t> </a:t>
            </a:r>
            <a:r>
              <a:rPr sz="1800" b="1" spc="25" dirty="0">
                <a:cs typeface="Arial" panose="020B0604020202020204" pitchFamily="34" charset="0"/>
              </a:rPr>
              <a:t>HT</a:t>
            </a:r>
            <a:r>
              <a:rPr sz="1800" b="1" spc="175" dirty="0">
                <a:cs typeface="Arial" panose="020B0604020202020204" pitchFamily="34" charset="0"/>
              </a:rPr>
              <a:t>M</a:t>
            </a:r>
            <a:r>
              <a:rPr sz="1800" b="1" spc="-35" dirty="0">
                <a:cs typeface="Arial" panose="020B0604020202020204" pitchFamily="34" charset="0"/>
              </a:rPr>
              <a:t>L</a:t>
            </a:r>
            <a:r>
              <a:rPr sz="1800" b="1" spc="-75" dirty="0">
                <a:cs typeface="Arial" panose="020B0604020202020204" pitchFamily="34" charset="0"/>
              </a:rPr>
              <a:t> </a:t>
            </a:r>
            <a:r>
              <a:rPr sz="1800" b="1" spc="-35" dirty="0">
                <a:cs typeface="Arial" panose="020B0604020202020204" pitchFamily="34" charset="0"/>
              </a:rPr>
              <a:t>ele</a:t>
            </a:r>
            <a:r>
              <a:rPr sz="1800" b="1" spc="20" dirty="0">
                <a:cs typeface="Arial" panose="020B0604020202020204" pitchFamily="34" charset="0"/>
              </a:rPr>
              <a:t>m</a:t>
            </a:r>
            <a:r>
              <a:rPr sz="1800" b="1" spc="-55" dirty="0">
                <a:cs typeface="Arial" panose="020B0604020202020204" pitchFamily="34" charset="0"/>
              </a:rPr>
              <a:t>e</a:t>
            </a:r>
            <a:r>
              <a:rPr sz="1800" b="1" dirty="0">
                <a:cs typeface="Arial" panose="020B0604020202020204" pitchFamily="34" charset="0"/>
              </a:rPr>
              <a:t>n</a:t>
            </a:r>
            <a:r>
              <a:rPr sz="1800" b="1" spc="-50" dirty="0">
                <a:cs typeface="Arial" panose="020B0604020202020204" pitchFamily="34" charset="0"/>
              </a:rPr>
              <a:t>t</a:t>
            </a:r>
            <a:r>
              <a:rPr sz="1800" b="1" spc="-100" dirty="0">
                <a:cs typeface="Arial" panose="020B0604020202020204" pitchFamily="34" charset="0"/>
              </a:rPr>
              <a:t> </a:t>
            </a:r>
            <a:r>
              <a:rPr sz="1800" b="1" dirty="0">
                <a:cs typeface="Arial" panose="020B0604020202020204" pitchFamily="34" charset="0"/>
              </a:rPr>
              <a:t>by</a:t>
            </a:r>
            <a:r>
              <a:rPr sz="1800" b="1" spc="-70" dirty="0">
                <a:cs typeface="Arial" panose="020B0604020202020204" pitchFamily="34" charset="0"/>
              </a:rPr>
              <a:t> </a:t>
            </a:r>
            <a:r>
              <a:rPr sz="1800" b="1" spc="-20" dirty="0">
                <a:cs typeface="Arial" panose="020B0604020202020204" pitchFamily="34" charset="0"/>
              </a:rPr>
              <a:t>id</a:t>
            </a:r>
            <a:endParaRPr sz="1800" dirty="0">
              <a:cs typeface="Arial" panose="020B0604020202020204" pitchFamily="34" charset="0"/>
            </a:endParaRPr>
          </a:p>
          <a:p>
            <a:pPr marL="812165">
              <a:spcBef>
                <a:spcPts val="250"/>
              </a:spcBef>
              <a:defRPr/>
            </a:pPr>
            <a:r>
              <a:rPr sz="1800" dirty="0">
                <a:cs typeface="Arial" panose="020B0604020202020204" pitchFamily="34" charset="0"/>
              </a:rPr>
              <a:t>const</a:t>
            </a:r>
            <a:r>
              <a:rPr sz="1800" spc="35" dirty="0">
                <a:cs typeface="Arial" panose="020B0604020202020204" pitchFamily="34" charset="0"/>
              </a:rPr>
              <a:t> </a:t>
            </a:r>
            <a:r>
              <a:rPr sz="1800" dirty="0">
                <a:cs typeface="Arial" panose="020B0604020202020204" pitchFamily="34" charset="0"/>
              </a:rPr>
              <a:t>element</a:t>
            </a:r>
            <a:r>
              <a:rPr sz="1800" spc="25" dirty="0">
                <a:cs typeface="Arial" panose="020B0604020202020204" pitchFamily="34" charset="0"/>
              </a:rPr>
              <a:t> </a:t>
            </a:r>
            <a:r>
              <a:rPr sz="1800" dirty="0">
                <a:cs typeface="Arial" panose="020B0604020202020204" pitchFamily="34" charset="0"/>
              </a:rPr>
              <a:t>=</a:t>
            </a:r>
            <a:r>
              <a:rPr sz="1800" spc="40" dirty="0">
                <a:cs typeface="Arial" panose="020B0604020202020204" pitchFamily="34" charset="0"/>
              </a:rPr>
              <a:t> </a:t>
            </a:r>
            <a:r>
              <a:rPr sz="1800" dirty="0">
                <a:cs typeface="Arial" panose="020B0604020202020204" pitchFamily="34" charset="0"/>
              </a:rPr>
              <a:t>document.getElementById("intro");</a:t>
            </a:r>
          </a:p>
          <a:p>
            <a:pPr marL="812165" lvl="1" indent="-317500">
              <a:spcBef>
                <a:spcPts val="254"/>
              </a:spcBef>
              <a:buFont typeface="Times New Roman"/>
              <a:buChar char="○"/>
              <a:tabLst>
                <a:tab pos="812165" algn="l"/>
                <a:tab pos="812800" algn="l"/>
              </a:tabLst>
              <a:defRPr/>
            </a:pPr>
            <a:r>
              <a:rPr sz="1800" b="1" spc="-5" dirty="0">
                <a:cs typeface="Arial" panose="020B0604020202020204" pitchFamily="34" charset="0"/>
              </a:rPr>
              <a:t>Fin</a:t>
            </a:r>
            <a:r>
              <a:rPr sz="1800" b="1" dirty="0">
                <a:cs typeface="Arial" panose="020B0604020202020204" pitchFamily="34" charset="0"/>
              </a:rPr>
              <a:t>d</a:t>
            </a:r>
            <a:r>
              <a:rPr sz="1800" b="1" spc="-20" dirty="0">
                <a:cs typeface="Arial" panose="020B0604020202020204" pitchFamily="34" charset="0"/>
              </a:rPr>
              <a:t>i</a:t>
            </a:r>
            <a:r>
              <a:rPr sz="1800" b="1" spc="-35" dirty="0">
                <a:cs typeface="Arial" panose="020B0604020202020204" pitchFamily="34" charset="0"/>
              </a:rPr>
              <a:t>n</a:t>
            </a:r>
            <a:r>
              <a:rPr sz="1800" b="1" spc="125" dirty="0">
                <a:cs typeface="Arial" panose="020B0604020202020204" pitchFamily="34" charset="0"/>
              </a:rPr>
              <a:t>g</a:t>
            </a:r>
            <a:r>
              <a:rPr sz="1800" b="1" spc="-100" dirty="0">
                <a:cs typeface="Arial" panose="020B0604020202020204" pitchFamily="34" charset="0"/>
              </a:rPr>
              <a:t> </a:t>
            </a:r>
            <a:r>
              <a:rPr sz="1800" b="1" spc="75" dirty="0">
                <a:cs typeface="Arial" panose="020B0604020202020204" pitchFamily="34" charset="0"/>
              </a:rPr>
              <a:t>HT</a:t>
            </a:r>
            <a:r>
              <a:rPr sz="1800" b="1" spc="80" dirty="0">
                <a:cs typeface="Arial" panose="020B0604020202020204" pitchFamily="34" charset="0"/>
              </a:rPr>
              <a:t>M</a:t>
            </a:r>
            <a:r>
              <a:rPr sz="1800" b="1" spc="-30" dirty="0">
                <a:cs typeface="Arial" panose="020B0604020202020204" pitchFamily="34" charset="0"/>
              </a:rPr>
              <a:t>L</a:t>
            </a:r>
            <a:r>
              <a:rPr sz="1800" b="1" spc="-75" dirty="0">
                <a:cs typeface="Arial" panose="020B0604020202020204" pitchFamily="34" charset="0"/>
              </a:rPr>
              <a:t> </a:t>
            </a:r>
            <a:r>
              <a:rPr sz="1800" b="1" spc="-30" dirty="0">
                <a:cs typeface="Arial" panose="020B0604020202020204" pitchFamily="34" charset="0"/>
              </a:rPr>
              <a:t>e</a:t>
            </a:r>
            <a:r>
              <a:rPr sz="1800" b="1" spc="-35" dirty="0">
                <a:cs typeface="Arial" panose="020B0604020202020204" pitchFamily="34" charset="0"/>
              </a:rPr>
              <a:t>l</a:t>
            </a:r>
            <a:r>
              <a:rPr sz="1800" b="1" spc="-30" dirty="0">
                <a:cs typeface="Arial" panose="020B0604020202020204" pitchFamily="34" charset="0"/>
              </a:rPr>
              <a:t>e</a:t>
            </a:r>
            <a:r>
              <a:rPr sz="1800" b="1" spc="15" dirty="0">
                <a:cs typeface="Arial" panose="020B0604020202020204" pitchFamily="34" charset="0"/>
              </a:rPr>
              <a:t>m</a:t>
            </a:r>
            <a:r>
              <a:rPr sz="1800" b="1" spc="-50" dirty="0">
                <a:cs typeface="Arial" panose="020B0604020202020204" pitchFamily="34" charset="0"/>
              </a:rPr>
              <a:t>e</a:t>
            </a:r>
            <a:r>
              <a:rPr sz="1800" b="1" spc="-5" dirty="0">
                <a:cs typeface="Arial" panose="020B0604020202020204" pitchFamily="34" charset="0"/>
              </a:rPr>
              <a:t>n</a:t>
            </a:r>
            <a:r>
              <a:rPr sz="1800" b="1" spc="-65" dirty="0">
                <a:cs typeface="Arial" panose="020B0604020202020204" pitchFamily="34" charset="0"/>
              </a:rPr>
              <a:t>t</a:t>
            </a:r>
            <a:r>
              <a:rPr sz="1800" b="1" spc="75" dirty="0">
                <a:cs typeface="Arial" panose="020B0604020202020204" pitchFamily="34" charset="0"/>
              </a:rPr>
              <a:t>s</a:t>
            </a:r>
            <a:r>
              <a:rPr sz="1800" b="1" spc="-95" dirty="0">
                <a:cs typeface="Arial" panose="020B0604020202020204" pitchFamily="34" charset="0"/>
              </a:rPr>
              <a:t> </a:t>
            </a:r>
            <a:r>
              <a:rPr sz="1800" b="1" dirty="0">
                <a:cs typeface="Arial" panose="020B0604020202020204" pitchFamily="34" charset="0"/>
              </a:rPr>
              <a:t>by</a:t>
            </a:r>
            <a:r>
              <a:rPr sz="1800" b="1" spc="-60" dirty="0">
                <a:cs typeface="Arial" panose="020B0604020202020204" pitchFamily="34" charset="0"/>
              </a:rPr>
              <a:t> </a:t>
            </a:r>
            <a:r>
              <a:rPr sz="1800" b="1" spc="35" dirty="0">
                <a:cs typeface="Arial" panose="020B0604020202020204" pitchFamily="34" charset="0"/>
              </a:rPr>
              <a:t>tag</a:t>
            </a:r>
            <a:r>
              <a:rPr sz="1800" b="1" spc="-75" dirty="0">
                <a:cs typeface="Arial" panose="020B0604020202020204" pitchFamily="34" charset="0"/>
              </a:rPr>
              <a:t> </a:t>
            </a:r>
            <a:r>
              <a:rPr sz="1800" b="1" spc="5" dirty="0">
                <a:cs typeface="Arial" panose="020B0604020202020204" pitchFamily="34" charset="0"/>
              </a:rPr>
              <a:t>n</a:t>
            </a:r>
            <a:r>
              <a:rPr sz="1800" b="1" spc="25" dirty="0">
                <a:cs typeface="Arial" panose="020B0604020202020204" pitchFamily="34" charset="0"/>
              </a:rPr>
              <a:t>a</a:t>
            </a:r>
            <a:r>
              <a:rPr sz="1800" b="1" spc="-5" dirty="0">
                <a:cs typeface="Arial" panose="020B0604020202020204" pitchFamily="34" charset="0"/>
              </a:rPr>
              <a:t>me</a:t>
            </a:r>
            <a:endParaRPr sz="1800" dirty="0">
              <a:cs typeface="Arial" panose="020B0604020202020204" pitchFamily="34" charset="0"/>
            </a:endParaRPr>
          </a:p>
          <a:p>
            <a:pPr marL="812165">
              <a:spcBef>
                <a:spcPts val="254"/>
              </a:spcBef>
              <a:defRPr/>
            </a:pPr>
            <a:r>
              <a:rPr sz="1800" dirty="0">
                <a:cs typeface="Arial" panose="020B0604020202020204" pitchFamily="34" charset="0"/>
              </a:rPr>
              <a:t>const</a:t>
            </a:r>
            <a:r>
              <a:rPr sz="1800" spc="35" dirty="0">
                <a:cs typeface="Arial" panose="020B0604020202020204" pitchFamily="34" charset="0"/>
              </a:rPr>
              <a:t> </a:t>
            </a:r>
            <a:r>
              <a:rPr sz="1800" dirty="0">
                <a:cs typeface="Arial" panose="020B0604020202020204" pitchFamily="34" charset="0"/>
              </a:rPr>
              <a:t>element</a:t>
            </a:r>
            <a:r>
              <a:rPr sz="1800" spc="30" dirty="0">
                <a:cs typeface="Arial" panose="020B0604020202020204" pitchFamily="34" charset="0"/>
              </a:rPr>
              <a:t> </a:t>
            </a:r>
            <a:r>
              <a:rPr sz="1800" dirty="0">
                <a:cs typeface="Arial" panose="020B0604020202020204" pitchFamily="34" charset="0"/>
              </a:rPr>
              <a:t>=</a:t>
            </a:r>
            <a:r>
              <a:rPr sz="1800" spc="40" dirty="0">
                <a:cs typeface="Arial" panose="020B0604020202020204" pitchFamily="34" charset="0"/>
              </a:rPr>
              <a:t> </a:t>
            </a:r>
            <a:r>
              <a:rPr sz="1800" dirty="0">
                <a:cs typeface="Arial" panose="020B0604020202020204" pitchFamily="34" charset="0"/>
              </a:rPr>
              <a:t>document.getElementsByTagName("p");</a:t>
            </a:r>
          </a:p>
          <a:p>
            <a:pPr marL="812165" lvl="1" indent="-317500">
              <a:spcBef>
                <a:spcPts val="250"/>
              </a:spcBef>
              <a:buFont typeface="Times New Roman"/>
              <a:buChar char="○"/>
              <a:tabLst>
                <a:tab pos="812165" algn="l"/>
                <a:tab pos="812800" algn="l"/>
              </a:tabLst>
              <a:defRPr/>
            </a:pPr>
            <a:r>
              <a:rPr sz="1800" b="1" spc="-15" dirty="0">
                <a:cs typeface="Arial" panose="020B0604020202020204" pitchFamily="34" charset="0"/>
              </a:rPr>
              <a:t>Fin</a:t>
            </a:r>
            <a:r>
              <a:rPr sz="1800" b="1" spc="20" dirty="0">
                <a:cs typeface="Arial" panose="020B0604020202020204" pitchFamily="34" charset="0"/>
              </a:rPr>
              <a:t>d</a:t>
            </a:r>
            <a:r>
              <a:rPr sz="1800" b="1" spc="-20" dirty="0">
                <a:cs typeface="Arial" panose="020B0604020202020204" pitchFamily="34" charset="0"/>
              </a:rPr>
              <a:t>i</a:t>
            </a:r>
            <a:r>
              <a:rPr sz="1800" b="1" spc="-40" dirty="0">
                <a:cs typeface="Arial" panose="020B0604020202020204" pitchFamily="34" charset="0"/>
              </a:rPr>
              <a:t>n</a:t>
            </a:r>
            <a:r>
              <a:rPr sz="1800" b="1" spc="125" dirty="0">
                <a:cs typeface="Arial" panose="020B0604020202020204" pitchFamily="34" charset="0"/>
              </a:rPr>
              <a:t>g</a:t>
            </a:r>
            <a:r>
              <a:rPr sz="1800" b="1" spc="-100" dirty="0">
                <a:cs typeface="Arial" panose="020B0604020202020204" pitchFamily="34" charset="0"/>
              </a:rPr>
              <a:t> </a:t>
            </a:r>
            <a:r>
              <a:rPr sz="1800" b="1" spc="25" dirty="0">
                <a:cs typeface="Arial" panose="020B0604020202020204" pitchFamily="34" charset="0"/>
              </a:rPr>
              <a:t>HT</a:t>
            </a:r>
            <a:r>
              <a:rPr sz="1800" b="1" spc="175" dirty="0">
                <a:cs typeface="Arial" panose="020B0604020202020204" pitchFamily="34" charset="0"/>
              </a:rPr>
              <a:t>M</a:t>
            </a:r>
            <a:r>
              <a:rPr sz="1800" b="1" spc="-35" dirty="0">
                <a:cs typeface="Arial" panose="020B0604020202020204" pitchFamily="34" charset="0"/>
              </a:rPr>
              <a:t>L</a:t>
            </a:r>
            <a:r>
              <a:rPr sz="1800" b="1" spc="-75" dirty="0">
                <a:cs typeface="Arial" panose="020B0604020202020204" pitchFamily="34" charset="0"/>
              </a:rPr>
              <a:t> </a:t>
            </a:r>
            <a:r>
              <a:rPr sz="1800" b="1" spc="-35" dirty="0">
                <a:cs typeface="Arial" panose="020B0604020202020204" pitchFamily="34" charset="0"/>
              </a:rPr>
              <a:t>ele</a:t>
            </a:r>
            <a:r>
              <a:rPr sz="1800" b="1" spc="20" dirty="0">
                <a:cs typeface="Arial" panose="020B0604020202020204" pitchFamily="34" charset="0"/>
              </a:rPr>
              <a:t>m</a:t>
            </a:r>
            <a:r>
              <a:rPr sz="1800" b="1" spc="-55" dirty="0">
                <a:cs typeface="Arial" panose="020B0604020202020204" pitchFamily="34" charset="0"/>
              </a:rPr>
              <a:t>e</a:t>
            </a:r>
            <a:r>
              <a:rPr sz="1800" b="1" dirty="0">
                <a:cs typeface="Arial" panose="020B0604020202020204" pitchFamily="34" charset="0"/>
              </a:rPr>
              <a:t>n</a:t>
            </a:r>
            <a:r>
              <a:rPr sz="1800" b="1" spc="-65" dirty="0">
                <a:cs typeface="Arial" panose="020B0604020202020204" pitchFamily="34" charset="0"/>
              </a:rPr>
              <a:t>t</a:t>
            </a:r>
            <a:r>
              <a:rPr sz="1800" b="1" spc="75" dirty="0">
                <a:cs typeface="Arial" panose="020B0604020202020204" pitchFamily="34" charset="0"/>
              </a:rPr>
              <a:t>s</a:t>
            </a:r>
            <a:r>
              <a:rPr sz="1800" b="1" spc="-95" dirty="0">
                <a:cs typeface="Arial" panose="020B0604020202020204" pitchFamily="34" charset="0"/>
              </a:rPr>
              <a:t> </a:t>
            </a:r>
            <a:r>
              <a:rPr sz="1800" b="1" dirty="0">
                <a:cs typeface="Arial" panose="020B0604020202020204" pitchFamily="34" charset="0"/>
              </a:rPr>
              <a:t>by</a:t>
            </a:r>
            <a:r>
              <a:rPr sz="1800" b="1" spc="-60" dirty="0">
                <a:cs typeface="Arial" panose="020B0604020202020204" pitchFamily="34" charset="0"/>
              </a:rPr>
              <a:t> </a:t>
            </a:r>
            <a:r>
              <a:rPr sz="1800" b="1" spc="-15" dirty="0">
                <a:cs typeface="Arial" panose="020B0604020202020204" pitchFamily="34" charset="0"/>
              </a:rPr>
              <a:t>c</a:t>
            </a:r>
            <a:r>
              <a:rPr sz="1800" b="1" spc="-35" dirty="0">
                <a:cs typeface="Arial" panose="020B0604020202020204" pitchFamily="34" charset="0"/>
              </a:rPr>
              <a:t>l</a:t>
            </a:r>
            <a:r>
              <a:rPr sz="1800" b="1" spc="30" dirty="0">
                <a:cs typeface="Arial" panose="020B0604020202020204" pitchFamily="34" charset="0"/>
              </a:rPr>
              <a:t>a</a:t>
            </a:r>
            <a:r>
              <a:rPr sz="1800" b="1" spc="75" dirty="0">
                <a:cs typeface="Arial" panose="020B0604020202020204" pitchFamily="34" charset="0"/>
              </a:rPr>
              <a:t>ss</a:t>
            </a:r>
            <a:r>
              <a:rPr sz="1800" b="1" spc="-70" dirty="0">
                <a:cs typeface="Arial" panose="020B0604020202020204" pitchFamily="34" charset="0"/>
              </a:rPr>
              <a:t> </a:t>
            </a:r>
            <a:r>
              <a:rPr sz="1800" b="1" spc="5" dirty="0">
                <a:cs typeface="Arial" panose="020B0604020202020204" pitchFamily="34" charset="0"/>
              </a:rPr>
              <a:t>name</a:t>
            </a:r>
            <a:endParaRPr sz="1800" dirty="0">
              <a:cs typeface="Arial" panose="020B0604020202020204" pitchFamily="34" charset="0"/>
            </a:endParaRPr>
          </a:p>
          <a:p>
            <a:pPr marL="812165">
              <a:spcBef>
                <a:spcPts val="250"/>
              </a:spcBef>
              <a:defRPr/>
            </a:pPr>
            <a:r>
              <a:rPr sz="1800" dirty="0">
                <a:cs typeface="Arial" panose="020B0604020202020204" pitchFamily="34" charset="0"/>
              </a:rPr>
              <a:t>const</a:t>
            </a:r>
            <a:r>
              <a:rPr sz="1800" spc="40" dirty="0">
                <a:cs typeface="Arial" panose="020B0604020202020204" pitchFamily="34" charset="0"/>
              </a:rPr>
              <a:t> </a:t>
            </a:r>
            <a:r>
              <a:rPr sz="1800" dirty="0">
                <a:cs typeface="Arial" panose="020B0604020202020204" pitchFamily="34" charset="0"/>
              </a:rPr>
              <a:t>x</a:t>
            </a:r>
            <a:r>
              <a:rPr sz="1800" spc="35" dirty="0">
                <a:cs typeface="Arial" panose="020B0604020202020204" pitchFamily="34" charset="0"/>
              </a:rPr>
              <a:t> </a:t>
            </a:r>
            <a:r>
              <a:rPr sz="1800" dirty="0">
                <a:cs typeface="Arial" panose="020B0604020202020204" pitchFamily="34" charset="0"/>
              </a:rPr>
              <a:t>=</a:t>
            </a:r>
            <a:r>
              <a:rPr sz="1800" spc="35" dirty="0">
                <a:cs typeface="Arial" panose="020B0604020202020204" pitchFamily="34" charset="0"/>
              </a:rPr>
              <a:t> </a:t>
            </a:r>
            <a:r>
              <a:rPr sz="1800" dirty="0">
                <a:cs typeface="Arial" panose="020B0604020202020204" pitchFamily="34" charset="0"/>
              </a:rPr>
              <a:t>document.getElementsByClassName("intro");</a:t>
            </a:r>
          </a:p>
          <a:p>
            <a:pPr marL="812165" lvl="1" indent="-317500">
              <a:spcBef>
                <a:spcPts val="254"/>
              </a:spcBef>
              <a:buFont typeface="Times New Roman"/>
              <a:buChar char="○"/>
              <a:tabLst>
                <a:tab pos="812165" algn="l"/>
                <a:tab pos="812800" algn="l"/>
              </a:tabLst>
              <a:defRPr/>
            </a:pPr>
            <a:r>
              <a:rPr sz="1800" b="1" spc="5" dirty="0">
                <a:cs typeface="Arial" panose="020B0604020202020204" pitchFamily="34" charset="0"/>
              </a:rPr>
              <a:t>Finding</a:t>
            </a:r>
            <a:r>
              <a:rPr sz="1800" b="1" spc="-95" dirty="0">
                <a:cs typeface="Arial" panose="020B0604020202020204" pitchFamily="34" charset="0"/>
              </a:rPr>
              <a:t> </a:t>
            </a:r>
            <a:r>
              <a:rPr sz="1800" b="1" spc="50" dirty="0">
                <a:cs typeface="Arial" panose="020B0604020202020204" pitchFamily="34" charset="0"/>
              </a:rPr>
              <a:t>HTML</a:t>
            </a:r>
            <a:r>
              <a:rPr sz="1800" b="1" spc="-65" dirty="0">
                <a:cs typeface="Arial" panose="020B0604020202020204" pitchFamily="34" charset="0"/>
              </a:rPr>
              <a:t> </a:t>
            </a:r>
            <a:r>
              <a:rPr sz="1800" b="1" spc="-15" dirty="0">
                <a:cs typeface="Arial" panose="020B0604020202020204" pitchFamily="34" charset="0"/>
              </a:rPr>
              <a:t>elements</a:t>
            </a:r>
            <a:r>
              <a:rPr sz="1800" b="1" spc="-90" dirty="0">
                <a:cs typeface="Arial" panose="020B0604020202020204" pitchFamily="34" charset="0"/>
              </a:rPr>
              <a:t> </a:t>
            </a:r>
            <a:r>
              <a:rPr sz="1800" b="1" dirty="0">
                <a:cs typeface="Arial" panose="020B0604020202020204" pitchFamily="34" charset="0"/>
              </a:rPr>
              <a:t>by</a:t>
            </a:r>
            <a:r>
              <a:rPr sz="1800" b="1" spc="-50" dirty="0">
                <a:cs typeface="Arial" panose="020B0604020202020204" pitchFamily="34" charset="0"/>
              </a:rPr>
              <a:t> </a:t>
            </a:r>
            <a:r>
              <a:rPr sz="1800" b="1" spc="120" dirty="0">
                <a:cs typeface="Arial" panose="020B0604020202020204" pitchFamily="34" charset="0"/>
              </a:rPr>
              <a:t>CSS</a:t>
            </a:r>
            <a:r>
              <a:rPr sz="1800" b="1" spc="-50" dirty="0">
                <a:cs typeface="Arial" panose="020B0604020202020204" pitchFamily="34" charset="0"/>
              </a:rPr>
              <a:t> </a:t>
            </a:r>
            <a:r>
              <a:rPr sz="1800" b="1" spc="-15" dirty="0">
                <a:cs typeface="Arial" panose="020B0604020202020204" pitchFamily="34" charset="0"/>
              </a:rPr>
              <a:t>selectors</a:t>
            </a:r>
            <a:r>
              <a:rPr sz="1800" b="1" spc="-85" dirty="0">
                <a:cs typeface="Arial" panose="020B0604020202020204" pitchFamily="34" charset="0"/>
              </a:rPr>
              <a:t> </a:t>
            </a:r>
            <a:r>
              <a:rPr sz="1800" b="1" spc="-5" dirty="0">
                <a:cs typeface="Arial" panose="020B0604020202020204" pitchFamily="34" charset="0"/>
              </a:rPr>
              <a:t>(querySelectorAll,</a:t>
            </a:r>
            <a:r>
              <a:rPr sz="1800" b="1" spc="55" dirty="0">
                <a:cs typeface="Arial" panose="020B0604020202020204" pitchFamily="34" charset="0"/>
              </a:rPr>
              <a:t> </a:t>
            </a:r>
            <a:r>
              <a:rPr sz="1800" b="1" spc="-5" dirty="0">
                <a:cs typeface="Arial" panose="020B0604020202020204" pitchFamily="34" charset="0"/>
              </a:rPr>
              <a:t>querySelector)</a:t>
            </a:r>
            <a:endParaRPr sz="1800" dirty="0">
              <a:cs typeface="Arial" panose="020B0604020202020204" pitchFamily="34" charset="0"/>
            </a:endParaRPr>
          </a:p>
          <a:p>
            <a:pPr marL="812165">
              <a:spcBef>
                <a:spcPts val="254"/>
              </a:spcBef>
              <a:defRPr/>
            </a:pPr>
            <a:r>
              <a:rPr sz="1800" dirty="0">
                <a:cs typeface="Arial" panose="020B0604020202020204" pitchFamily="34" charset="0"/>
              </a:rPr>
              <a:t>const</a:t>
            </a:r>
            <a:r>
              <a:rPr sz="1800" spc="30" dirty="0">
                <a:cs typeface="Arial" panose="020B0604020202020204" pitchFamily="34" charset="0"/>
              </a:rPr>
              <a:t> </a:t>
            </a:r>
            <a:r>
              <a:rPr sz="1800" dirty="0">
                <a:cs typeface="Arial" panose="020B0604020202020204" pitchFamily="34" charset="0"/>
              </a:rPr>
              <a:t>x</a:t>
            </a:r>
            <a:r>
              <a:rPr sz="1800" spc="30" dirty="0">
                <a:cs typeface="Arial" panose="020B0604020202020204" pitchFamily="34" charset="0"/>
              </a:rPr>
              <a:t> </a:t>
            </a:r>
            <a:r>
              <a:rPr sz="1800" dirty="0">
                <a:cs typeface="Arial" panose="020B0604020202020204" pitchFamily="34" charset="0"/>
              </a:rPr>
              <a:t>=</a:t>
            </a:r>
            <a:r>
              <a:rPr sz="1800" spc="25" dirty="0">
                <a:cs typeface="Arial" panose="020B0604020202020204" pitchFamily="34" charset="0"/>
              </a:rPr>
              <a:t> </a:t>
            </a:r>
            <a:r>
              <a:rPr sz="1800" dirty="0">
                <a:cs typeface="Arial" panose="020B0604020202020204" pitchFamily="34" charset="0"/>
              </a:rPr>
              <a:t>document.querySelectorAll("p.intro");</a:t>
            </a:r>
          </a:p>
          <a:p>
            <a:pPr marL="812165" lvl="1" indent="-317500">
              <a:spcBef>
                <a:spcPts val="250"/>
              </a:spcBef>
              <a:buFont typeface="Times New Roman"/>
              <a:buChar char="○"/>
              <a:tabLst>
                <a:tab pos="812165" algn="l"/>
                <a:tab pos="812800" algn="l"/>
              </a:tabLst>
              <a:defRPr/>
            </a:pPr>
            <a:r>
              <a:rPr sz="1800" b="1" spc="-15" dirty="0">
                <a:cs typeface="Arial" panose="020B0604020202020204" pitchFamily="34" charset="0"/>
              </a:rPr>
              <a:t>Fin</a:t>
            </a:r>
            <a:r>
              <a:rPr sz="1800" b="1" spc="20" dirty="0">
                <a:cs typeface="Arial" panose="020B0604020202020204" pitchFamily="34" charset="0"/>
              </a:rPr>
              <a:t>d</a:t>
            </a:r>
            <a:r>
              <a:rPr sz="1800" b="1" spc="-20" dirty="0">
                <a:cs typeface="Arial" panose="020B0604020202020204" pitchFamily="34" charset="0"/>
              </a:rPr>
              <a:t>i</a:t>
            </a:r>
            <a:r>
              <a:rPr sz="1800" b="1" spc="-40" dirty="0">
                <a:cs typeface="Arial" panose="020B0604020202020204" pitchFamily="34" charset="0"/>
              </a:rPr>
              <a:t>n</a:t>
            </a:r>
            <a:r>
              <a:rPr sz="1800" b="1" spc="125" dirty="0">
                <a:cs typeface="Arial" panose="020B0604020202020204" pitchFamily="34" charset="0"/>
              </a:rPr>
              <a:t>g</a:t>
            </a:r>
            <a:r>
              <a:rPr sz="1800" b="1" spc="-100" dirty="0">
                <a:cs typeface="Arial" panose="020B0604020202020204" pitchFamily="34" charset="0"/>
              </a:rPr>
              <a:t> </a:t>
            </a:r>
            <a:r>
              <a:rPr sz="1800" b="1" spc="25" dirty="0">
                <a:cs typeface="Arial" panose="020B0604020202020204" pitchFamily="34" charset="0"/>
              </a:rPr>
              <a:t>HT</a:t>
            </a:r>
            <a:r>
              <a:rPr sz="1800" b="1" spc="175" dirty="0">
                <a:cs typeface="Arial" panose="020B0604020202020204" pitchFamily="34" charset="0"/>
              </a:rPr>
              <a:t>M</a:t>
            </a:r>
            <a:r>
              <a:rPr sz="1800" b="1" spc="-35" dirty="0">
                <a:cs typeface="Arial" panose="020B0604020202020204" pitchFamily="34" charset="0"/>
              </a:rPr>
              <a:t>L</a:t>
            </a:r>
            <a:r>
              <a:rPr sz="1800" b="1" spc="-75" dirty="0">
                <a:cs typeface="Arial" panose="020B0604020202020204" pitchFamily="34" charset="0"/>
              </a:rPr>
              <a:t> </a:t>
            </a:r>
            <a:r>
              <a:rPr sz="1800" b="1" spc="-35" dirty="0">
                <a:cs typeface="Arial" panose="020B0604020202020204" pitchFamily="34" charset="0"/>
              </a:rPr>
              <a:t>ele</a:t>
            </a:r>
            <a:r>
              <a:rPr sz="1800" b="1" spc="20" dirty="0">
                <a:cs typeface="Arial" panose="020B0604020202020204" pitchFamily="34" charset="0"/>
              </a:rPr>
              <a:t>m</a:t>
            </a:r>
            <a:r>
              <a:rPr sz="1800" b="1" spc="-55" dirty="0">
                <a:cs typeface="Arial" panose="020B0604020202020204" pitchFamily="34" charset="0"/>
              </a:rPr>
              <a:t>e</a:t>
            </a:r>
            <a:r>
              <a:rPr sz="1800" b="1" dirty="0">
                <a:cs typeface="Arial" panose="020B0604020202020204" pitchFamily="34" charset="0"/>
              </a:rPr>
              <a:t>n</a:t>
            </a:r>
            <a:r>
              <a:rPr sz="1800" b="1" spc="-65" dirty="0">
                <a:cs typeface="Arial" panose="020B0604020202020204" pitchFamily="34" charset="0"/>
              </a:rPr>
              <a:t>t</a:t>
            </a:r>
            <a:r>
              <a:rPr sz="1800" b="1" spc="75" dirty="0">
                <a:cs typeface="Arial" panose="020B0604020202020204" pitchFamily="34" charset="0"/>
              </a:rPr>
              <a:t>s</a:t>
            </a:r>
            <a:r>
              <a:rPr sz="1800" b="1" spc="-95" dirty="0">
                <a:cs typeface="Arial" panose="020B0604020202020204" pitchFamily="34" charset="0"/>
              </a:rPr>
              <a:t> </a:t>
            </a:r>
            <a:r>
              <a:rPr sz="1800" b="1" dirty="0">
                <a:cs typeface="Arial" panose="020B0604020202020204" pitchFamily="34" charset="0"/>
              </a:rPr>
              <a:t>by</a:t>
            </a:r>
            <a:r>
              <a:rPr sz="1800" b="1" spc="-60" dirty="0">
                <a:cs typeface="Arial" panose="020B0604020202020204" pitchFamily="34" charset="0"/>
              </a:rPr>
              <a:t> </a:t>
            </a:r>
            <a:r>
              <a:rPr sz="1800" b="1" spc="25" dirty="0">
                <a:cs typeface="Arial" panose="020B0604020202020204" pitchFamily="34" charset="0"/>
              </a:rPr>
              <a:t>HT</a:t>
            </a:r>
            <a:r>
              <a:rPr sz="1800" b="1" spc="175" dirty="0">
                <a:cs typeface="Arial" panose="020B0604020202020204" pitchFamily="34" charset="0"/>
              </a:rPr>
              <a:t>M</a:t>
            </a:r>
            <a:r>
              <a:rPr sz="1800" b="1" spc="-35" dirty="0">
                <a:cs typeface="Arial" panose="020B0604020202020204" pitchFamily="34" charset="0"/>
              </a:rPr>
              <a:t>L</a:t>
            </a:r>
            <a:r>
              <a:rPr sz="1800" b="1" spc="-75" dirty="0">
                <a:cs typeface="Arial" panose="020B0604020202020204" pitchFamily="34" charset="0"/>
              </a:rPr>
              <a:t> </a:t>
            </a:r>
            <a:r>
              <a:rPr sz="1800" b="1" spc="10" dirty="0">
                <a:cs typeface="Arial" panose="020B0604020202020204" pitchFamily="34" charset="0"/>
              </a:rPr>
              <a:t>o</a:t>
            </a:r>
            <a:r>
              <a:rPr sz="1800" b="1" spc="-50" dirty="0">
                <a:cs typeface="Arial" panose="020B0604020202020204" pitchFamily="34" charset="0"/>
              </a:rPr>
              <a:t>bj</a:t>
            </a:r>
            <a:r>
              <a:rPr sz="1800" b="1" spc="-60" dirty="0">
                <a:cs typeface="Arial" panose="020B0604020202020204" pitchFamily="34" charset="0"/>
              </a:rPr>
              <a:t>e</a:t>
            </a:r>
            <a:r>
              <a:rPr sz="1800" b="1" spc="-15" dirty="0">
                <a:cs typeface="Arial" panose="020B0604020202020204" pitchFamily="34" charset="0"/>
              </a:rPr>
              <a:t>c</a:t>
            </a:r>
            <a:r>
              <a:rPr sz="1800" b="1" spc="-50" dirty="0">
                <a:cs typeface="Arial" panose="020B0604020202020204" pitchFamily="34" charset="0"/>
              </a:rPr>
              <a:t>t</a:t>
            </a:r>
            <a:r>
              <a:rPr sz="1800" b="1" spc="-90" dirty="0">
                <a:cs typeface="Arial" panose="020B0604020202020204" pitchFamily="34" charset="0"/>
              </a:rPr>
              <a:t> </a:t>
            </a:r>
            <a:r>
              <a:rPr sz="1800" b="1" spc="-15" dirty="0">
                <a:cs typeface="Arial" panose="020B0604020202020204" pitchFamily="34" charset="0"/>
              </a:rPr>
              <a:t>c</a:t>
            </a:r>
            <a:r>
              <a:rPr sz="1800" b="1" spc="10" dirty="0">
                <a:cs typeface="Arial" panose="020B0604020202020204" pitchFamily="34" charset="0"/>
              </a:rPr>
              <a:t>o</a:t>
            </a:r>
            <a:r>
              <a:rPr sz="1800" b="1" spc="-35" dirty="0">
                <a:cs typeface="Arial" panose="020B0604020202020204" pitchFamily="34" charset="0"/>
              </a:rPr>
              <a:t>lle</a:t>
            </a:r>
            <a:r>
              <a:rPr sz="1800" b="1" spc="-25" dirty="0">
                <a:cs typeface="Arial" panose="020B0604020202020204" pitchFamily="34" charset="0"/>
              </a:rPr>
              <a:t>cti</a:t>
            </a:r>
            <a:r>
              <a:rPr sz="1800" b="1" spc="-45" dirty="0">
                <a:cs typeface="Arial" panose="020B0604020202020204" pitchFamily="34" charset="0"/>
              </a:rPr>
              <a:t>o</a:t>
            </a:r>
            <a:r>
              <a:rPr sz="1800" b="1" dirty="0">
                <a:cs typeface="Arial" panose="020B0604020202020204" pitchFamily="34" charset="0"/>
              </a:rPr>
              <a:t>n</a:t>
            </a:r>
            <a:r>
              <a:rPr sz="1800" b="1" spc="75" dirty="0">
                <a:cs typeface="Arial" panose="020B0604020202020204" pitchFamily="34" charset="0"/>
              </a:rPr>
              <a:t>s</a:t>
            </a:r>
            <a:endParaRPr sz="1800" dirty="0">
              <a:cs typeface="Arial" panose="020B0604020202020204" pitchFamily="34" charset="0"/>
            </a:endParaRPr>
          </a:p>
        </p:txBody>
      </p:sp>
      <p:sp>
        <p:nvSpPr>
          <p:cNvPr id="4" name="object 4">
            <a:extLst>
              <a:ext uri="{FF2B5EF4-FFF2-40B4-BE49-F238E27FC236}">
                <a16:creationId xmlns:a16="http://schemas.microsoft.com/office/drawing/2014/main" id="{34621179-73CB-602B-DF11-7096DAE1D6AC}"/>
              </a:ext>
            </a:extLst>
          </p:cNvPr>
          <p:cNvSpPr txBox="1"/>
          <p:nvPr/>
        </p:nvSpPr>
        <p:spPr>
          <a:xfrm>
            <a:off x="967408" y="5282474"/>
            <a:ext cx="3528392" cy="622863"/>
          </a:xfrm>
          <a:prstGeom prst="rect">
            <a:avLst/>
          </a:prstGeom>
        </p:spPr>
        <p:txBody>
          <a:bodyPr wrap="square" lIns="0" tIns="12700" rIns="0" bIns="0">
            <a:spAutoFit/>
          </a:bodyPr>
          <a:lstStyle>
            <a:lvl1pPr marL="127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115000"/>
              </a:lnSpc>
              <a:spcBef>
                <a:spcPts val="100"/>
              </a:spcBef>
            </a:pPr>
            <a:r>
              <a:rPr lang="en-US" altLang="en-US" sz="1800" dirty="0">
                <a:cs typeface="Arial" panose="020B0604020202020204" pitchFamily="34" charset="0"/>
              </a:rPr>
              <a:t>const x = </a:t>
            </a:r>
            <a:r>
              <a:rPr lang="en-US" altLang="en-US" sz="1800" dirty="0" err="1">
                <a:cs typeface="Arial" panose="020B0604020202020204" pitchFamily="34" charset="0"/>
              </a:rPr>
              <a:t>document.forms</a:t>
            </a:r>
            <a:r>
              <a:rPr lang="en-US" altLang="en-US" sz="1800" dirty="0">
                <a:cs typeface="Arial" panose="020B0604020202020204" pitchFamily="34" charset="0"/>
              </a:rPr>
              <a:t>[‘name’]  const x = </a:t>
            </a:r>
            <a:r>
              <a:rPr lang="en-US" altLang="en-US" sz="1800" dirty="0" err="1">
                <a:cs typeface="Arial" panose="020B0604020202020204" pitchFamily="34" charset="0"/>
              </a:rPr>
              <a:t>document.forms</a:t>
            </a:r>
            <a:r>
              <a:rPr lang="en-US" altLang="en-US" sz="1800" dirty="0">
                <a:cs typeface="Arial" panose="020B0604020202020204" pitchFamily="34" charset="0"/>
              </a:rPr>
              <a:t>[0]</a:t>
            </a:r>
          </a:p>
        </p:txBody>
      </p:sp>
      <p:sp>
        <p:nvSpPr>
          <p:cNvPr id="5" name="object 5">
            <a:extLst>
              <a:ext uri="{FF2B5EF4-FFF2-40B4-BE49-F238E27FC236}">
                <a16:creationId xmlns:a16="http://schemas.microsoft.com/office/drawing/2014/main" id="{A0328E55-6CD7-D4A6-8EF1-CA93AC8FAC65}"/>
              </a:ext>
            </a:extLst>
          </p:cNvPr>
          <p:cNvSpPr txBox="1"/>
          <p:nvPr/>
        </p:nvSpPr>
        <p:spPr>
          <a:xfrm>
            <a:off x="4644008" y="5232076"/>
            <a:ext cx="4244405" cy="734817"/>
          </a:xfrm>
          <a:prstGeom prst="rect">
            <a:avLst/>
          </a:prstGeom>
        </p:spPr>
        <p:txBody>
          <a:bodyPr wrap="square" lIns="0" tIns="90170" rIns="0" bIns="0">
            <a:spAutoFit/>
          </a:bodyPr>
          <a:lstStyle/>
          <a:p>
            <a:pPr marL="12700">
              <a:spcBef>
                <a:spcPts val="710"/>
              </a:spcBef>
              <a:defRPr/>
            </a:pPr>
            <a:r>
              <a:rPr sz="1800" spc="-10" dirty="0">
                <a:cs typeface="Arial" panose="020B0604020202020204" pitchFamily="34" charset="0"/>
              </a:rPr>
              <a:t>//return</a:t>
            </a:r>
            <a:r>
              <a:rPr sz="1800" spc="-15" dirty="0">
                <a:cs typeface="Arial" panose="020B0604020202020204" pitchFamily="34" charset="0"/>
              </a:rPr>
              <a:t> </a:t>
            </a:r>
            <a:r>
              <a:rPr sz="1800" spc="-10" dirty="0">
                <a:cs typeface="Arial" panose="020B0604020202020204" pitchFamily="34" charset="0"/>
              </a:rPr>
              <a:t>form element that </a:t>
            </a:r>
            <a:r>
              <a:rPr sz="1800" spc="-5" dirty="0">
                <a:cs typeface="Arial" panose="020B0604020202020204" pitchFamily="34" charset="0"/>
              </a:rPr>
              <a:t>has</a:t>
            </a:r>
            <a:r>
              <a:rPr sz="1800" spc="-15" dirty="0">
                <a:cs typeface="Arial" panose="020B0604020202020204" pitchFamily="34" charset="0"/>
              </a:rPr>
              <a:t> </a:t>
            </a:r>
            <a:r>
              <a:rPr sz="1800" spc="-10" dirty="0">
                <a:cs typeface="Arial" panose="020B0604020202020204" pitchFamily="34" charset="0"/>
              </a:rPr>
              <a:t>name</a:t>
            </a:r>
            <a:endParaRPr lang="en-GB" sz="1800" dirty="0">
              <a:cs typeface="Arial" panose="020B0604020202020204" pitchFamily="34" charset="0"/>
            </a:endParaRPr>
          </a:p>
          <a:p>
            <a:pPr marL="12700">
              <a:spcBef>
                <a:spcPts val="710"/>
              </a:spcBef>
              <a:defRPr/>
            </a:pPr>
            <a:r>
              <a:rPr sz="1800" spc="-10" dirty="0">
                <a:cs typeface="Arial" panose="020B0604020202020204" pitchFamily="34" charset="0"/>
              </a:rPr>
              <a:t>//return</a:t>
            </a:r>
            <a:r>
              <a:rPr sz="1800" spc="-15" dirty="0">
                <a:cs typeface="Arial" panose="020B0604020202020204" pitchFamily="34" charset="0"/>
              </a:rPr>
              <a:t> </a:t>
            </a:r>
            <a:r>
              <a:rPr sz="1800" spc="-10" dirty="0">
                <a:cs typeface="Arial" panose="020B0604020202020204" pitchFamily="34" charset="0"/>
              </a:rPr>
              <a:t>first</a:t>
            </a:r>
            <a:r>
              <a:rPr sz="1800" spc="-15" dirty="0">
                <a:cs typeface="Arial" panose="020B0604020202020204" pitchFamily="34" charset="0"/>
              </a:rPr>
              <a:t> </a:t>
            </a:r>
            <a:r>
              <a:rPr sz="1800" spc="-10" dirty="0">
                <a:cs typeface="Arial" panose="020B0604020202020204" pitchFamily="34" charset="0"/>
              </a:rPr>
              <a:t>form element</a:t>
            </a:r>
            <a:r>
              <a:rPr sz="1800" spc="-15" dirty="0">
                <a:cs typeface="Arial" panose="020B0604020202020204" pitchFamily="34" charset="0"/>
              </a:rPr>
              <a:t> </a:t>
            </a:r>
            <a:r>
              <a:rPr sz="1800" spc="-5" dirty="0">
                <a:cs typeface="Arial" panose="020B0604020202020204" pitchFamily="34" charset="0"/>
              </a:rPr>
              <a:t>in</a:t>
            </a:r>
            <a:r>
              <a:rPr sz="1800" spc="-10" dirty="0">
                <a:cs typeface="Arial" panose="020B0604020202020204" pitchFamily="34" charset="0"/>
              </a:rPr>
              <a:t> webpage</a:t>
            </a:r>
            <a:endParaRPr sz="1800" dirty="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7369C-1A83-0E83-95E3-FFBE1D8714DE}"/>
              </a:ext>
            </a:extLst>
          </p:cNvPr>
          <p:cNvSpPr>
            <a:spLocks noGrp="1"/>
          </p:cNvSpPr>
          <p:nvPr>
            <p:ph type="title"/>
          </p:nvPr>
        </p:nvSpPr>
        <p:spPr/>
        <p:txBody>
          <a:bodyPr/>
          <a:lstStyle/>
          <a:p>
            <a:r>
              <a:rPr lang="en-US" dirty="0"/>
              <a:t>Quiz - 1</a:t>
            </a:r>
            <a:endParaRPr lang="en-GB" dirty="0"/>
          </a:p>
        </p:txBody>
      </p:sp>
      <p:sp>
        <p:nvSpPr>
          <p:cNvPr id="4" name="Rectangle 1">
            <a:extLst>
              <a:ext uri="{FF2B5EF4-FFF2-40B4-BE49-F238E27FC236}">
                <a16:creationId xmlns:a16="http://schemas.microsoft.com/office/drawing/2014/main" id="{E664A23B-C42D-B317-B2A1-23E39C88C8F4}"/>
              </a:ext>
            </a:extLst>
          </p:cNvPr>
          <p:cNvSpPr>
            <a:spLocks noGrp="1" noChangeArrowheads="1"/>
          </p:cNvSpPr>
          <p:nvPr>
            <p:ph idx="1"/>
          </p:nvPr>
        </p:nvSpPr>
        <p:spPr bwMode="auto">
          <a:xfrm>
            <a:off x="353182" y="1556792"/>
            <a:ext cx="8285236" cy="44012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1. What does DOM stand for in web development?</a:t>
            </a: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A) Dynamic Object Model</a:t>
            </a: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B) Document Object Model</a:t>
            </a: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C) Display Object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2. Which object is the topmost object in the DOM hierarchy?</a:t>
            </a: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A) document</a:t>
            </a: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B) window</a:t>
            </a: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C) </a:t>
            </a:r>
            <a:r>
              <a:rPr kumimoji="0" lang="en-US" altLang="en-US" sz="2000" i="0" u="none" strike="noStrike" cap="none" normalizeH="0" baseline="0" dirty="0" err="1">
                <a:ln>
                  <a:noFill/>
                </a:ln>
                <a:solidFill>
                  <a:srgbClr val="0D0D0D"/>
                </a:solidFill>
                <a:effectLst/>
                <a:cs typeface="Arial" panose="020B0604020202020204" pitchFamily="34" charset="0"/>
              </a:rPr>
              <a:t>HTMLDocument</a:t>
            </a:r>
            <a:endParaRPr kumimoji="0" lang="en-US" altLang="en-US" sz="2000" i="0" u="none" strike="noStrike" cap="none" normalizeH="0" baseline="0" dirty="0">
              <a:ln>
                <a:noFill/>
              </a:ln>
              <a:solidFill>
                <a:srgbClr val="0D0D0D"/>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3. How can you access an element by its ID in the DOM?</a:t>
            </a: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A) </a:t>
            </a:r>
            <a:r>
              <a:rPr kumimoji="0" lang="en-US" altLang="en-US" sz="2000" i="0" u="none" strike="noStrike" cap="none" normalizeH="0" baseline="0" dirty="0" err="1">
                <a:ln>
                  <a:noFill/>
                </a:ln>
                <a:solidFill>
                  <a:srgbClr val="0D0D0D"/>
                </a:solidFill>
                <a:effectLst/>
                <a:cs typeface="Arial" panose="020B0604020202020204" pitchFamily="34" charset="0"/>
              </a:rPr>
              <a:t>document.getElement</a:t>
            </a:r>
            <a:r>
              <a:rPr kumimoji="0" lang="en-US" altLang="en-US" sz="2000" i="0" u="none" strike="noStrike" cap="none" normalizeH="0" baseline="0" dirty="0">
                <a:ln>
                  <a:noFill/>
                </a:ln>
                <a:solidFill>
                  <a:srgbClr val="0D0D0D"/>
                </a:solidFill>
                <a:effectLst/>
                <a:cs typeface="Arial" panose="020B0604020202020204" pitchFamily="34" charset="0"/>
              </a:rPr>
              <a:t>('</a:t>
            </a:r>
            <a:r>
              <a:rPr kumimoji="0" lang="en-US" altLang="en-US" sz="2000" i="0" u="none" strike="noStrike" cap="none" normalizeH="0" baseline="0" dirty="0" err="1">
                <a:ln>
                  <a:noFill/>
                </a:ln>
                <a:solidFill>
                  <a:srgbClr val="0D0D0D"/>
                </a:solidFill>
                <a:effectLst/>
                <a:cs typeface="Arial" panose="020B0604020202020204" pitchFamily="34" charset="0"/>
              </a:rPr>
              <a:t>idname</a:t>
            </a:r>
            <a:r>
              <a:rPr kumimoji="0" lang="en-US" altLang="en-US" sz="2000" i="0" u="none" strike="noStrike" cap="none" normalizeH="0" baseline="0" dirty="0">
                <a:ln>
                  <a:noFill/>
                </a:ln>
                <a:solidFill>
                  <a:srgbClr val="0D0D0D"/>
                </a:solidFill>
                <a:effectLst/>
                <a:cs typeface="Arial" panose="020B0604020202020204" pitchFamily="34" charset="0"/>
              </a:rPr>
              <a:t>');</a:t>
            </a: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B) </a:t>
            </a:r>
            <a:r>
              <a:rPr kumimoji="0" lang="en-US" altLang="en-US" sz="2000" i="0" u="none" strike="noStrike" cap="none" normalizeH="0" baseline="0" dirty="0" err="1">
                <a:ln>
                  <a:noFill/>
                </a:ln>
                <a:solidFill>
                  <a:srgbClr val="0D0D0D"/>
                </a:solidFill>
                <a:effectLst/>
                <a:cs typeface="Arial" panose="020B0604020202020204" pitchFamily="34" charset="0"/>
              </a:rPr>
              <a:t>document.getElementById</a:t>
            </a:r>
            <a:r>
              <a:rPr kumimoji="0" lang="en-US" altLang="en-US" sz="2000" i="0" u="none" strike="noStrike" cap="none" normalizeH="0" baseline="0" dirty="0">
                <a:ln>
                  <a:noFill/>
                </a:ln>
                <a:solidFill>
                  <a:srgbClr val="0D0D0D"/>
                </a:solidFill>
                <a:effectLst/>
                <a:cs typeface="Arial" panose="020B0604020202020204" pitchFamily="34" charset="0"/>
              </a:rPr>
              <a:t>('</a:t>
            </a:r>
            <a:r>
              <a:rPr kumimoji="0" lang="en-US" altLang="en-US" sz="2000" i="0" u="none" strike="noStrike" cap="none" normalizeH="0" baseline="0" dirty="0" err="1">
                <a:ln>
                  <a:noFill/>
                </a:ln>
                <a:solidFill>
                  <a:srgbClr val="0D0D0D"/>
                </a:solidFill>
                <a:effectLst/>
                <a:cs typeface="Arial" panose="020B0604020202020204" pitchFamily="34" charset="0"/>
              </a:rPr>
              <a:t>idname</a:t>
            </a:r>
            <a:r>
              <a:rPr kumimoji="0" lang="en-US" altLang="en-US" sz="2000" i="0" u="none" strike="noStrike" cap="none" normalizeH="0" baseline="0" dirty="0">
                <a:ln>
                  <a:noFill/>
                </a:ln>
                <a:solidFill>
                  <a:srgbClr val="0D0D0D"/>
                </a:solidFill>
                <a:effectLst/>
                <a:cs typeface="Arial" panose="020B0604020202020204" pitchFamily="34" charset="0"/>
              </a:rPr>
              <a:t>');</a:t>
            </a:r>
            <a:endParaRPr kumimoji="0" lang="en-US" altLang="en-US" sz="200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u="none" strike="noStrike" cap="none" normalizeH="0" baseline="0" dirty="0">
                <a:ln>
                  <a:noFill/>
                </a:ln>
                <a:solidFill>
                  <a:srgbClr val="0D0D0D"/>
                </a:solidFill>
                <a:effectLst/>
                <a:cs typeface="Arial" panose="020B0604020202020204" pitchFamily="34" charset="0"/>
              </a:rPr>
              <a:t>C) </a:t>
            </a:r>
            <a:r>
              <a:rPr kumimoji="0" lang="en-US" altLang="en-US" sz="2000" i="0" u="none" strike="noStrike" cap="none" normalizeH="0" baseline="0" dirty="0" err="1">
                <a:ln>
                  <a:noFill/>
                </a:ln>
                <a:solidFill>
                  <a:srgbClr val="0D0D0D"/>
                </a:solidFill>
                <a:effectLst/>
                <a:cs typeface="Arial" panose="020B0604020202020204" pitchFamily="34" charset="0"/>
              </a:rPr>
              <a:t>document.querySelector</a:t>
            </a:r>
            <a:r>
              <a:rPr kumimoji="0" lang="en-US" altLang="en-US" sz="2000" i="0" u="none" strike="noStrike" cap="none" normalizeH="0" baseline="0" dirty="0">
                <a:ln>
                  <a:noFill/>
                </a:ln>
                <a:solidFill>
                  <a:srgbClr val="0D0D0D"/>
                </a:solidFill>
                <a:effectLst/>
                <a:cs typeface="Arial" panose="020B0604020202020204" pitchFamily="34" charset="0"/>
              </a:rPr>
              <a:t>('#</a:t>
            </a:r>
            <a:r>
              <a:rPr kumimoji="0" lang="en-US" altLang="en-US" sz="2000" i="0" u="none" strike="noStrike" cap="none" normalizeH="0" baseline="0" dirty="0" err="1">
                <a:ln>
                  <a:noFill/>
                </a:ln>
                <a:solidFill>
                  <a:srgbClr val="0D0D0D"/>
                </a:solidFill>
                <a:effectLst/>
                <a:cs typeface="Arial" panose="020B0604020202020204" pitchFamily="34" charset="0"/>
              </a:rPr>
              <a:t>idname</a:t>
            </a:r>
            <a:r>
              <a:rPr kumimoji="0" lang="en-US" altLang="en-US" sz="2000" i="0" u="none" strike="noStrike" cap="none" normalizeH="0" baseline="0" dirty="0">
                <a:ln>
                  <a:noFill/>
                </a:ln>
                <a:solidFill>
                  <a:srgbClr val="0D0D0D"/>
                </a:solidFill>
                <a:effectLst/>
                <a:cs typeface="Arial" panose="020B0604020202020204" pitchFamily="34" charset="0"/>
              </a:rPr>
              <a:t>');</a:t>
            </a:r>
            <a:endParaRPr kumimoji="0" lang="en-US" altLang="en-US" sz="200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3858646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FF44CD-6496-8CBE-E99D-84C363EB0E4E}"/>
              </a:ext>
            </a:extLst>
          </p:cNvPr>
          <p:cNvSpPr>
            <a:spLocks noGrp="1"/>
          </p:cNvSpPr>
          <p:nvPr>
            <p:ph type="title"/>
          </p:nvPr>
        </p:nvSpPr>
        <p:spPr/>
        <p:txBody>
          <a:bodyPr/>
          <a:lstStyle/>
          <a:p>
            <a:r>
              <a:rPr lang="en-US" dirty="0"/>
              <a:t>Access DOM elements</a:t>
            </a:r>
            <a:endParaRPr lang="en-GB" dirty="0"/>
          </a:p>
        </p:txBody>
      </p:sp>
      <p:sp>
        <p:nvSpPr>
          <p:cNvPr id="5" name="Text Placeholder 4">
            <a:extLst>
              <a:ext uri="{FF2B5EF4-FFF2-40B4-BE49-F238E27FC236}">
                <a16:creationId xmlns:a16="http://schemas.microsoft.com/office/drawing/2014/main" id="{BEB64AD0-3690-6882-D006-BCD389057E95}"/>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817450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6032928-0846-0506-1D6F-7D497465FD6E}"/>
              </a:ext>
            </a:extLst>
          </p:cNvPr>
          <p:cNvSpPr txBox="1">
            <a:spLocks noGrp="1"/>
          </p:cNvSpPr>
          <p:nvPr>
            <p:ph type="title"/>
          </p:nvPr>
        </p:nvSpPr>
        <p:spPr>
          <a:xfrm>
            <a:off x="103188" y="342422"/>
            <a:ext cx="8785225" cy="689932"/>
          </a:xfrm>
        </p:spPr>
        <p:txBody>
          <a:bodyPr lIns="0" tIns="12700" rIns="0" bIns="0" rtlCol="0">
            <a:spAutoFit/>
          </a:bodyPr>
          <a:lstStyle/>
          <a:p>
            <a:pPr marL="12700">
              <a:spcBef>
                <a:spcPts val="100"/>
              </a:spcBef>
              <a:defRPr/>
            </a:pPr>
            <a:r>
              <a:rPr lang="en-GB" spc="114" dirty="0"/>
              <a:t>Access</a:t>
            </a:r>
            <a:r>
              <a:rPr lang="en-GB" spc="-220" dirty="0"/>
              <a:t> </a:t>
            </a:r>
            <a:r>
              <a:rPr lang="en-GB" spc="114" dirty="0"/>
              <a:t>An</a:t>
            </a:r>
            <a:r>
              <a:rPr lang="en-GB" spc="-185" dirty="0"/>
              <a:t> </a:t>
            </a:r>
            <a:r>
              <a:rPr lang="en-GB" spc="425" dirty="0"/>
              <a:t>Element</a:t>
            </a:r>
            <a:endParaRPr lang="en-GB" dirty="0"/>
          </a:p>
        </p:txBody>
      </p:sp>
      <p:sp>
        <p:nvSpPr>
          <p:cNvPr id="3" name="object 3">
            <a:extLst>
              <a:ext uri="{FF2B5EF4-FFF2-40B4-BE49-F238E27FC236}">
                <a16:creationId xmlns:a16="http://schemas.microsoft.com/office/drawing/2014/main" id="{F037157E-F8AB-0377-2EE0-8E07CBD927CE}"/>
              </a:ext>
            </a:extLst>
          </p:cNvPr>
          <p:cNvSpPr txBox="1"/>
          <p:nvPr/>
        </p:nvSpPr>
        <p:spPr>
          <a:xfrm>
            <a:off x="251520" y="1906433"/>
            <a:ext cx="5291311" cy="3118803"/>
          </a:xfrm>
          <a:prstGeom prst="rect">
            <a:avLst/>
          </a:prstGeom>
        </p:spPr>
        <p:txBody>
          <a:bodyPr wrap="square" lIns="0" tIns="12700" rIns="0" bIns="0">
            <a:spAutoFit/>
          </a:bodyPr>
          <a:lstStyle>
            <a:lvl1pPr marL="127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ts val="100"/>
              </a:spcBef>
            </a:pPr>
            <a:r>
              <a:rPr lang="en-US" altLang="en-US" sz="2000" b="1" dirty="0">
                <a:solidFill>
                  <a:schemeClr val="accent6"/>
                </a:solidFill>
                <a:latin typeface="Arial MT"/>
                <a:ea typeface="Arial MT"/>
                <a:cs typeface="Arial MT"/>
              </a:rPr>
              <a:t>SELECT AN </a:t>
            </a:r>
            <a:r>
              <a:rPr lang="en-US" altLang="en-US" sz="2000" b="1" dirty="0">
                <a:solidFill>
                  <a:schemeClr val="accent6"/>
                </a:solidFill>
                <a:cs typeface="Arial" panose="020B0604020202020204" pitchFamily="34" charset="0"/>
              </a:rPr>
              <a:t>INDIVIDUAL ELEMENT </a:t>
            </a:r>
            <a:r>
              <a:rPr lang="en-US" altLang="en-US" sz="2000" b="1" dirty="0">
                <a:solidFill>
                  <a:schemeClr val="accent6"/>
                </a:solidFill>
                <a:latin typeface="Arial MT"/>
                <a:ea typeface="Arial MT"/>
                <a:cs typeface="Arial MT"/>
              </a:rPr>
              <a:t>NODE</a:t>
            </a:r>
          </a:p>
          <a:p>
            <a:pPr>
              <a:spcBef>
                <a:spcPts val="50"/>
              </a:spcBef>
            </a:pPr>
            <a:endParaRPr lang="en-US" altLang="en-US" sz="2800" dirty="0">
              <a:latin typeface="Arial MT"/>
              <a:ea typeface="Arial MT"/>
              <a:cs typeface="Arial MT"/>
            </a:endParaRPr>
          </a:p>
          <a:p>
            <a:pPr marL="298450" indent="-285750">
              <a:buClr>
                <a:srgbClr val="666666"/>
              </a:buClr>
              <a:buFont typeface="Arial" panose="020B0604020202020204" pitchFamily="34" charset="0"/>
              <a:buChar char="•"/>
            </a:pPr>
            <a:r>
              <a:rPr lang="en-US" altLang="en-US" sz="2000" dirty="0" err="1">
                <a:solidFill>
                  <a:srgbClr val="C00000"/>
                </a:solidFill>
                <a:latin typeface="Arial MT"/>
                <a:ea typeface="Arial MT"/>
                <a:cs typeface="Arial MT"/>
              </a:rPr>
              <a:t>getElementByld</a:t>
            </a:r>
            <a:r>
              <a:rPr lang="en-US" altLang="en-US" sz="2000" dirty="0">
                <a:solidFill>
                  <a:srgbClr val="C00000"/>
                </a:solidFill>
                <a:latin typeface="Arial MT"/>
                <a:ea typeface="Arial MT"/>
                <a:cs typeface="Arial MT"/>
              </a:rPr>
              <a:t> (‘id’) </a:t>
            </a:r>
          </a:p>
          <a:p>
            <a:pPr marL="1028700" lvl="1">
              <a:buClr>
                <a:srgbClr val="666666"/>
              </a:buClr>
              <a:buFont typeface="Arial" panose="020B0604020202020204" pitchFamily="34" charset="0"/>
              <a:buChar char="•"/>
            </a:pPr>
            <a:r>
              <a:rPr lang="en-US" altLang="en-US" sz="2000" dirty="0">
                <a:solidFill>
                  <a:srgbClr val="393939"/>
                </a:solidFill>
                <a:latin typeface="Arial MT"/>
                <a:ea typeface="Arial MT"/>
                <a:cs typeface="Arial MT"/>
              </a:rPr>
              <a:t>S</a:t>
            </a:r>
            <a:r>
              <a:rPr lang="en-US" altLang="en-US" sz="2000" dirty="0">
                <a:solidFill>
                  <a:srgbClr val="495251"/>
                </a:solidFill>
                <a:latin typeface="Arial MT"/>
                <a:ea typeface="Arial MT"/>
                <a:cs typeface="Arial MT"/>
              </a:rPr>
              <a:t>ele</a:t>
            </a:r>
            <a:r>
              <a:rPr lang="en-US" altLang="en-US" sz="2000" dirty="0">
                <a:solidFill>
                  <a:srgbClr val="393939"/>
                </a:solidFill>
                <a:latin typeface="Arial MT"/>
                <a:ea typeface="Arial MT"/>
                <a:cs typeface="Arial MT"/>
              </a:rPr>
              <a:t>cts an in</a:t>
            </a:r>
            <a:r>
              <a:rPr lang="en-US" altLang="en-US" sz="2000" dirty="0">
                <a:solidFill>
                  <a:srgbClr val="495251"/>
                </a:solidFill>
                <a:latin typeface="Arial MT"/>
                <a:ea typeface="Arial MT"/>
                <a:cs typeface="Arial MT"/>
              </a:rPr>
              <a:t>d</a:t>
            </a:r>
            <a:r>
              <a:rPr lang="en-US" altLang="en-US" sz="2000" dirty="0">
                <a:solidFill>
                  <a:srgbClr val="171717"/>
                </a:solidFill>
                <a:latin typeface="Arial MT"/>
                <a:ea typeface="Arial MT"/>
                <a:cs typeface="Arial MT"/>
              </a:rPr>
              <a:t>i</a:t>
            </a:r>
            <a:r>
              <a:rPr lang="en-US" altLang="en-US" sz="2000" dirty="0">
                <a:solidFill>
                  <a:srgbClr val="393939"/>
                </a:solidFill>
                <a:latin typeface="Arial MT"/>
                <a:ea typeface="Arial MT"/>
                <a:cs typeface="Arial MT"/>
              </a:rPr>
              <a:t>vidua</a:t>
            </a:r>
            <a:r>
              <a:rPr lang="en-US" altLang="en-US" sz="2000" dirty="0">
                <a:solidFill>
                  <a:srgbClr val="495251"/>
                </a:solidFill>
                <a:latin typeface="Arial MT"/>
                <a:ea typeface="Arial MT"/>
                <a:cs typeface="Arial MT"/>
              </a:rPr>
              <a:t>l e</a:t>
            </a:r>
            <a:r>
              <a:rPr lang="en-US" altLang="en-US" sz="2000" dirty="0">
                <a:solidFill>
                  <a:srgbClr val="393939"/>
                </a:solidFill>
                <a:latin typeface="Arial MT"/>
                <a:ea typeface="Arial MT"/>
                <a:cs typeface="Arial MT"/>
              </a:rPr>
              <a:t>lement g</a:t>
            </a:r>
            <a:r>
              <a:rPr lang="en-US" altLang="en-US" sz="2000" dirty="0">
                <a:solidFill>
                  <a:srgbClr val="171717"/>
                </a:solidFill>
                <a:latin typeface="Arial MT"/>
                <a:ea typeface="Arial MT"/>
                <a:cs typeface="Arial MT"/>
              </a:rPr>
              <a:t>i</a:t>
            </a:r>
            <a:r>
              <a:rPr lang="en-US" altLang="en-US" sz="2000" dirty="0">
                <a:solidFill>
                  <a:srgbClr val="393939"/>
                </a:solidFill>
                <a:latin typeface="Arial MT"/>
                <a:ea typeface="Arial MT"/>
                <a:cs typeface="Arial MT"/>
              </a:rPr>
              <a:t>ve</a:t>
            </a:r>
            <a:r>
              <a:rPr lang="en-US" altLang="en-US" sz="2000" dirty="0">
                <a:solidFill>
                  <a:srgbClr val="495251"/>
                </a:solidFill>
                <a:latin typeface="Arial MT"/>
                <a:ea typeface="Arial MT"/>
                <a:cs typeface="Arial MT"/>
              </a:rPr>
              <a:t>n t</a:t>
            </a:r>
            <a:r>
              <a:rPr lang="en-US" altLang="en-US" sz="2000" dirty="0">
                <a:solidFill>
                  <a:srgbClr val="393939"/>
                </a:solidFill>
                <a:latin typeface="Arial MT"/>
                <a:ea typeface="Arial MT"/>
                <a:cs typeface="Arial MT"/>
              </a:rPr>
              <a:t>he v</a:t>
            </a:r>
            <a:r>
              <a:rPr lang="en-US" altLang="en-US" sz="2000" dirty="0">
                <a:solidFill>
                  <a:srgbClr val="495251"/>
                </a:solidFill>
                <a:latin typeface="Arial MT"/>
                <a:ea typeface="Arial MT"/>
                <a:cs typeface="Arial MT"/>
              </a:rPr>
              <a:t>a</a:t>
            </a:r>
            <a:r>
              <a:rPr lang="en-US" altLang="en-US" sz="2000" dirty="0">
                <a:solidFill>
                  <a:srgbClr val="171717"/>
                </a:solidFill>
                <a:latin typeface="Arial MT"/>
                <a:ea typeface="Arial MT"/>
                <a:cs typeface="Arial MT"/>
              </a:rPr>
              <a:t>l</a:t>
            </a:r>
            <a:r>
              <a:rPr lang="en-US" altLang="en-US" sz="2000" dirty="0">
                <a:solidFill>
                  <a:srgbClr val="393939"/>
                </a:solidFill>
                <a:latin typeface="Arial MT"/>
                <a:ea typeface="Arial MT"/>
                <a:cs typeface="Arial MT"/>
              </a:rPr>
              <a:t>ue of its </a:t>
            </a:r>
            <a:r>
              <a:rPr lang="en-US" altLang="en-US" sz="2000" dirty="0">
                <a:solidFill>
                  <a:srgbClr val="171717"/>
                </a:solidFill>
                <a:latin typeface="Arial MT"/>
                <a:ea typeface="Arial MT"/>
                <a:cs typeface="Arial MT"/>
              </a:rPr>
              <a:t>i</a:t>
            </a:r>
            <a:r>
              <a:rPr lang="en-US" altLang="en-US" sz="2000" dirty="0">
                <a:solidFill>
                  <a:srgbClr val="393939"/>
                </a:solidFill>
                <a:latin typeface="Arial MT"/>
                <a:ea typeface="Arial MT"/>
                <a:cs typeface="Arial MT"/>
              </a:rPr>
              <a:t>d attrib</a:t>
            </a:r>
            <a:r>
              <a:rPr lang="en-US" altLang="en-US" sz="2000" dirty="0">
                <a:solidFill>
                  <a:srgbClr val="495251"/>
                </a:solidFill>
                <a:latin typeface="Arial MT"/>
                <a:ea typeface="Arial MT"/>
                <a:cs typeface="Arial MT"/>
              </a:rPr>
              <a:t>u</a:t>
            </a:r>
            <a:r>
              <a:rPr lang="en-US" altLang="en-US" sz="2000" dirty="0">
                <a:solidFill>
                  <a:srgbClr val="393939"/>
                </a:solidFill>
                <a:latin typeface="Arial MT"/>
                <a:ea typeface="Arial MT"/>
                <a:cs typeface="Arial MT"/>
              </a:rPr>
              <a:t>t</a:t>
            </a:r>
            <a:r>
              <a:rPr lang="en-US" altLang="en-US" sz="2000" dirty="0">
                <a:solidFill>
                  <a:srgbClr val="495251"/>
                </a:solidFill>
                <a:latin typeface="Arial MT"/>
                <a:ea typeface="Arial MT"/>
                <a:cs typeface="Arial MT"/>
              </a:rPr>
              <a:t>e</a:t>
            </a:r>
            <a:r>
              <a:rPr lang="en-US" altLang="en-US" sz="2000" dirty="0">
                <a:solidFill>
                  <a:srgbClr val="393939"/>
                </a:solidFill>
                <a:latin typeface="Arial MT"/>
                <a:ea typeface="Arial MT"/>
                <a:cs typeface="Arial MT"/>
              </a:rPr>
              <a:t>.</a:t>
            </a:r>
            <a:endParaRPr lang="en-US" altLang="en-US" sz="2000" dirty="0">
              <a:latin typeface="Arial MT"/>
              <a:ea typeface="Arial MT"/>
              <a:cs typeface="Arial MT"/>
            </a:endParaRPr>
          </a:p>
          <a:p>
            <a:pPr marL="355600" indent="-342900">
              <a:buFont typeface="Arial" panose="020B0604020202020204" pitchFamily="34" charset="0"/>
              <a:buChar char="•"/>
            </a:pPr>
            <a:endParaRPr lang="en-US" altLang="en-US" dirty="0">
              <a:latin typeface="Arial MT"/>
              <a:ea typeface="Arial MT"/>
              <a:cs typeface="Arial MT"/>
            </a:endParaRPr>
          </a:p>
          <a:p>
            <a:pPr marL="298450" indent="-285750">
              <a:lnSpc>
                <a:spcPct val="115000"/>
              </a:lnSpc>
              <a:buClr>
                <a:srgbClr val="666666"/>
              </a:buClr>
              <a:buFont typeface="Arial" panose="020B0604020202020204" pitchFamily="34" charset="0"/>
              <a:buChar char="•"/>
            </a:pPr>
            <a:r>
              <a:rPr lang="en-US" altLang="en-US" sz="2000" dirty="0" err="1">
                <a:solidFill>
                  <a:srgbClr val="C00000"/>
                </a:solidFill>
                <a:latin typeface="Arial MT"/>
                <a:ea typeface="Arial MT"/>
                <a:cs typeface="Arial MT"/>
              </a:rPr>
              <a:t>querySelector</a:t>
            </a:r>
            <a:r>
              <a:rPr lang="en-US" altLang="en-US" sz="2000" dirty="0">
                <a:solidFill>
                  <a:srgbClr val="C00000"/>
                </a:solidFill>
                <a:latin typeface="Arial MT"/>
                <a:ea typeface="Arial MT"/>
                <a:cs typeface="Arial MT"/>
              </a:rPr>
              <a:t>(‘ </a:t>
            </a:r>
            <a:r>
              <a:rPr lang="en-US" altLang="en-US" sz="2000" dirty="0" err="1">
                <a:solidFill>
                  <a:srgbClr val="C00000"/>
                </a:solidFill>
                <a:latin typeface="Arial MT"/>
                <a:ea typeface="Arial MT"/>
                <a:cs typeface="Arial MT"/>
              </a:rPr>
              <a:t>css</a:t>
            </a:r>
            <a:r>
              <a:rPr lang="en-US" altLang="en-US" sz="2000" dirty="0">
                <a:solidFill>
                  <a:srgbClr val="C00000"/>
                </a:solidFill>
                <a:latin typeface="Arial MT"/>
                <a:ea typeface="Arial MT"/>
                <a:cs typeface="Arial MT"/>
              </a:rPr>
              <a:t> selector ') </a:t>
            </a:r>
          </a:p>
          <a:p>
            <a:pPr marL="1028700" lvl="1">
              <a:lnSpc>
                <a:spcPct val="115000"/>
              </a:lnSpc>
              <a:buClr>
                <a:srgbClr val="666666"/>
              </a:buClr>
              <a:buFont typeface="Arial" panose="020B0604020202020204" pitchFamily="34" charset="0"/>
              <a:buChar char="•"/>
            </a:pPr>
            <a:r>
              <a:rPr lang="en-US" altLang="en-US" sz="2000" dirty="0">
                <a:solidFill>
                  <a:srgbClr val="5A5B5B"/>
                </a:solidFill>
                <a:latin typeface="Arial MT"/>
                <a:ea typeface="Arial MT"/>
                <a:cs typeface="Arial MT"/>
              </a:rPr>
              <a:t>Uses a CSS  selector and returns the first matching  element.</a:t>
            </a:r>
            <a:endParaRPr lang="en-US" altLang="en-US" sz="2000" dirty="0">
              <a:latin typeface="Arial MT"/>
              <a:ea typeface="Arial MT"/>
              <a:cs typeface="Arial MT"/>
            </a:endParaRPr>
          </a:p>
        </p:txBody>
      </p:sp>
      <p:pic>
        <p:nvPicPr>
          <p:cNvPr id="23557" name="object 4">
            <a:extLst>
              <a:ext uri="{FF2B5EF4-FFF2-40B4-BE49-F238E27FC236}">
                <a16:creationId xmlns:a16="http://schemas.microsoft.com/office/drawing/2014/main" id="{D02D1FEE-1732-975E-7D10-7222A639A0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0394" y="1980260"/>
            <a:ext cx="3326923" cy="1664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object 5">
            <a:extLst>
              <a:ext uri="{FF2B5EF4-FFF2-40B4-BE49-F238E27FC236}">
                <a16:creationId xmlns:a16="http://schemas.microsoft.com/office/drawing/2014/main" id="{6E3635F7-0051-FAE8-882C-6B07D2BA8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4323" y="3816851"/>
            <a:ext cx="3462994" cy="1552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A0F0F71-034C-E5AE-0834-A75FC2926797}"/>
              </a:ext>
            </a:extLst>
          </p:cNvPr>
          <p:cNvSpPr txBox="1">
            <a:spLocks noGrp="1"/>
          </p:cNvSpPr>
          <p:nvPr>
            <p:ph type="title"/>
          </p:nvPr>
        </p:nvSpPr>
        <p:spPr>
          <a:xfrm>
            <a:off x="103188" y="342422"/>
            <a:ext cx="8785225" cy="689932"/>
          </a:xfrm>
        </p:spPr>
        <p:txBody>
          <a:bodyPr lIns="0" tIns="12700" rIns="0" bIns="0" rtlCol="0">
            <a:spAutoFit/>
          </a:bodyPr>
          <a:lstStyle/>
          <a:p>
            <a:pPr marL="12700">
              <a:spcBef>
                <a:spcPts val="100"/>
              </a:spcBef>
              <a:defRPr/>
            </a:pPr>
            <a:r>
              <a:rPr lang="en-GB" spc="114" dirty="0"/>
              <a:t>Access</a:t>
            </a:r>
            <a:r>
              <a:rPr lang="en-GB" spc="-235" dirty="0"/>
              <a:t> </a:t>
            </a:r>
            <a:r>
              <a:rPr lang="en-GB" spc="365" dirty="0"/>
              <a:t>Elements</a:t>
            </a:r>
            <a:endParaRPr lang="en-GB" dirty="0"/>
          </a:p>
        </p:txBody>
      </p:sp>
      <p:sp>
        <p:nvSpPr>
          <p:cNvPr id="3" name="object 3">
            <a:extLst>
              <a:ext uri="{FF2B5EF4-FFF2-40B4-BE49-F238E27FC236}">
                <a16:creationId xmlns:a16="http://schemas.microsoft.com/office/drawing/2014/main" id="{F2C0990E-FAFB-1F4E-B5FE-2DE0D732A855}"/>
              </a:ext>
            </a:extLst>
          </p:cNvPr>
          <p:cNvSpPr txBox="1"/>
          <p:nvPr/>
        </p:nvSpPr>
        <p:spPr>
          <a:xfrm>
            <a:off x="255588" y="1556792"/>
            <a:ext cx="5540548" cy="3855543"/>
          </a:xfrm>
          <a:prstGeom prst="rect">
            <a:avLst/>
          </a:prstGeom>
        </p:spPr>
        <p:txBody>
          <a:bodyPr wrap="square" lIns="0" tIns="53975" rIns="0" bIns="0">
            <a:spAutoFit/>
          </a:bodyPr>
          <a:lstStyle>
            <a:lvl1pPr marL="127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spcBef>
                <a:spcPts val="425"/>
              </a:spcBef>
            </a:pPr>
            <a:r>
              <a:rPr lang="en-US" altLang="en-US" sz="2000" b="1" dirty="0">
                <a:solidFill>
                  <a:schemeClr val="accent6"/>
                </a:solidFill>
                <a:ea typeface="Arial MT"/>
                <a:cs typeface="Arial" panose="020B0604020202020204" pitchFamily="34" charset="0"/>
              </a:rPr>
              <a:t>.SELECT </a:t>
            </a:r>
            <a:r>
              <a:rPr lang="en-US" altLang="en-US" sz="2000" b="1" dirty="0">
                <a:solidFill>
                  <a:schemeClr val="accent6"/>
                </a:solidFill>
                <a:cs typeface="Arial" panose="020B0604020202020204" pitchFamily="34" charset="0"/>
              </a:rPr>
              <a:t>MULTIPLE ELEMENTS </a:t>
            </a:r>
            <a:r>
              <a:rPr lang="en-US" altLang="en-US" sz="2000" b="1" dirty="0">
                <a:solidFill>
                  <a:schemeClr val="accent6"/>
                </a:solidFill>
                <a:ea typeface="Arial MT"/>
                <a:cs typeface="Arial" panose="020B0604020202020204" pitchFamily="34" charset="0"/>
              </a:rPr>
              <a:t>(NODELISTS)</a:t>
            </a:r>
          </a:p>
          <a:p>
            <a:pPr marL="298450" indent="-285750">
              <a:lnSpc>
                <a:spcPct val="115000"/>
              </a:lnSpc>
              <a:buClr>
                <a:srgbClr val="666666"/>
              </a:buClr>
              <a:buFont typeface="Arial" panose="020B0604020202020204" pitchFamily="34" charset="0"/>
              <a:buChar char="•"/>
            </a:pPr>
            <a:r>
              <a:rPr lang="en-US" altLang="en-US" sz="2000" dirty="0" err="1">
                <a:solidFill>
                  <a:srgbClr val="C00000"/>
                </a:solidFill>
                <a:ea typeface="Arial MT"/>
                <a:cs typeface="Arial" panose="020B0604020202020204" pitchFamily="34" charset="0"/>
              </a:rPr>
              <a:t>getElementsByClassName</a:t>
            </a:r>
            <a:r>
              <a:rPr lang="en-US" altLang="en-US" sz="2000" dirty="0">
                <a:solidFill>
                  <a:srgbClr val="C00000"/>
                </a:solidFill>
                <a:ea typeface="Arial MT"/>
                <a:cs typeface="Arial" panose="020B0604020202020204" pitchFamily="34" charset="0"/>
              </a:rPr>
              <a:t>(‘class ‘) </a:t>
            </a:r>
            <a:r>
              <a:rPr lang="en-US" altLang="en-US" sz="2000" dirty="0">
                <a:ea typeface="Arial MT"/>
                <a:cs typeface="Arial" panose="020B0604020202020204" pitchFamily="34" charset="0"/>
              </a:rPr>
              <a:t>Selects all  elements that have a specific value for their class  attribute.</a:t>
            </a:r>
          </a:p>
          <a:p>
            <a:pPr marL="298450" indent="-285750">
              <a:lnSpc>
                <a:spcPct val="115000"/>
              </a:lnSpc>
              <a:buClr>
                <a:srgbClr val="666666"/>
              </a:buClr>
              <a:buFont typeface="Arial" panose="020B0604020202020204" pitchFamily="34" charset="0"/>
              <a:buChar char="•"/>
            </a:pPr>
            <a:r>
              <a:rPr lang="en-US" altLang="en-US" sz="2000" dirty="0" err="1">
                <a:solidFill>
                  <a:srgbClr val="C00000"/>
                </a:solidFill>
                <a:ea typeface="Arial MT"/>
                <a:cs typeface="Arial" panose="020B0604020202020204" pitchFamily="34" charset="0"/>
              </a:rPr>
              <a:t>getElementsByTagName</a:t>
            </a:r>
            <a:r>
              <a:rPr lang="en-US" altLang="en-US" sz="2000" dirty="0">
                <a:solidFill>
                  <a:srgbClr val="C00000"/>
                </a:solidFill>
                <a:ea typeface="Arial MT"/>
                <a:cs typeface="Arial" panose="020B0604020202020204" pitchFamily="34" charset="0"/>
              </a:rPr>
              <a:t>(‘ </a:t>
            </a:r>
            <a:r>
              <a:rPr lang="en-US" altLang="en-US" sz="2000" dirty="0" err="1">
                <a:solidFill>
                  <a:srgbClr val="C00000"/>
                </a:solidFill>
                <a:ea typeface="Arial MT"/>
                <a:cs typeface="Arial" panose="020B0604020202020204" pitchFamily="34" charset="0"/>
              </a:rPr>
              <a:t>tagName</a:t>
            </a:r>
            <a:r>
              <a:rPr lang="en-US" altLang="en-US" sz="2000" dirty="0">
                <a:solidFill>
                  <a:srgbClr val="C00000"/>
                </a:solidFill>
                <a:ea typeface="Arial MT"/>
                <a:cs typeface="Arial" panose="020B0604020202020204" pitchFamily="34" charset="0"/>
              </a:rPr>
              <a:t> ‘) </a:t>
            </a:r>
            <a:r>
              <a:rPr lang="en-US" altLang="en-US" sz="2000" dirty="0">
                <a:ea typeface="Arial MT"/>
                <a:cs typeface="Arial" panose="020B0604020202020204" pitchFamily="34" charset="0"/>
              </a:rPr>
              <a:t>Selects all  elements that have the specified tag name. (faster  than </a:t>
            </a:r>
            <a:r>
              <a:rPr lang="en-US" altLang="en-US" sz="2000" dirty="0" err="1">
                <a:ea typeface="Arial MT"/>
                <a:cs typeface="Arial" panose="020B0604020202020204" pitchFamily="34" charset="0"/>
              </a:rPr>
              <a:t>querySelectorAll</a:t>
            </a:r>
            <a:r>
              <a:rPr lang="en-US" altLang="en-US" sz="2000" dirty="0">
                <a:ea typeface="Arial MT"/>
                <a:cs typeface="Arial" panose="020B0604020202020204" pitchFamily="34" charset="0"/>
              </a:rPr>
              <a:t>() )</a:t>
            </a:r>
          </a:p>
          <a:p>
            <a:pPr marL="298450" indent="-285750">
              <a:lnSpc>
                <a:spcPct val="115000"/>
              </a:lnSpc>
              <a:buClr>
                <a:srgbClr val="666666"/>
              </a:buClr>
              <a:buFont typeface="Arial" panose="020B0604020202020204" pitchFamily="34" charset="0"/>
              <a:buChar char="•"/>
            </a:pPr>
            <a:r>
              <a:rPr lang="en-US" altLang="en-US" sz="2000" dirty="0" err="1">
                <a:solidFill>
                  <a:srgbClr val="C00000"/>
                </a:solidFill>
                <a:ea typeface="Arial MT"/>
                <a:cs typeface="Arial" panose="020B0604020202020204" pitchFamily="34" charset="0"/>
              </a:rPr>
              <a:t>querySelectorAll</a:t>
            </a:r>
            <a:r>
              <a:rPr lang="en-US" altLang="en-US" sz="2000" dirty="0">
                <a:solidFill>
                  <a:srgbClr val="C00000"/>
                </a:solidFill>
                <a:ea typeface="Arial MT"/>
                <a:cs typeface="Arial" panose="020B0604020202020204" pitchFamily="34" charset="0"/>
              </a:rPr>
              <a:t> ( ‘</a:t>
            </a:r>
            <a:r>
              <a:rPr lang="en-US" altLang="en-US" sz="2000" dirty="0" err="1">
                <a:solidFill>
                  <a:srgbClr val="C00000"/>
                </a:solidFill>
                <a:ea typeface="Arial MT"/>
                <a:cs typeface="Arial" panose="020B0604020202020204" pitchFamily="34" charset="0"/>
              </a:rPr>
              <a:t>css</a:t>
            </a:r>
            <a:r>
              <a:rPr lang="en-US" altLang="en-US" sz="2000" dirty="0">
                <a:solidFill>
                  <a:srgbClr val="C00000"/>
                </a:solidFill>
                <a:ea typeface="Arial MT"/>
                <a:cs typeface="Arial" panose="020B0604020202020204" pitchFamily="34" charset="0"/>
              </a:rPr>
              <a:t> selector ‘) </a:t>
            </a:r>
            <a:r>
              <a:rPr lang="en-US" altLang="en-US" sz="2000" dirty="0">
                <a:ea typeface="Arial MT"/>
                <a:cs typeface="Arial" panose="020B0604020202020204" pitchFamily="34" charset="0"/>
              </a:rPr>
              <a:t>Uses CSS selector  syntax to select one or more elements and returns all  of those that match</a:t>
            </a:r>
          </a:p>
        </p:txBody>
      </p:sp>
      <p:pic>
        <p:nvPicPr>
          <p:cNvPr id="24581" name="object 4">
            <a:extLst>
              <a:ext uri="{FF2B5EF4-FFF2-40B4-BE49-F238E27FC236}">
                <a16:creationId xmlns:a16="http://schemas.microsoft.com/office/drawing/2014/main" id="{FFE6A803-0DAA-4966-B5F1-D588729F5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8412" y="1556792"/>
            <a:ext cx="3008146" cy="1322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2" name="object 5">
            <a:extLst>
              <a:ext uri="{FF2B5EF4-FFF2-40B4-BE49-F238E27FC236}">
                <a16:creationId xmlns:a16="http://schemas.microsoft.com/office/drawing/2014/main" id="{F72C2F48-8442-33ED-2DA0-B19C4DB56A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0920" y="2908276"/>
            <a:ext cx="2867493" cy="13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object 6">
            <a:extLst>
              <a:ext uri="{FF2B5EF4-FFF2-40B4-BE49-F238E27FC236}">
                <a16:creationId xmlns:a16="http://schemas.microsoft.com/office/drawing/2014/main" id="{153E7C62-76FC-CC44-444F-A06C18E4FF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6" y="4367808"/>
            <a:ext cx="3021303" cy="1353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D140E4A-3A0C-379D-E5DC-57A064F129C9}"/>
              </a:ext>
            </a:extLst>
          </p:cNvPr>
          <p:cNvSpPr txBox="1">
            <a:spLocks noGrp="1"/>
          </p:cNvSpPr>
          <p:nvPr>
            <p:ph type="title"/>
          </p:nvPr>
        </p:nvSpPr>
        <p:spPr>
          <a:xfrm>
            <a:off x="103188" y="115888"/>
            <a:ext cx="8785225" cy="1143000"/>
          </a:xfrm>
        </p:spPr>
        <p:txBody>
          <a:bodyPr vert="horz" wrap="square" lIns="91440" tIns="45720" rIns="91440" bIns="45720" numCol="1" rtlCol="0" anchor="ctr" anchorCtr="0" compatLnSpc="1">
            <a:prstTxWarp prst="textNoShape">
              <a:avLst/>
            </a:prstTxWarp>
            <a:normAutofit/>
          </a:bodyPr>
          <a:lstStyle/>
          <a:p>
            <a:pPr marL="12700">
              <a:defRPr/>
            </a:pPr>
            <a:r>
              <a:rPr lang="en-GB" spc="-10" dirty="0" err="1"/>
              <a:t>getElementsByClassName</a:t>
            </a:r>
            <a:r>
              <a:rPr lang="en-GB" spc="-10" dirty="0"/>
              <a:t>()</a:t>
            </a:r>
            <a:endParaRPr lang="en-GB" dirty="0"/>
          </a:p>
        </p:txBody>
      </p:sp>
      <p:sp>
        <p:nvSpPr>
          <p:cNvPr id="5" name="TextBox 4">
            <a:extLst>
              <a:ext uri="{FF2B5EF4-FFF2-40B4-BE49-F238E27FC236}">
                <a16:creationId xmlns:a16="http://schemas.microsoft.com/office/drawing/2014/main" id="{8B169006-5AA3-EB43-5B3B-6A9B545E17B5}"/>
              </a:ext>
            </a:extLst>
          </p:cNvPr>
          <p:cNvSpPr txBox="1"/>
          <p:nvPr/>
        </p:nvSpPr>
        <p:spPr bwMode="auto">
          <a:xfrm>
            <a:off x="0" y="1802335"/>
            <a:ext cx="4437954" cy="4319587"/>
          </a:xfrm>
          <a:prstGeom prst="rect">
            <a:avLst/>
          </a:prstGeom>
          <a:noFill/>
          <a:ln>
            <a:noFill/>
          </a:ln>
        </p:spPr>
        <p:txBody>
          <a:bodyPr vert="horz" wrap="square" lIns="91440" tIns="45720" rIns="91440" bIns="45720" numCol="1" rtlCol="0" anchor="t" anchorCtr="0" compatLnSpc="1">
            <a:prstTxWarp prst="textNoShape">
              <a:avLst/>
            </a:prstTxWarp>
            <a:normAutofit/>
          </a:bodyPr>
          <a:lstStyle/>
          <a:p>
            <a:pPr marL="342900" indent="-342900">
              <a:spcAft>
                <a:spcPts val="600"/>
              </a:spcAft>
              <a:buFont typeface="Arial" panose="020B0604020202020204" pitchFamily="34" charset="0"/>
              <a:buChar char="•"/>
            </a:pPr>
            <a:r>
              <a:rPr lang="en-US" sz="2000" dirty="0">
                <a:ea typeface="+mn-ea"/>
              </a:rPr>
              <a:t>The </a:t>
            </a:r>
            <a:r>
              <a:rPr lang="en-US" sz="2000" b="1" dirty="0" err="1">
                <a:solidFill>
                  <a:schemeClr val="accent6"/>
                </a:solidFill>
                <a:ea typeface="+mn-ea"/>
              </a:rPr>
              <a:t>getElementsByClassName</a:t>
            </a:r>
            <a:r>
              <a:rPr lang="en-US" sz="2000" dirty="0">
                <a:ea typeface="+mn-ea"/>
              </a:rPr>
              <a:t>() method of DOM is used to select all elements with a specified class name.</a:t>
            </a:r>
          </a:p>
          <a:p>
            <a:pPr marL="342900" indent="-342900">
              <a:spcAft>
                <a:spcPts val="600"/>
              </a:spcAft>
              <a:buFont typeface="Arial" panose="020B0604020202020204" pitchFamily="34" charset="0"/>
              <a:buChar char="•"/>
            </a:pPr>
            <a:r>
              <a:rPr lang="en-US" sz="2000" dirty="0">
                <a:ea typeface="+mn-ea"/>
              </a:rPr>
              <a:t>The method returns a live HTML collection of elements.</a:t>
            </a:r>
            <a:endParaRPr lang="en-GB" sz="2000" dirty="0">
              <a:ea typeface="+mn-ea"/>
            </a:endParaRPr>
          </a:p>
        </p:txBody>
      </p:sp>
      <p:pic>
        <p:nvPicPr>
          <p:cNvPr id="9" name="Picture 8" descr="A computer screen shot of text&#10;&#10;Description automatically generated">
            <a:extLst>
              <a:ext uri="{FF2B5EF4-FFF2-40B4-BE49-F238E27FC236}">
                <a16:creationId xmlns:a16="http://schemas.microsoft.com/office/drawing/2014/main" id="{17825627-6B0A-BC2F-57AE-0AC0483FAE9F}"/>
              </a:ext>
            </a:extLst>
          </p:cNvPr>
          <p:cNvPicPr>
            <a:picLocks noChangeAspect="1"/>
          </p:cNvPicPr>
          <p:nvPr/>
        </p:nvPicPr>
        <p:blipFill>
          <a:blip r:embed="rId2"/>
          <a:stretch>
            <a:fillRect/>
          </a:stretch>
        </p:blipFill>
        <p:spPr>
          <a:xfrm>
            <a:off x="4355976" y="1323781"/>
            <a:ext cx="4680520" cy="4808969"/>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0451C911-915D-969A-D17F-E05B7AC54A7E}"/>
              </a:ext>
            </a:extLst>
          </p:cNvPr>
          <p:cNvSpPr txBox="1">
            <a:spLocks noGrp="1"/>
          </p:cNvSpPr>
          <p:nvPr>
            <p:ph type="title"/>
          </p:nvPr>
        </p:nvSpPr>
        <p:spPr>
          <a:xfrm>
            <a:off x="103188" y="342422"/>
            <a:ext cx="8785225" cy="689932"/>
          </a:xfrm>
        </p:spPr>
        <p:txBody>
          <a:bodyPr lIns="0" tIns="12700" rIns="0" bIns="0" rtlCol="0">
            <a:spAutoFit/>
          </a:bodyPr>
          <a:lstStyle/>
          <a:p>
            <a:pPr marL="12700">
              <a:spcBef>
                <a:spcPts val="100"/>
              </a:spcBef>
              <a:defRPr/>
            </a:pPr>
            <a:r>
              <a:rPr lang="en-GB" spc="114" dirty="0"/>
              <a:t>Access</a:t>
            </a:r>
            <a:r>
              <a:rPr lang="en-GB" spc="-210" dirty="0"/>
              <a:t> </a:t>
            </a:r>
            <a:r>
              <a:rPr lang="en-GB" spc="330" dirty="0"/>
              <a:t>The</a:t>
            </a:r>
            <a:r>
              <a:rPr lang="en-GB" spc="-175" dirty="0"/>
              <a:t> </a:t>
            </a:r>
            <a:r>
              <a:rPr lang="en-GB" spc="365" dirty="0"/>
              <a:t>Elements</a:t>
            </a:r>
            <a:endParaRPr lang="en-GB" dirty="0"/>
          </a:p>
        </p:txBody>
      </p:sp>
      <p:sp>
        <p:nvSpPr>
          <p:cNvPr id="3" name="object 3">
            <a:extLst>
              <a:ext uri="{FF2B5EF4-FFF2-40B4-BE49-F238E27FC236}">
                <a16:creationId xmlns:a16="http://schemas.microsoft.com/office/drawing/2014/main" id="{29CBEF4C-0CA6-4391-1207-8270EA71CD9E}"/>
              </a:ext>
            </a:extLst>
          </p:cNvPr>
          <p:cNvSpPr txBox="1"/>
          <p:nvPr/>
        </p:nvSpPr>
        <p:spPr>
          <a:xfrm>
            <a:off x="359532" y="1340768"/>
            <a:ext cx="8424936" cy="3286156"/>
          </a:xfrm>
          <a:prstGeom prst="rect">
            <a:avLst/>
          </a:prstGeom>
        </p:spPr>
        <p:txBody>
          <a:bodyPr wrap="square" lIns="0" tIns="53975" rIns="0" bIns="0">
            <a:spAutoFit/>
          </a:bodyPr>
          <a:lstStyle>
            <a:lvl1pPr marL="127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lvl="4">
              <a:lnSpc>
                <a:spcPct val="150000"/>
              </a:lnSpc>
              <a:spcBef>
                <a:spcPts val="425"/>
              </a:spcBef>
            </a:pPr>
            <a:r>
              <a:rPr lang="en-US" altLang="en-US" sz="2000" b="1" dirty="0">
                <a:solidFill>
                  <a:schemeClr val="accent6"/>
                </a:solidFill>
                <a:ea typeface="Arial MT"/>
                <a:cs typeface="Arial" panose="020B0604020202020204" pitchFamily="34" charset="0"/>
              </a:rPr>
              <a:t>TRAVERSING BETWEEN ELEMENT NODES</a:t>
            </a:r>
          </a:p>
          <a:p>
            <a:pPr marL="355600" indent="-342900">
              <a:lnSpc>
                <a:spcPct val="150000"/>
              </a:lnSpc>
              <a:buClr>
                <a:srgbClr val="666666"/>
              </a:buClr>
              <a:buFont typeface="+mj-lt"/>
              <a:buAutoNum type="arabicPeriod"/>
            </a:pPr>
            <a:r>
              <a:rPr lang="en-US" altLang="en-US" sz="2000" dirty="0" err="1">
                <a:solidFill>
                  <a:srgbClr val="C00000"/>
                </a:solidFill>
                <a:ea typeface="Arial MT"/>
                <a:cs typeface="Arial" panose="020B0604020202020204" pitchFamily="34" charset="0"/>
              </a:rPr>
              <a:t>parentNode</a:t>
            </a:r>
            <a:r>
              <a:rPr lang="en-US" altLang="en-US" sz="2000" dirty="0">
                <a:solidFill>
                  <a:srgbClr val="C00000"/>
                </a:solidFill>
                <a:ea typeface="Arial MT"/>
                <a:cs typeface="Arial" panose="020B0604020202020204" pitchFamily="34" charset="0"/>
              </a:rPr>
              <a:t>/</a:t>
            </a:r>
            <a:r>
              <a:rPr lang="en-US" altLang="en-US" sz="2000" dirty="0" err="1">
                <a:solidFill>
                  <a:srgbClr val="C00000"/>
                </a:solidFill>
                <a:ea typeface="Arial MT"/>
                <a:cs typeface="Arial" panose="020B0604020202020204" pitchFamily="34" charset="0"/>
              </a:rPr>
              <a:t>parentElement</a:t>
            </a:r>
            <a:r>
              <a:rPr lang="en-US" altLang="en-US" sz="2000" dirty="0">
                <a:solidFill>
                  <a:schemeClr val="accent6"/>
                </a:solidFill>
                <a:ea typeface="Arial MT"/>
                <a:cs typeface="Arial" panose="020B0604020202020204" pitchFamily="34" charset="0"/>
              </a:rPr>
              <a:t> </a:t>
            </a:r>
            <a:r>
              <a:rPr lang="en-US" altLang="en-US" sz="2000" dirty="0">
                <a:ea typeface="Arial MT"/>
                <a:cs typeface="Arial" panose="020B0604020202020204" pitchFamily="34" charset="0"/>
              </a:rPr>
              <a:t>selects the parent of the current element node, providing a pathway upwards in the DOM tree.</a:t>
            </a:r>
          </a:p>
          <a:p>
            <a:pPr marL="355600" indent="-342900">
              <a:lnSpc>
                <a:spcPct val="150000"/>
              </a:lnSpc>
              <a:buClr>
                <a:srgbClr val="666666"/>
              </a:buClr>
              <a:buFont typeface="+mj-lt"/>
              <a:buAutoNum type="arabicPeriod"/>
            </a:pPr>
            <a:r>
              <a:rPr lang="en-US" altLang="en-US" sz="2000" dirty="0">
                <a:solidFill>
                  <a:srgbClr val="C00000"/>
                </a:solidFill>
                <a:ea typeface="Arial MT"/>
                <a:cs typeface="Arial" panose="020B0604020202020204" pitchFamily="34" charset="0"/>
              </a:rPr>
              <a:t> </a:t>
            </a:r>
            <a:r>
              <a:rPr lang="en-US" altLang="en-US" sz="2000" dirty="0" err="1">
                <a:solidFill>
                  <a:srgbClr val="C00000"/>
                </a:solidFill>
                <a:ea typeface="Arial MT"/>
                <a:cs typeface="Arial" panose="020B0604020202020204" pitchFamily="34" charset="0"/>
              </a:rPr>
              <a:t>previousSibling</a:t>
            </a:r>
            <a:r>
              <a:rPr lang="en-US" altLang="en-US" sz="2000" dirty="0">
                <a:solidFill>
                  <a:srgbClr val="C00000"/>
                </a:solidFill>
                <a:ea typeface="Arial MT"/>
                <a:cs typeface="Arial" panose="020B0604020202020204" pitchFamily="34" charset="0"/>
              </a:rPr>
              <a:t>/</a:t>
            </a:r>
            <a:r>
              <a:rPr lang="en-US" altLang="en-US" sz="2000" dirty="0" err="1">
                <a:solidFill>
                  <a:srgbClr val="C00000"/>
                </a:solidFill>
                <a:ea typeface="Arial MT"/>
                <a:cs typeface="Arial" panose="020B0604020202020204" pitchFamily="34" charset="0"/>
              </a:rPr>
              <a:t>nextSibling</a:t>
            </a:r>
            <a:r>
              <a:rPr lang="en-US" altLang="en-US" sz="2000" dirty="0">
                <a:solidFill>
                  <a:srgbClr val="C00000"/>
                </a:solidFill>
                <a:ea typeface="Arial MT"/>
                <a:cs typeface="Arial" panose="020B0604020202020204" pitchFamily="34" charset="0"/>
              </a:rPr>
              <a:t> </a:t>
            </a:r>
            <a:r>
              <a:rPr lang="en-US" altLang="en-US" sz="2000" dirty="0">
                <a:ea typeface="Arial MT"/>
                <a:cs typeface="Arial" panose="020B0604020202020204" pitchFamily="34" charset="0"/>
              </a:rPr>
              <a:t>select adjacent siblings in the DOM tree, allowing lateral navigation among elements.</a:t>
            </a:r>
          </a:p>
          <a:p>
            <a:pPr marL="355600" indent="-342900">
              <a:lnSpc>
                <a:spcPct val="150000"/>
              </a:lnSpc>
              <a:buClr>
                <a:srgbClr val="666666"/>
              </a:buClr>
              <a:buFont typeface="+mj-lt"/>
              <a:buAutoNum type="arabicPeriod"/>
            </a:pPr>
            <a:r>
              <a:rPr lang="en-US" altLang="en-US" sz="2000" dirty="0">
                <a:ea typeface="Arial MT"/>
                <a:cs typeface="Arial" panose="020B0604020202020204" pitchFamily="34" charset="0"/>
              </a:rPr>
              <a:t> </a:t>
            </a:r>
            <a:r>
              <a:rPr lang="en-US" altLang="en-US" sz="2000" dirty="0" err="1">
                <a:solidFill>
                  <a:srgbClr val="C00000"/>
                </a:solidFill>
                <a:ea typeface="Arial MT"/>
                <a:cs typeface="Arial" panose="020B0604020202020204" pitchFamily="34" charset="0"/>
              </a:rPr>
              <a:t>firstChild</a:t>
            </a:r>
            <a:r>
              <a:rPr lang="en-US" altLang="en-US" sz="2000" dirty="0">
                <a:solidFill>
                  <a:srgbClr val="C00000"/>
                </a:solidFill>
                <a:ea typeface="Arial MT"/>
                <a:cs typeface="Arial" panose="020B0604020202020204" pitchFamily="34" charset="0"/>
              </a:rPr>
              <a:t>/</a:t>
            </a:r>
            <a:r>
              <a:rPr lang="en-US" altLang="en-US" sz="2000" dirty="0" err="1">
                <a:solidFill>
                  <a:srgbClr val="C00000"/>
                </a:solidFill>
                <a:ea typeface="Arial MT"/>
                <a:cs typeface="Arial" panose="020B0604020202020204" pitchFamily="34" charset="0"/>
              </a:rPr>
              <a:t>lastChild</a:t>
            </a:r>
            <a:r>
              <a:rPr lang="en-US" altLang="en-US" sz="2000" dirty="0">
                <a:solidFill>
                  <a:srgbClr val="C00000"/>
                </a:solidFill>
                <a:ea typeface="Arial MT"/>
                <a:cs typeface="Arial" panose="020B0604020202020204" pitchFamily="34" charset="0"/>
              </a:rPr>
              <a:t> </a:t>
            </a:r>
            <a:r>
              <a:rPr lang="en-US" altLang="en-US" sz="2000" dirty="0">
                <a:ea typeface="Arial MT"/>
                <a:cs typeface="Arial" panose="020B0604020202020204" pitchFamily="34" charset="0"/>
              </a:rPr>
              <a:t>select the first or last child of the current element, enabling downward traversal in the DOM hierarchy.</a:t>
            </a:r>
          </a:p>
        </p:txBody>
      </p:sp>
      <p:pic>
        <p:nvPicPr>
          <p:cNvPr id="26629" name="object 4">
            <a:extLst>
              <a:ext uri="{FF2B5EF4-FFF2-40B4-BE49-F238E27FC236}">
                <a16:creationId xmlns:a16="http://schemas.microsoft.com/office/drawing/2014/main" id="{2E4FFF50-0CA2-F363-9929-DB522462F6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9403" y="4523331"/>
            <a:ext cx="4375203" cy="1601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103188" y="4797152"/>
            <a:ext cx="4576215" cy="1054135"/>
          </a:xfrm>
          <a:prstGeom prst="rect">
            <a:avLst/>
          </a:prstGeom>
        </p:spPr>
        <p:txBody>
          <a:bodyPr wrap="square">
            <a:spAutoFit/>
          </a:bodyPr>
          <a:lstStyle/>
          <a:p>
            <a:pPr marL="355600" indent="-342900">
              <a:buFont typeface="Arial" panose="020B0604020202020204" pitchFamily="34" charset="0"/>
              <a:buChar char="•"/>
            </a:pPr>
            <a:r>
              <a:rPr lang="en-US" altLang="en-US" sz="2000" i="1" dirty="0">
                <a:cs typeface="Arial" panose="020B0604020202020204" pitchFamily="34" charset="0"/>
              </a:rPr>
              <a:t>These are properties not functions</a:t>
            </a:r>
          </a:p>
          <a:p>
            <a:pPr marL="355600" indent="-342900">
              <a:spcBef>
                <a:spcPts val="325"/>
              </a:spcBef>
              <a:buFont typeface="Arial" panose="020B0604020202020204" pitchFamily="34" charset="0"/>
              <a:buChar char="•"/>
            </a:pPr>
            <a:r>
              <a:rPr lang="en-US" altLang="en-US" sz="2000" i="1" dirty="0">
                <a:cs typeface="Arial" panose="020B0604020202020204" pitchFamily="34" charset="0"/>
              </a:rPr>
              <a:t>If no next sibling/first/last child result is null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ACFE585-B0C3-4506-6DAC-D5648C1CF6FA}"/>
              </a:ext>
            </a:extLst>
          </p:cNvPr>
          <p:cNvSpPr txBox="1">
            <a:spLocks noGrp="1"/>
          </p:cNvSpPr>
          <p:nvPr>
            <p:ph type="title"/>
          </p:nvPr>
        </p:nvSpPr>
        <p:spPr>
          <a:xfrm>
            <a:off x="103188" y="342423"/>
            <a:ext cx="8785225" cy="689932"/>
          </a:xfrm>
        </p:spPr>
        <p:txBody>
          <a:bodyPr lIns="0" tIns="12700" rIns="0" bIns="0" rtlCol="0">
            <a:spAutoFit/>
          </a:bodyPr>
          <a:lstStyle/>
          <a:p>
            <a:pPr marL="12700">
              <a:spcBef>
                <a:spcPts val="100"/>
              </a:spcBef>
              <a:defRPr/>
            </a:pPr>
            <a:r>
              <a:rPr lang="en-GB" spc="130" dirty="0"/>
              <a:t>Previous/Next</a:t>
            </a:r>
            <a:r>
              <a:rPr lang="en-GB" spc="-210" dirty="0"/>
              <a:t> </a:t>
            </a:r>
            <a:r>
              <a:rPr lang="en-GB" spc="145" dirty="0"/>
              <a:t>Sibling</a:t>
            </a:r>
            <a:endParaRPr lang="en-GB" dirty="0"/>
          </a:p>
        </p:txBody>
      </p:sp>
      <p:sp>
        <p:nvSpPr>
          <p:cNvPr id="3" name="object 3">
            <a:extLst>
              <a:ext uri="{FF2B5EF4-FFF2-40B4-BE49-F238E27FC236}">
                <a16:creationId xmlns:a16="http://schemas.microsoft.com/office/drawing/2014/main" id="{AC35E35C-73FC-0DEA-4BB5-F906BBD7D943}"/>
              </a:ext>
            </a:extLst>
          </p:cNvPr>
          <p:cNvSpPr txBox="1"/>
          <p:nvPr/>
        </p:nvSpPr>
        <p:spPr>
          <a:xfrm>
            <a:off x="135034" y="1556792"/>
            <a:ext cx="3644878" cy="4282006"/>
          </a:xfrm>
          <a:prstGeom prst="rect">
            <a:avLst/>
          </a:prstGeom>
        </p:spPr>
        <p:txBody>
          <a:bodyPr wrap="square" lIns="0" tIns="13335" rIns="0" bIns="0">
            <a:spAutoFit/>
          </a:bodyPr>
          <a:lstStyle>
            <a:lvl1pPr marL="355600" indent="-3429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1pPr>
            <a:lvl2pPr marL="742950" indent="-28575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9pPr>
          </a:lstStyle>
          <a:p>
            <a:pPr marL="298450" indent="-285750">
              <a:lnSpc>
                <a:spcPct val="115000"/>
              </a:lnSpc>
              <a:spcBef>
                <a:spcPts val="100"/>
              </a:spcBef>
              <a:buClr>
                <a:srgbClr val="666666"/>
              </a:buClr>
              <a:buFont typeface="Arial" panose="020B0604020202020204" pitchFamily="34" charset="0"/>
              <a:buChar char="•"/>
            </a:pPr>
            <a:r>
              <a:rPr lang="en-US" altLang="en-US" sz="2000" dirty="0" err="1">
                <a:solidFill>
                  <a:srgbClr val="C00000"/>
                </a:solidFill>
                <a:cs typeface="Arial" panose="020B0604020202020204" pitchFamily="34" charset="0"/>
              </a:rPr>
              <a:t>nextSibling</a:t>
            </a:r>
            <a:r>
              <a:rPr lang="en-US" altLang="en-US" sz="2000" dirty="0">
                <a:solidFill>
                  <a:srgbClr val="C00000"/>
                </a:solidFill>
                <a:cs typeface="Arial" panose="020B0604020202020204" pitchFamily="34" charset="0"/>
              </a:rPr>
              <a:t>/</a:t>
            </a:r>
            <a:r>
              <a:rPr lang="en-US" altLang="en-US" sz="2000" dirty="0" err="1">
                <a:solidFill>
                  <a:srgbClr val="C00000"/>
                </a:solidFill>
                <a:cs typeface="Arial" panose="020B0604020202020204" pitchFamily="34" charset="0"/>
              </a:rPr>
              <a:t>previousSibling</a:t>
            </a:r>
            <a:r>
              <a:rPr lang="en-US" altLang="en-US" sz="2000" dirty="0">
                <a:solidFill>
                  <a:srgbClr val="C00000"/>
                </a:solidFill>
                <a:cs typeface="Arial" panose="020B0604020202020204" pitchFamily="34" charset="0"/>
              </a:rPr>
              <a:t> </a:t>
            </a:r>
            <a:r>
              <a:rPr lang="en-US" altLang="en-US" sz="2000" dirty="0">
                <a:solidFill>
                  <a:srgbClr val="4FC1FF"/>
                </a:solidFill>
                <a:cs typeface="Arial" panose="020B0604020202020204" pitchFamily="34" charset="0"/>
              </a:rPr>
              <a:t> </a:t>
            </a:r>
          </a:p>
          <a:p>
            <a:pPr lvl="1">
              <a:lnSpc>
                <a:spcPct val="115000"/>
              </a:lnSpc>
              <a:spcBef>
                <a:spcPts val="100"/>
              </a:spcBef>
              <a:buClr>
                <a:srgbClr val="666666"/>
              </a:buClr>
              <a:buFont typeface="Arial" panose="020B0604020202020204" pitchFamily="34" charset="0"/>
              <a:buChar char="•"/>
            </a:pPr>
            <a:r>
              <a:rPr lang="en-US" altLang="en-US" sz="2000" dirty="0">
                <a:solidFill>
                  <a:srgbClr val="161616"/>
                </a:solidFill>
                <a:cs typeface="Arial" panose="020B0604020202020204" pitchFamily="34" charset="0"/>
              </a:rPr>
              <a:t>return the next and previous siblings, respectively, if there is no whitespace between them.</a:t>
            </a:r>
          </a:p>
          <a:p>
            <a:pPr marL="298450" indent="-285750">
              <a:lnSpc>
                <a:spcPct val="115000"/>
              </a:lnSpc>
              <a:spcBef>
                <a:spcPts val="100"/>
              </a:spcBef>
              <a:buClr>
                <a:srgbClr val="666666"/>
              </a:buClr>
              <a:buFont typeface="Arial" panose="020B0604020202020204" pitchFamily="34" charset="0"/>
              <a:buChar char="•"/>
            </a:pPr>
            <a:r>
              <a:rPr lang="en-US" altLang="en-US" sz="2000" dirty="0" err="1">
                <a:solidFill>
                  <a:srgbClr val="C00000"/>
                </a:solidFill>
                <a:cs typeface="Arial" panose="020B0604020202020204" pitchFamily="34" charset="0"/>
              </a:rPr>
              <a:t>previousElementSibling</a:t>
            </a:r>
            <a:r>
              <a:rPr lang="en-US" altLang="en-US" sz="2000" dirty="0">
                <a:solidFill>
                  <a:srgbClr val="C00000"/>
                </a:solidFill>
                <a:cs typeface="Arial" panose="020B0604020202020204" pitchFamily="34" charset="0"/>
              </a:rPr>
              <a:t>/</a:t>
            </a:r>
          </a:p>
          <a:p>
            <a:pPr marL="12700" indent="0">
              <a:lnSpc>
                <a:spcPct val="115000"/>
              </a:lnSpc>
              <a:spcBef>
                <a:spcPts val="100"/>
              </a:spcBef>
              <a:buClr>
                <a:srgbClr val="666666"/>
              </a:buClr>
            </a:pPr>
            <a:r>
              <a:rPr lang="en-US" altLang="en-US" sz="2000" dirty="0">
                <a:solidFill>
                  <a:srgbClr val="C00000"/>
                </a:solidFill>
                <a:cs typeface="Arial" panose="020B0604020202020204" pitchFamily="34" charset="0"/>
              </a:rPr>
              <a:t>     </a:t>
            </a:r>
            <a:r>
              <a:rPr lang="en-US" altLang="en-US" sz="2000" dirty="0" err="1">
                <a:solidFill>
                  <a:srgbClr val="C00000"/>
                </a:solidFill>
                <a:cs typeface="Arial" panose="020B0604020202020204" pitchFamily="34" charset="0"/>
              </a:rPr>
              <a:t>nextElementSibling</a:t>
            </a:r>
            <a:r>
              <a:rPr lang="en-US" altLang="en-US" sz="2000" dirty="0">
                <a:solidFill>
                  <a:srgbClr val="C00000"/>
                </a:solidFill>
                <a:cs typeface="Arial" panose="020B0604020202020204" pitchFamily="34" charset="0"/>
              </a:rPr>
              <a:t> </a:t>
            </a:r>
          </a:p>
          <a:p>
            <a:pPr lvl="1">
              <a:lnSpc>
                <a:spcPct val="115000"/>
              </a:lnSpc>
              <a:spcBef>
                <a:spcPts val="100"/>
              </a:spcBef>
              <a:buClr>
                <a:srgbClr val="666666"/>
              </a:buClr>
              <a:buFont typeface="Arial" panose="020B0604020202020204" pitchFamily="34" charset="0"/>
              <a:buChar char="•"/>
            </a:pPr>
            <a:r>
              <a:rPr lang="en-US" altLang="en-US" sz="2000" dirty="0">
                <a:solidFill>
                  <a:srgbClr val="161616"/>
                </a:solidFill>
                <a:cs typeface="Arial" panose="020B0604020202020204" pitchFamily="34" charset="0"/>
              </a:rPr>
              <a:t>return the next and previous siblings, even if there is space between them.</a:t>
            </a:r>
            <a:endParaRPr lang="en-US" altLang="en-US" sz="2000" dirty="0">
              <a:cs typeface="Arial" panose="020B0604020202020204" pitchFamily="34" charset="0"/>
            </a:endParaRPr>
          </a:p>
        </p:txBody>
      </p:sp>
      <p:pic>
        <p:nvPicPr>
          <p:cNvPr id="7" name="Picture 6" descr="A screen shot of a computer program&#10;&#10;Description automatically generated">
            <a:extLst>
              <a:ext uri="{FF2B5EF4-FFF2-40B4-BE49-F238E27FC236}">
                <a16:creationId xmlns:a16="http://schemas.microsoft.com/office/drawing/2014/main" id="{923D30CA-0E55-D522-52AF-C3E829A1990E}"/>
              </a:ext>
            </a:extLst>
          </p:cNvPr>
          <p:cNvPicPr>
            <a:picLocks noChangeAspect="1"/>
          </p:cNvPicPr>
          <p:nvPr/>
        </p:nvPicPr>
        <p:blipFill>
          <a:blip r:embed="rId2"/>
          <a:stretch>
            <a:fillRect/>
          </a:stretch>
        </p:blipFill>
        <p:spPr>
          <a:xfrm>
            <a:off x="4283968" y="1340768"/>
            <a:ext cx="4724999" cy="482453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E9B6CE5-A3D3-E66F-D49B-4DD244DE08D4}"/>
              </a:ext>
            </a:extLst>
          </p:cNvPr>
          <p:cNvSpPr txBox="1">
            <a:spLocks noGrp="1"/>
          </p:cNvSpPr>
          <p:nvPr>
            <p:ph type="title"/>
          </p:nvPr>
        </p:nvSpPr>
        <p:spPr>
          <a:xfrm>
            <a:off x="103188" y="115888"/>
            <a:ext cx="8785225" cy="1143000"/>
          </a:xfrm>
        </p:spPr>
        <p:txBody>
          <a:bodyPr vert="horz" wrap="square" lIns="91440" tIns="45720" rIns="91440" bIns="45720" numCol="1" rtlCol="0" anchor="ctr" anchorCtr="0" compatLnSpc="1">
            <a:prstTxWarp prst="textNoShape">
              <a:avLst/>
            </a:prstTxWarp>
            <a:normAutofit/>
          </a:bodyPr>
          <a:lstStyle/>
          <a:p>
            <a:pPr marL="12700">
              <a:defRPr/>
            </a:pPr>
            <a:r>
              <a:rPr lang="en-GB" spc="120" dirty="0"/>
              <a:t>First/Last</a:t>
            </a:r>
            <a:r>
              <a:rPr lang="en-GB" spc="-250" dirty="0"/>
              <a:t> </a:t>
            </a:r>
            <a:r>
              <a:rPr lang="en-GB" spc="170" dirty="0"/>
              <a:t>Child</a:t>
            </a:r>
            <a:endParaRPr lang="en-GB" dirty="0"/>
          </a:p>
        </p:txBody>
      </p:sp>
      <p:sp>
        <p:nvSpPr>
          <p:cNvPr id="3" name="object 3">
            <a:extLst>
              <a:ext uri="{FF2B5EF4-FFF2-40B4-BE49-F238E27FC236}">
                <a16:creationId xmlns:a16="http://schemas.microsoft.com/office/drawing/2014/main" id="{11D062B4-33C8-4A2F-D421-B2AB5E4276E3}"/>
              </a:ext>
            </a:extLst>
          </p:cNvPr>
          <p:cNvSpPr txBox="1"/>
          <p:nvPr/>
        </p:nvSpPr>
        <p:spPr bwMode="auto">
          <a:xfrm>
            <a:off x="115358" y="1343539"/>
            <a:ext cx="4680074" cy="4319587"/>
          </a:xfrm>
          <a:prstGeom prst="rect">
            <a:avLst/>
          </a:prstGeom>
          <a:noFill/>
          <a:ln>
            <a:noFill/>
          </a:ln>
        </p:spPr>
        <p:txBody>
          <a:bodyPr vert="horz" wrap="square" lIns="91440" tIns="45720" rIns="91440" bIns="45720" numCol="1" anchor="t" anchorCtr="0" compatLnSpc="1">
            <a:prstTxWarp prst="textNoShape">
              <a:avLst/>
            </a:prstTxWarp>
            <a:noAutofit/>
          </a:bodyPr>
          <a:lstStyle>
            <a:lvl1pPr marL="354013" indent="-3429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1pPr>
            <a:lvl2pPr marL="742950" indent="-28575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9pPr>
          </a:lstStyle>
          <a:p>
            <a:pPr marL="11113" indent="0">
              <a:spcBef>
                <a:spcPts val="100"/>
              </a:spcBef>
              <a:buClr>
                <a:srgbClr val="666666"/>
              </a:buClr>
            </a:pPr>
            <a:r>
              <a:rPr lang="en-US" altLang="en-US" sz="2000" b="1" dirty="0">
                <a:solidFill>
                  <a:srgbClr val="C00000"/>
                </a:solidFill>
                <a:ea typeface="+mn-ea"/>
              </a:rPr>
              <a:t>First/</a:t>
            </a:r>
            <a:r>
              <a:rPr lang="en-US" altLang="en-US" sz="2000" b="1" dirty="0" err="1">
                <a:solidFill>
                  <a:srgbClr val="C00000"/>
                </a:solidFill>
                <a:ea typeface="+mn-ea"/>
              </a:rPr>
              <a:t>lastchild</a:t>
            </a:r>
            <a:r>
              <a:rPr lang="en-US" altLang="en-US" sz="2000" b="1" dirty="0">
                <a:solidFill>
                  <a:srgbClr val="C00000"/>
                </a:solidFill>
                <a:ea typeface="+mn-ea"/>
              </a:rPr>
              <a:t>  </a:t>
            </a:r>
          </a:p>
          <a:p>
            <a:pPr marL="11113" indent="0">
              <a:spcBef>
                <a:spcPts val="100"/>
              </a:spcBef>
              <a:buClr>
                <a:srgbClr val="666666"/>
              </a:buClr>
            </a:pPr>
            <a:endParaRPr lang="en-US" altLang="en-US" sz="2000" b="1" dirty="0">
              <a:solidFill>
                <a:schemeClr val="accent6"/>
              </a:solidFill>
              <a:ea typeface="+mn-ea"/>
            </a:endParaRPr>
          </a:p>
          <a:p>
            <a:pPr>
              <a:spcBef>
                <a:spcPts val="100"/>
              </a:spcBef>
              <a:buClr>
                <a:srgbClr val="666666"/>
              </a:buClr>
              <a:buFont typeface="Trebuchet MS" panose="020B0603020202020204" pitchFamily="34" charset="0"/>
              <a:buChar char="●"/>
            </a:pPr>
            <a:r>
              <a:rPr lang="en-US" altLang="en-US" sz="2000" dirty="0">
                <a:ea typeface="+mn-ea"/>
              </a:rPr>
              <a:t>provide access to the first and last child nodes, they can return inconsistent or unexpected results if whitespace is present in the HTML, potentially returning text nodes instead of element nodes.</a:t>
            </a:r>
          </a:p>
          <a:p>
            <a:pPr marL="11113" indent="0">
              <a:buClr>
                <a:srgbClr val="666666"/>
              </a:buClr>
            </a:pPr>
            <a:endParaRPr lang="en-US" altLang="en-US" sz="2000" dirty="0">
              <a:ea typeface="+mn-ea"/>
            </a:endParaRPr>
          </a:p>
          <a:p>
            <a:pPr marL="11113" indent="0">
              <a:buClr>
                <a:srgbClr val="666666"/>
              </a:buClr>
            </a:pPr>
            <a:r>
              <a:rPr lang="en-US" altLang="en-US" sz="2000" b="1" dirty="0" err="1">
                <a:solidFill>
                  <a:srgbClr val="C00000"/>
                </a:solidFill>
                <a:ea typeface="+mn-ea"/>
              </a:rPr>
              <a:t>firstElementChild</a:t>
            </a:r>
            <a:r>
              <a:rPr lang="en-US" altLang="en-US" sz="2000" b="1" dirty="0">
                <a:solidFill>
                  <a:srgbClr val="C00000"/>
                </a:solidFill>
                <a:ea typeface="+mn-ea"/>
              </a:rPr>
              <a:t>/ </a:t>
            </a:r>
            <a:r>
              <a:rPr lang="en-US" altLang="en-US" sz="2000" b="1" dirty="0" err="1">
                <a:solidFill>
                  <a:srgbClr val="C00000"/>
                </a:solidFill>
                <a:ea typeface="+mn-ea"/>
              </a:rPr>
              <a:t>lastElementChild</a:t>
            </a:r>
            <a:endParaRPr lang="en-US" altLang="en-US" sz="2000" b="1" dirty="0">
              <a:solidFill>
                <a:srgbClr val="C00000"/>
              </a:solidFill>
              <a:ea typeface="+mn-ea"/>
            </a:endParaRPr>
          </a:p>
          <a:p>
            <a:pPr marL="11113" indent="0">
              <a:buClr>
                <a:srgbClr val="666666"/>
              </a:buClr>
            </a:pPr>
            <a:endParaRPr lang="en-US" altLang="en-US" sz="2000" b="1" dirty="0">
              <a:solidFill>
                <a:schemeClr val="accent6"/>
              </a:solidFill>
              <a:ea typeface="+mn-ea"/>
            </a:endParaRPr>
          </a:p>
          <a:p>
            <a:pPr>
              <a:buClr>
                <a:srgbClr val="666666"/>
              </a:buClr>
              <a:buFont typeface="Trebuchet MS" panose="020B0603020202020204" pitchFamily="34" charset="0"/>
              <a:buChar char="●"/>
            </a:pPr>
            <a:r>
              <a:rPr lang="en-US" altLang="en-US" sz="2000" dirty="0">
                <a:ea typeface="+mn-ea"/>
              </a:rPr>
              <a:t>Provide accurate navigation to the first and last child element nodes, disregarding whitespace. </a:t>
            </a:r>
          </a:p>
        </p:txBody>
      </p:sp>
      <p:pic>
        <p:nvPicPr>
          <p:cNvPr id="6" name="Picture 5" descr="A computer screen shot of a program code&#10;&#10;Description automatically generated">
            <a:extLst>
              <a:ext uri="{FF2B5EF4-FFF2-40B4-BE49-F238E27FC236}">
                <a16:creationId xmlns:a16="http://schemas.microsoft.com/office/drawing/2014/main" id="{DE59271B-5E6C-FEFA-C42A-4D77D02B9D4C}"/>
              </a:ext>
            </a:extLst>
          </p:cNvPr>
          <p:cNvPicPr>
            <a:picLocks noChangeAspect="1"/>
          </p:cNvPicPr>
          <p:nvPr/>
        </p:nvPicPr>
        <p:blipFill>
          <a:blip r:embed="rId2"/>
          <a:stretch>
            <a:fillRect/>
          </a:stretch>
        </p:blipFill>
        <p:spPr>
          <a:xfrm>
            <a:off x="4644008" y="1340767"/>
            <a:ext cx="4392042" cy="4824537"/>
          </a:xfrm>
          <a:prstGeom prst="rect">
            <a:avLst/>
          </a:prstGeom>
          <a:noFill/>
        </p:spPr>
      </p:pic>
      <p:sp>
        <p:nvSpPr>
          <p:cNvPr id="5" name="object 5" hidden="1">
            <a:extLst>
              <a:ext uri="{FF2B5EF4-FFF2-40B4-BE49-F238E27FC236}">
                <a16:creationId xmlns:a16="http://schemas.microsoft.com/office/drawing/2014/main" id="{51ACE09E-BC64-376F-4E91-D252F955AD4D}"/>
              </a:ext>
            </a:extLst>
          </p:cNvPr>
          <p:cNvSpPr>
            <a:spLocks noGrp="1"/>
          </p:cNvSpPr>
          <p:nvPr>
            <p:ph type="sldNum" sz="quarter" idx="4294967295"/>
          </p:nvPr>
        </p:nvSpPr>
        <p:spPr>
          <a:xfrm>
            <a:off x="8872538" y="4772025"/>
            <a:ext cx="271462" cy="179388"/>
          </a:xfrm>
          <a:prstGeom prst="rect">
            <a:avLst/>
          </a:prstGeom>
        </p:spPr>
        <p:txBody>
          <a:bodyPr lIns="0" tIns="0" rIns="0" bIns="0">
            <a:spAutoFit/>
          </a:bodyPr>
          <a:lstStyle>
            <a:defPPr>
              <a:defRPr lang="en-US"/>
            </a:defPPr>
            <a:lvl1pPr marL="0" algn="l" defTabSz="914400" rtl="0" eaLnBrk="1" latinLnBrk="0" hangingPunct="1">
              <a:defRPr sz="10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0645">
              <a:spcBef>
                <a:spcPts val="15"/>
              </a:spcBef>
              <a:defRPr/>
            </a:pPr>
            <a:fld id="{2BDD2D2F-C4E0-4164-9EAB-F2F3DCC8568E}" type="slidenum">
              <a:rPr lang="en-GB" spc="70" smtClean="0">
                <a:solidFill>
                  <a:srgbClr val="666666"/>
                </a:solidFill>
              </a:rPr>
              <a:pPr marL="80645">
                <a:spcBef>
                  <a:spcPts val="15"/>
                </a:spcBef>
                <a:defRPr/>
              </a:pPr>
              <a:t>20</a:t>
            </a:fld>
            <a:endParaRPr spc="-15" dirty="0">
              <a:solidFill>
                <a:srgbClr val="666666"/>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9904A1-8DCE-3537-0035-8C3F199A71F8}"/>
              </a:ext>
            </a:extLst>
          </p:cNvPr>
          <p:cNvSpPr>
            <a:spLocks noGrp="1"/>
          </p:cNvSpPr>
          <p:nvPr>
            <p:ph type="title"/>
          </p:nvPr>
        </p:nvSpPr>
        <p:spPr/>
        <p:txBody>
          <a:bodyPr/>
          <a:lstStyle/>
          <a:p>
            <a:r>
              <a:rPr lang="en-US" dirty="0"/>
              <a:t>Get/update element</a:t>
            </a:r>
            <a:endParaRPr lang="en-GB" dirty="0"/>
          </a:p>
        </p:txBody>
      </p:sp>
      <p:sp>
        <p:nvSpPr>
          <p:cNvPr id="6" name="Text Placeholder 5">
            <a:extLst>
              <a:ext uri="{FF2B5EF4-FFF2-40B4-BE49-F238E27FC236}">
                <a16:creationId xmlns:a16="http://schemas.microsoft.com/office/drawing/2014/main" id="{127EEDBE-1391-EE2A-C5B9-B29A0E721B08}"/>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3586897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CA0C3-BBDC-B7AD-B49F-E38A0016EF68}"/>
              </a:ext>
            </a:extLst>
          </p:cNvPr>
          <p:cNvSpPr>
            <a:spLocks noGrp="1"/>
          </p:cNvSpPr>
          <p:nvPr>
            <p:ph type="title"/>
          </p:nvPr>
        </p:nvSpPr>
        <p:spPr/>
        <p:txBody>
          <a:bodyPr/>
          <a:lstStyle/>
          <a:p>
            <a:r>
              <a:rPr lang="en-US" dirty="0"/>
              <a:t>GET/UPDATE Element </a:t>
            </a:r>
            <a:endParaRPr lang="en-GB" dirty="0"/>
          </a:p>
        </p:txBody>
      </p:sp>
      <p:sp>
        <p:nvSpPr>
          <p:cNvPr id="3" name="Content Placeholder 2">
            <a:extLst>
              <a:ext uri="{FF2B5EF4-FFF2-40B4-BE49-F238E27FC236}">
                <a16:creationId xmlns:a16="http://schemas.microsoft.com/office/drawing/2014/main" id="{30FA2774-8FF6-4871-03AC-E06EE7777642}"/>
              </a:ext>
            </a:extLst>
          </p:cNvPr>
          <p:cNvSpPr>
            <a:spLocks noGrp="1"/>
          </p:cNvSpPr>
          <p:nvPr>
            <p:ph idx="1"/>
          </p:nvPr>
        </p:nvSpPr>
        <p:spPr>
          <a:xfrm>
            <a:off x="103188" y="1657006"/>
            <a:ext cx="8856663" cy="4319587"/>
          </a:xfrm>
        </p:spPr>
        <p:txBody>
          <a:bodyPr/>
          <a:lstStyle/>
          <a:p>
            <a:pPr marL="457200" indent="-457200">
              <a:buFont typeface="Arial" panose="020B0604020202020204" pitchFamily="34" charset="0"/>
              <a:buChar char="•"/>
            </a:pPr>
            <a:r>
              <a:rPr lang="en-US" b="0" i="0" dirty="0">
                <a:solidFill>
                  <a:srgbClr val="374151"/>
                </a:solidFill>
                <a:effectLst/>
                <a:latin typeface="Arial" panose="020B0604020202020204" pitchFamily="34" charset="0"/>
                <a:cs typeface="Arial" panose="020B0604020202020204" pitchFamily="34" charset="0"/>
              </a:rPr>
              <a:t>The Document Object Model (DOM) allows interaction and manipulation of web pages.</a:t>
            </a:r>
          </a:p>
          <a:p>
            <a:pPr marL="457200" indent="-457200">
              <a:buFont typeface="Arial" panose="020B0604020202020204" pitchFamily="34" charset="0"/>
              <a:buChar char="•"/>
            </a:pPr>
            <a:r>
              <a:rPr lang="en-US" b="0" i="0" dirty="0">
                <a:solidFill>
                  <a:srgbClr val="374151"/>
                </a:solidFill>
                <a:effectLst/>
                <a:latin typeface="Arial" panose="020B0604020202020204" pitchFamily="34" charset="0"/>
                <a:cs typeface="Arial" panose="020B0604020202020204" pitchFamily="34" charset="0"/>
              </a:rPr>
              <a:t>Methods and properties like </a:t>
            </a:r>
            <a:r>
              <a:rPr lang="en-US" b="0" i="0" dirty="0" err="1">
                <a:solidFill>
                  <a:srgbClr val="C00000"/>
                </a:solidFill>
                <a:effectLst/>
                <a:latin typeface="Arial" panose="020B0604020202020204" pitchFamily="34" charset="0"/>
                <a:cs typeface="Arial" panose="020B0604020202020204" pitchFamily="34" charset="0"/>
              </a:rPr>
              <a:t>nodeValue</a:t>
            </a:r>
            <a:r>
              <a:rPr lang="en-US" b="0" i="0" dirty="0">
                <a:solidFill>
                  <a:srgbClr val="C00000"/>
                </a:solidFill>
                <a:effectLst/>
                <a:latin typeface="Arial" panose="020B0604020202020204" pitchFamily="34" charset="0"/>
                <a:cs typeface="Arial" panose="020B0604020202020204" pitchFamily="34" charset="0"/>
              </a:rPr>
              <a:t>, </a:t>
            </a:r>
            <a:r>
              <a:rPr lang="en-US" b="0" i="0" dirty="0" err="1">
                <a:solidFill>
                  <a:srgbClr val="C00000"/>
                </a:solidFill>
                <a:effectLst/>
                <a:latin typeface="Arial" panose="020B0604020202020204" pitchFamily="34" charset="0"/>
                <a:cs typeface="Arial" panose="020B0604020202020204" pitchFamily="34" charset="0"/>
              </a:rPr>
              <a:t>textContent</a:t>
            </a:r>
            <a:r>
              <a:rPr lang="en-US" b="0" i="0" dirty="0">
                <a:solidFill>
                  <a:srgbClr val="C00000"/>
                </a:solidFill>
                <a:effectLst/>
                <a:latin typeface="Arial" panose="020B0604020202020204" pitchFamily="34" charset="0"/>
                <a:cs typeface="Arial" panose="020B0604020202020204" pitchFamily="34" charset="0"/>
              </a:rPr>
              <a:t>, </a:t>
            </a:r>
            <a:r>
              <a:rPr lang="en-US" b="0" i="0" dirty="0" err="1">
                <a:solidFill>
                  <a:srgbClr val="C00000"/>
                </a:solidFill>
                <a:effectLst/>
                <a:latin typeface="Arial" panose="020B0604020202020204" pitchFamily="34" charset="0"/>
                <a:cs typeface="Arial" panose="020B0604020202020204" pitchFamily="34" charset="0"/>
              </a:rPr>
              <a:t>innerText</a:t>
            </a:r>
            <a:r>
              <a:rPr lang="en-US" b="0" i="0" dirty="0">
                <a:solidFill>
                  <a:srgbClr val="374151"/>
                </a:solidFill>
                <a:effectLst/>
                <a:latin typeface="Arial" panose="020B0604020202020204" pitchFamily="34" charset="0"/>
                <a:cs typeface="Arial" panose="020B0604020202020204" pitchFamily="34" charset="0"/>
              </a:rPr>
              <a:t>, and </a:t>
            </a:r>
            <a:r>
              <a:rPr lang="en-US" b="0" i="0" dirty="0" err="1">
                <a:solidFill>
                  <a:srgbClr val="C00000"/>
                </a:solidFill>
                <a:effectLst/>
                <a:latin typeface="Arial" panose="020B0604020202020204" pitchFamily="34" charset="0"/>
                <a:cs typeface="Arial" panose="020B0604020202020204" pitchFamily="34" charset="0"/>
              </a:rPr>
              <a:t>innerHTML</a:t>
            </a:r>
            <a:r>
              <a:rPr lang="en-US" b="0" i="0" dirty="0">
                <a:solidFill>
                  <a:srgbClr val="C00000"/>
                </a:solidFill>
                <a:effectLst/>
                <a:latin typeface="Arial" panose="020B0604020202020204" pitchFamily="34" charset="0"/>
                <a:cs typeface="Arial" panose="020B0604020202020204" pitchFamily="34" charset="0"/>
              </a:rPr>
              <a:t> </a:t>
            </a:r>
            <a:r>
              <a:rPr lang="en-US" b="0" i="0" dirty="0">
                <a:solidFill>
                  <a:srgbClr val="374151"/>
                </a:solidFill>
                <a:effectLst/>
                <a:latin typeface="Arial" panose="020B0604020202020204" pitchFamily="34" charset="0"/>
                <a:cs typeface="Arial" panose="020B0604020202020204" pitchFamily="34" charset="0"/>
              </a:rPr>
              <a:t>enable developers to get and set content within HTML elements.</a:t>
            </a:r>
          </a:p>
          <a:p>
            <a:pPr marL="457200" indent="-457200">
              <a:buFont typeface="Wingdings" panose="05000000000000000000" pitchFamily="2" charset="2"/>
              <a:buChar char="q"/>
            </a:pPr>
            <a:endParaRPr lang="en-GB" dirty="0"/>
          </a:p>
        </p:txBody>
      </p:sp>
      <p:pic>
        <p:nvPicPr>
          <p:cNvPr id="6" name="Picture 5">
            <a:extLst>
              <a:ext uri="{FF2B5EF4-FFF2-40B4-BE49-F238E27FC236}">
                <a16:creationId xmlns:a16="http://schemas.microsoft.com/office/drawing/2014/main" id="{EB715176-5F60-1CEE-CDEC-F95C2291B275}"/>
              </a:ext>
            </a:extLst>
          </p:cNvPr>
          <p:cNvPicPr>
            <a:picLocks noChangeAspect="1"/>
          </p:cNvPicPr>
          <p:nvPr/>
        </p:nvPicPr>
        <p:blipFill>
          <a:blip r:embed="rId2"/>
          <a:stretch>
            <a:fillRect/>
          </a:stretch>
        </p:blipFill>
        <p:spPr>
          <a:xfrm>
            <a:off x="2123728" y="4581128"/>
            <a:ext cx="6924958" cy="1368152"/>
          </a:xfrm>
          <a:prstGeom prst="rect">
            <a:avLst/>
          </a:prstGeom>
        </p:spPr>
      </p:pic>
    </p:spTree>
    <p:extLst>
      <p:ext uri="{BB962C8B-B14F-4D97-AF65-F5344CB8AC3E}">
        <p14:creationId xmlns:p14="http://schemas.microsoft.com/office/powerpoint/2010/main" val="1758148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CBB71-BC45-87E7-7107-59DAA780B62D}"/>
              </a:ext>
            </a:extLst>
          </p:cNvPr>
          <p:cNvSpPr>
            <a:spLocks noGrp="1"/>
          </p:cNvSpPr>
          <p:nvPr>
            <p:ph type="title"/>
          </p:nvPr>
        </p:nvSpPr>
        <p:spPr/>
        <p:txBody>
          <a:bodyPr/>
          <a:lstStyle/>
          <a:p>
            <a:r>
              <a:rPr lang="en-US" sz="4000" dirty="0"/>
              <a:t>GET/UPDATE Element - </a:t>
            </a:r>
            <a:r>
              <a:rPr lang="en-US" sz="4000" dirty="0" err="1"/>
              <a:t>nodeValue</a:t>
            </a:r>
            <a:endParaRPr lang="en-GB" sz="4000" dirty="0"/>
          </a:p>
        </p:txBody>
      </p:sp>
      <p:sp>
        <p:nvSpPr>
          <p:cNvPr id="3" name="Content Placeholder 2">
            <a:extLst>
              <a:ext uri="{FF2B5EF4-FFF2-40B4-BE49-F238E27FC236}">
                <a16:creationId xmlns:a16="http://schemas.microsoft.com/office/drawing/2014/main" id="{E702B174-299E-9BDE-817A-96F34C1D63F0}"/>
              </a:ext>
            </a:extLst>
          </p:cNvPr>
          <p:cNvSpPr>
            <a:spLocks noGrp="1"/>
          </p:cNvSpPr>
          <p:nvPr>
            <p:ph idx="1"/>
          </p:nvPr>
        </p:nvSpPr>
        <p:spPr>
          <a:xfrm>
            <a:off x="103188" y="1557238"/>
            <a:ext cx="8856663" cy="4319587"/>
          </a:xfrm>
        </p:spPr>
        <p:txBody>
          <a:bodyPr/>
          <a:lstStyle/>
          <a:p>
            <a:r>
              <a:rPr lang="en-US" sz="2400" b="1" i="0" dirty="0" err="1">
                <a:solidFill>
                  <a:schemeClr val="accent6"/>
                </a:solidFill>
                <a:latin typeface="Arial" panose="020B0604020202020204" pitchFamily="34" charset="0"/>
                <a:cs typeface="Arial" panose="020B0604020202020204" pitchFamily="34" charset="0"/>
              </a:rPr>
              <a:t>nodeValue</a:t>
            </a:r>
            <a:r>
              <a:rPr lang="en-US" sz="2400" b="1" i="0" dirty="0">
                <a:solidFill>
                  <a:schemeClr val="accent6"/>
                </a:solidFill>
                <a:latin typeface="Arial" panose="020B0604020202020204" pitchFamily="34" charset="0"/>
                <a:cs typeface="Arial" panose="020B0604020202020204" pitchFamily="34" charset="0"/>
              </a:rPr>
              <a:t> Property</a:t>
            </a:r>
          </a:p>
          <a:p>
            <a:r>
              <a:rPr lang="en-US" sz="2400" i="0" dirty="0">
                <a:solidFill>
                  <a:schemeClr val="tx1"/>
                </a:solidFill>
                <a:latin typeface="Arial" panose="020B0604020202020204" pitchFamily="34" charset="0"/>
                <a:cs typeface="Arial" panose="020B0604020202020204" pitchFamily="34" charset="0"/>
              </a:rPr>
              <a:t>Gets or sets the value of a node and is primarily used with attribute or text nodes.</a:t>
            </a:r>
            <a:endParaRPr lang="en-GB" sz="2400" i="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B02F26B-C22A-AA4D-AAB3-F2453D086124}"/>
              </a:ext>
            </a:extLst>
          </p:cNvPr>
          <p:cNvSpPr txBox="1"/>
          <p:nvPr/>
        </p:nvSpPr>
        <p:spPr>
          <a:xfrm>
            <a:off x="103188" y="3140968"/>
            <a:ext cx="9040812" cy="2739211"/>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1800" dirty="0"/>
              <a:t>&lt;!-- HTML --&gt;</a:t>
            </a:r>
          </a:p>
          <a:p>
            <a:r>
              <a:rPr lang="en-GB" sz="2000" dirty="0"/>
              <a:t>&lt;div id="example"&gt;Old Content&lt;/div&gt;</a:t>
            </a:r>
          </a:p>
          <a:p>
            <a:endParaRPr lang="en-GB" sz="2000" dirty="0"/>
          </a:p>
          <a:p>
            <a:r>
              <a:rPr lang="en-GB" sz="2000" dirty="0"/>
              <a:t>&lt;script&gt;</a:t>
            </a:r>
          </a:p>
          <a:p>
            <a:r>
              <a:rPr lang="en-GB" sz="2000" dirty="0"/>
              <a:t>// JavaScript</a:t>
            </a:r>
          </a:p>
          <a:p>
            <a:r>
              <a:rPr lang="en-GB" sz="2000" dirty="0" err="1"/>
              <a:t>document.getElementById</a:t>
            </a:r>
            <a:r>
              <a:rPr lang="en-GB" sz="2000" dirty="0"/>
              <a:t>('example').</a:t>
            </a:r>
            <a:r>
              <a:rPr lang="en-GB" sz="2000" dirty="0" err="1"/>
              <a:t>innerHTML</a:t>
            </a:r>
            <a:r>
              <a:rPr lang="en-GB" sz="2000" dirty="0"/>
              <a:t> = '&lt;p&gt;New &lt;strong&gt; HTML &lt;/strong&gt;  Content&lt;/p&gt;';</a:t>
            </a:r>
          </a:p>
          <a:p>
            <a:r>
              <a:rPr lang="en-GB" sz="2000" dirty="0"/>
              <a:t>&lt;/script&gt;</a:t>
            </a:r>
          </a:p>
          <a:p>
            <a:endParaRPr lang="en-GB" sz="1400" dirty="0"/>
          </a:p>
        </p:txBody>
      </p:sp>
    </p:spTree>
    <p:extLst>
      <p:ext uri="{BB962C8B-B14F-4D97-AF65-F5344CB8AC3E}">
        <p14:creationId xmlns:p14="http://schemas.microsoft.com/office/powerpoint/2010/main" val="294863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CBB71-BC45-87E7-7107-59DAA780B62D}"/>
              </a:ext>
            </a:extLst>
          </p:cNvPr>
          <p:cNvSpPr>
            <a:spLocks noGrp="1"/>
          </p:cNvSpPr>
          <p:nvPr>
            <p:ph type="title"/>
          </p:nvPr>
        </p:nvSpPr>
        <p:spPr/>
        <p:txBody>
          <a:bodyPr/>
          <a:lstStyle/>
          <a:p>
            <a:r>
              <a:rPr lang="en-US" sz="4000" dirty="0"/>
              <a:t>GET/UPDATE Element – </a:t>
            </a:r>
            <a:r>
              <a:rPr lang="en-US" sz="4000" dirty="0" err="1"/>
              <a:t>textContent</a:t>
            </a:r>
            <a:r>
              <a:rPr lang="en-US" sz="4000" dirty="0"/>
              <a:t> and </a:t>
            </a:r>
            <a:r>
              <a:rPr lang="en-US" sz="4000" dirty="0" err="1"/>
              <a:t>innerText</a:t>
            </a:r>
            <a:endParaRPr lang="en-GB" sz="4000" dirty="0"/>
          </a:p>
        </p:txBody>
      </p:sp>
      <p:sp>
        <p:nvSpPr>
          <p:cNvPr id="3" name="Content Placeholder 2">
            <a:extLst>
              <a:ext uri="{FF2B5EF4-FFF2-40B4-BE49-F238E27FC236}">
                <a16:creationId xmlns:a16="http://schemas.microsoft.com/office/drawing/2014/main" id="{E702B174-299E-9BDE-817A-96F34C1D63F0}"/>
              </a:ext>
            </a:extLst>
          </p:cNvPr>
          <p:cNvSpPr>
            <a:spLocks noGrp="1"/>
          </p:cNvSpPr>
          <p:nvPr>
            <p:ph idx="1"/>
          </p:nvPr>
        </p:nvSpPr>
        <p:spPr>
          <a:xfrm>
            <a:off x="70327" y="1484784"/>
            <a:ext cx="8856663" cy="4319587"/>
          </a:xfrm>
        </p:spPr>
        <p:txBody>
          <a:bodyPr/>
          <a:lstStyle/>
          <a:p>
            <a:r>
              <a:rPr lang="en-US" sz="2400" i="0" dirty="0" err="1">
                <a:solidFill>
                  <a:schemeClr val="accent6"/>
                </a:solidFill>
                <a:latin typeface="Arial" panose="020B0604020202020204" pitchFamily="34" charset="0"/>
                <a:cs typeface="Arial" panose="020B0604020202020204" pitchFamily="34" charset="0"/>
              </a:rPr>
              <a:t>textContent</a:t>
            </a:r>
            <a:r>
              <a:rPr lang="en-US" sz="2400" i="0" dirty="0">
                <a:solidFill>
                  <a:schemeClr val="accent6"/>
                </a:solidFill>
                <a:latin typeface="Arial" panose="020B0604020202020204" pitchFamily="34" charset="0"/>
                <a:cs typeface="Arial" panose="020B0604020202020204" pitchFamily="34" charset="0"/>
              </a:rPr>
              <a:t>: </a:t>
            </a:r>
            <a:r>
              <a:rPr lang="en-US" sz="2400" i="0" dirty="0">
                <a:solidFill>
                  <a:schemeClr val="tx1"/>
                </a:solidFill>
                <a:latin typeface="Arial" panose="020B0604020202020204" pitchFamily="34" charset="0"/>
                <a:cs typeface="Arial" panose="020B0604020202020204" pitchFamily="34" charset="0"/>
              </a:rPr>
              <a:t>Gets or sets the concatenated text content of a node and its descendants.</a:t>
            </a:r>
          </a:p>
          <a:p>
            <a:r>
              <a:rPr lang="en-US" sz="2400" i="0" dirty="0" err="1">
                <a:solidFill>
                  <a:schemeClr val="accent6"/>
                </a:solidFill>
                <a:latin typeface="Arial" panose="020B0604020202020204" pitchFamily="34" charset="0"/>
                <a:cs typeface="Arial" panose="020B0604020202020204" pitchFamily="34" charset="0"/>
              </a:rPr>
              <a:t>innerText</a:t>
            </a:r>
            <a:r>
              <a:rPr lang="en-US" sz="2400" i="0" dirty="0">
                <a:solidFill>
                  <a:schemeClr val="accent6"/>
                </a:solidFill>
                <a:latin typeface="Arial" panose="020B0604020202020204" pitchFamily="34" charset="0"/>
                <a:cs typeface="Arial" panose="020B0604020202020204" pitchFamily="34" charset="0"/>
              </a:rPr>
              <a:t>: </a:t>
            </a:r>
            <a:r>
              <a:rPr lang="en-US" sz="2400" i="0" dirty="0">
                <a:solidFill>
                  <a:schemeClr val="tx1"/>
                </a:solidFill>
                <a:latin typeface="Arial" panose="020B0604020202020204" pitchFamily="34" charset="0"/>
                <a:cs typeface="Arial" panose="020B0604020202020204" pitchFamily="34" charset="0"/>
              </a:rPr>
              <a:t>Similar to </a:t>
            </a:r>
            <a:r>
              <a:rPr lang="en-US" sz="2400" i="0" dirty="0" err="1">
                <a:solidFill>
                  <a:schemeClr val="tx1"/>
                </a:solidFill>
                <a:latin typeface="Arial" panose="020B0604020202020204" pitchFamily="34" charset="0"/>
                <a:cs typeface="Arial" panose="020B0604020202020204" pitchFamily="34" charset="0"/>
              </a:rPr>
              <a:t>textContent</a:t>
            </a:r>
            <a:r>
              <a:rPr lang="en-US" sz="2400" i="0" dirty="0">
                <a:solidFill>
                  <a:schemeClr val="tx1"/>
                </a:solidFill>
                <a:latin typeface="Arial" panose="020B0604020202020204" pitchFamily="34" charset="0"/>
                <a:cs typeface="Arial" panose="020B0604020202020204" pitchFamily="34" charset="0"/>
              </a:rPr>
              <a:t>, but observes CSS visibility.</a:t>
            </a:r>
            <a:endParaRPr lang="en-GB" sz="2400" i="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B02F26B-C22A-AA4D-AAB3-F2453D086124}"/>
              </a:ext>
            </a:extLst>
          </p:cNvPr>
          <p:cNvSpPr txBox="1"/>
          <p:nvPr/>
        </p:nvSpPr>
        <p:spPr>
          <a:xfrm>
            <a:off x="68433" y="2996952"/>
            <a:ext cx="8858557" cy="286232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1800" dirty="0"/>
              <a:t>&lt;!-- HTML --&gt;</a:t>
            </a:r>
          </a:p>
          <a:p>
            <a:r>
              <a:rPr lang="en-GB" sz="1800" dirty="0"/>
              <a:t>&lt;p id="example"&gt;Hello, &lt;span style="</a:t>
            </a:r>
            <a:r>
              <a:rPr lang="en-GB" sz="1800" dirty="0" err="1"/>
              <a:t>display:none</a:t>
            </a:r>
            <a:r>
              <a:rPr lang="en-GB" sz="1800" dirty="0"/>
              <a:t>;"&gt;invisible&lt;/span&gt; world!&lt;/p&gt;</a:t>
            </a:r>
          </a:p>
          <a:p>
            <a:endParaRPr lang="en-GB" sz="1800" dirty="0"/>
          </a:p>
          <a:p>
            <a:r>
              <a:rPr lang="en-GB" sz="1800" dirty="0"/>
              <a:t>&lt;script&gt;</a:t>
            </a:r>
          </a:p>
          <a:p>
            <a:r>
              <a:rPr lang="en-GB" sz="1800" dirty="0"/>
              <a:t>// JavaScript</a:t>
            </a:r>
          </a:p>
          <a:p>
            <a:r>
              <a:rPr lang="en-GB" sz="1800" dirty="0"/>
              <a:t>console.log(</a:t>
            </a:r>
            <a:r>
              <a:rPr lang="en-GB" sz="1800" dirty="0" err="1"/>
              <a:t>document.getElementById</a:t>
            </a:r>
            <a:r>
              <a:rPr lang="en-GB" sz="1800" dirty="0"/>
              <a:t>('example').</a:t>
            </a:r>
            <a:r>
              <a:rPr lang="en-GB" sz="1800" dirty="0" err="1"/>
              <a:t>textContent</a:t>
            </a:r>
            <a:r>
              <a:rPr lang="en-GB" sz="1800" dirty="0"/>
              <a:t>); // Output: Hello, invisible world!</a:t>
            </a:r>
          </a:p>
          <a:p>
            <a:r>
              <a:rPr lang="en-GB" sz="1800" dirty="0"/>
              <a:t>console.log(</a:t>
            </a:r>
            <a:r>
              <a:rPr lang="en-GB" sz="1800" dirty="0" err="1"/>
              <a:t>document.getElementById</a:t>
            </a:r>
            <a:r>
              <a:rPr lang="en-GB" sz="1800" dirty="0"/>
              <a:t>('example').</a:t>
            </a:r>
            <a:r>
              <a:rPr lang="en-GB" sz="1800" dirty="0" err="1"/>
              <a:t>innerText</a:t>
            </a:r>
            <a:r>
              <a:rPr lang="en-GB" sz="1800" dirty="0"/>
              <a:t>);   // Output: Hello, world!</a:t>
            </a:r>
          </a:p>
          <a:p>
            <a:r>
              <a:rPr lang="en-GB" sz="1800" dirty="0"/>
              <a:t>&lt;/script&gt;</a:t>
            </a:r>
          </a:p>
          <a:p>
            <a:endParaRPr lang="en-GB" sz="1800" dirty="0"/>
          </a:p>
        </p:txBody>
      </p:sp>
    </p:spTree>
    <p:extLst>
      <p:ext uri="{BB962C8B-B14F-4D97-AF65-F5344CB8AC3E}">
        <p14:creationId xmlns:p14="http://schemas.microsoft.com/office/powerpoint/2010/main" val="679264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CBB71-BC45-87E7-7107-59DAA780B62D}"/>
              </a:ext>
            </a:extLst>
          </p:cNvPr>
          <p:cNvSpPr>
            <a:spLocks noGrp="1"/>
          </p:cNvSpPr>
          <p:nvPr>
            <p:ph type="title"/>
          </p:nvPr>
        </p:nvSpPr>
        <p:spPr/>
        <p:txBody>
          <a:bodyPr/>
          <a:lstStyle/>
          <a:p>
            <a:pPr algn="ctr"/>
            <a:r>
              <a:rPr lang="en-US" sz="4000" dirty="0"/>
              <a:t>GET/UPDATE Element – </a:t>
            </a:r>
            <a:r>
              <a:rPr lang="en-US" sz="4000" dirty="0" err="1"/>
              <a:t>innerHTML</a:t>
            </a:r>
            <a:endParaRPr lang="en-GB" sz="4000" dirty="0"/>
          </a:p>
        </p:txBody>
      </p:sp>
      <p:sp>
        <p:nvSpPr>
          <p:cNvPr id="3" name="Content Placeholder 2">
            <a:extLst>
              <a:ext uri="{FF2B5EF4-FFF2-40B4-BE49-F238E27FC236}">
                <a16:creationId xmlns:a16="http://schemas.microsoft.com/office/drawing/2014/main" id="{E702B174-299E-9BDE-817A-96F34C1D63F0}"/>
              </a:ext>
            </a:extLst>
          </p:cNvPr>
          <p:cNvSpPr>
            <a:spLocks noGrp="1"/>
          </p:cNvSpPr>
          <p:nvPr>
            <p:ph idx="1"/>
          </p:nvPr>
        </p:nvSpPr>
        <p:spPr/>
        <p:txBody>
          <a:bodyPr/>
          <a:lstStyle/>
          <a:p>
            <a:r>
              <a:rPr lang="en-US" sz="2400" b="1" i="0" dirty="0" err="1">
                <a:solidFill>
                  <a:schemeClr val="accent6"/>
                </a:solidFill>
                <a:latin typeface="Arial" panose="020B0604020202020204" pitchFamily="34" charset="0"/>
                <a:cs typeface="Arial" panose="020B0604020202020204" pitchFamily="34" charset="0"/>
              </a:rPr>
              <a:t>innerHTML</a:t>
            </a:r>
            <a:r>
              <a:rPr lang="en-US" sz="2400" b="1" i="0" dirty="0">
                <a:solidFill>
                  <a:schemeClr val="accent6"/>
                </a:solidFill>
                <a:latin typeface="Arial" panose="020B0604020202020204" pitchFamily="34" charset="0"/>
                <a:cs typeface="Arial" panose="020B0604020202020204" pitchFamily="34" charset="0"/>
              </a:rPr>
              <a:t> Property:</a:t>
            </a:r>
          </a:p>
          <a:p>
            <a:r>
              <a:rPr lang="en-US" sz="2400" i="0" dirty="0">
                <a:solidFill>
                  <a:schemeClr val="tx1"/>
                </a:solidFill>
                <a:latin typeface="Arial" panose="020B0604020202020204" pitchFamily="34" charset="0"/>
                <a:cs typeface="Arial" panose="020B0604020202020204" pitchFamily="34" charset="0"/>
              </a:rPr>
              <a:t>Gets or sets the HTML content within an element.</a:t>
            </a:r>
            <a:endParaRPr lang="en-GB" sz="2400" i="0" dirty="0">
              <a:solidFill>
                <a:schemeClr val="tx1"/>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B02F26B-C22A-AA4D-AAB3-F2453D086124}"/>
              </a:ext>
            </a:extLst>
          </p:cNvPr>
          <p:cNvSpPr txBox="1"/>
          <p:nvPr/>
        </p:nvSpPr>
        <p:spPr>
          <a:xfrm>
            <a:off x="103188" y="3140968"/>
            <a:ext cx="9040812" cy="255454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dirty="0"/>
              <a:t>&lt;!-- HTML --&gt;</a:t>
            </a:r>
          </a:p>
          <a:p>
            <a:r>
              <a:rPr lang="en-GB" sz="2000" dirty="0"/>
              <a:t>&lt;div id="example"&gt;Old Content&lt;/div&gt;</a:t>
            </a:r>
          </a:p>
          <a:p>
            <a:endParaRPr lang="en-GB" sz="2000" dirty="0"/>
          </a:p>
          <a:p>
            <a:r>
              <a:rPr lang="en-GB" sz="2000" dirty="0"/>
              <a:t>&lt;script&gt;</a:t>
            </a:r>
          </a:p>
          <a:p>
            <a:r>
              <a:rPr lang="en-GB" sz="2000" dirty="0"/>
              <a:t>// JavaScript</a:t>
            </a:r>
          </a:p>
          <a:p>
            <a:r>
              <a:rPr lang="en-GB" sz="2000" dirty="0" err="1"/>
              <a:t>document.getElementById</a:t>
            </a:r>
            <a:r>
              <a:rPr lang="en-GB" sz="2000" dirty="0"/>
              <a:t>('example').</a:t>
            </a:r>
            <a:r>
              <a:rPr lang="en-GB" sz="2000" dirty="0" err="1"/>
              <a:t>innerHTML</a:t>
            </a:r>
            <a:r>
              <a:rPr lang="en-GB" sz="2000" dirty="0"/>
              <a:t> = '&lt;p&gt;New &lt;strong&gt; HTML &lt;/strong&gt;  Content&lt;/p&gt;';</a:t>
            </a:r>
          </a:p>
          <a:p>
            <a:r>
              <a:rPr lang="en-GB" sz="2000" dirty="0"/>
              <a:t>&lt;/script&gt;</a:t>
            </a:r>
          </a:p>
        </p:txBody>
      </p:sp>
    </p:spTree>
    <p:extLst>
      <p:ext uri="{BB962C8B-B14F-4D97-AF65-F5344CB8AC3E}">
        <p14:creationId xmlns:p14="http://schemas.microsoft.com/office/powerpoint/2010/main" val="133171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416375-54E7-5A95-6D60-9F893CCF34E4}"/>
              </a:ext>
            </a:extLst>
          </p:cNvPr>
          <p:cNvSpPr>
            <a:spLocks noGrp="1"/>
          </p:cNvSpPr>
          <p:nvPr>
            <p:ph type="title"/>
          </p:nvPr>
        </p:nvSpPr>
        <p:spPr/>
        <p:txBody>
          <a:bodyPr/>
          <a:lstStyle/>
          <a:p>
            <a:r>
              <a:rPr lang="en-US" dirty="0"/>
              <a:t>Edit </a:t>
            </a:r>
            <a:r>
              <a:rPr lang="en-US" dirty="0" err="1"/>
              <a:t>dom</a:t>
            </a:r>
            <a:r>
              <a:rPr lang="en-US" dirty="0"/>
              <a:t> elements</a:t>
            </a:r>
            <a:endParaRPr lang="en-GB" dirty="0"/>
          </a:p>
        </p:txBody>
      </p:sp>
      <p:sp>
        <p:nvSpPr>
          <p:cNvPr id="5" name="Text Placeholder 4">
            <a:extLst>
              <a:ext uri="{FF2B5EF4-FFF2-40B4-BE49-F238E27FC236}">
                <a16:creationId xmlns:a16="http://schemas.microsoft.com/office/drawing/2014/main" id="{38E22060-43AF-C8C9-CA16-7EB2CE2B7303}"/>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719285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ADF6AED0-525A-A8B0-6097-0B452EED5B2E}"/>
              </a:ext>
            </a:extLst>
          </p:cNvPr>
          <p:cNvSpPr txBox="1">
            <a:spLocks noGrp="1"/>
          </p:cNvSpPr>
          <p:nvPr>
            <p:ph type="title"/>
          </p:nvPr>
        </p:nvSpPr>
        <p:spPr>
          <a:xfrm>
            <a:off x="103188" y="342744"/>
            <a:ext cx="8785225" cy="689291"/>
          </a:xfrm>
        </p:spPr>
        <p:txBody>
          <a:bodyPr lIns="0" tIns="12065" rIns="0" bIns="0" rtlCol="0">
            <a:spAutoFit/>
          </a:bodyPr>
          <a:lstStyle/>
          <a:p>
            <a:pPr marL="12700">
              <a:spcBef>
                <a:spcPts val="95"/>
              </a:spcBef>
              <a:defRPr/>
            </a:pPr>
            <a:r>
              <a:rPr spc="175" dirty="0"/>
              <a:t>A</a:t>
            </a:r>
            <a:r>
              <a:rPr lang="en-US" spc="175" dirty="0"/>
              <a:t>dd/Remove</a:t>
            </a:r>
            <a:r>
              <a:rPr spc="-204" dirty="0"/>
              <a:t> </a:t>
            </a:r>
            <a:r>
              <a:rPr spc="340" dirty="0"/>
              <a:t>E</a:t>
            </a:r>
            <a:r>
              <a:rPr lang="en-US" spc="340" dirty="0"/>
              <a:t>lements</a:t>
            </a:r>
            <a:endParaRPr dirty="0"/>
          </a:p>
        </p:txBody>
      </p:sp>
      <p:sp>
        <p:nvSpPr>
          <p:cNvPr id="3" name="object 3">
            <a:extLst>
              <a:ext uri="{FF2B5EF4-FFF2-40B4-BE49-F238E27FC236}">
                <a16:creationId xmlns:a16="http://schemas.microsoft.com/office/drawing/2014/main" id="{74E09218-594C-1FB6-8936-A40330E76825}"/>
              </a:ext>
            </a:extLst>
          </p:cNvPr>
          <p:cNvSpPr txBox="1"/>
          <p:nvPr/>
        </p:nvSpPr>
        <p:spPr>
          <a:xfrm>
            <a:off x="427981" y="1340768"/>
            <a:ext cx="8460432" cy="3992503"/>
          </a:xfrm>
          <a:prstGeom prst="rect">
            <a:avLst/>
          </a:prstGeom>
        </p:spPr>
        <p:txBody>
          <a:bodyPr wrap="square" lIns="0" tIns="53975" rIns="0" bIns="0">
            <a:spAutoFit/>
          </a:bodyPr>
          <a:lstStyle>
            <a:lvl1pPr marL="355600" indent="-3429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1pPr>
            <a:lvl2pPr marL="742950" indent="-28575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9pPr>
          </a:lstStyle>
          <a:p>
            <a:pPr>
              <a:spcBef>
                <a:spcPts val="425"/>
              </a:spcBef>
              <a:buClr>
                <a:srgbClr val="666666"/>
              </a:buClr>
              <a:buFontTx/>
              <a:buAutoNum type="arabicPeriod"/>
            </a:pPr>
            <a:r>
              <a:rPr lang="en-US" altLang="en-US" sz="1600" dirty="0" err="1">
                <a:solidFill>
                  <a:schemeClr val="accent6"/>
                </a:solidFill>
                <a:ea typeface="Arial MT"/>
                <a:cs typeface="Arial" panose="020B0604020202020204" pitchFamily="34" charset="0"/>
              </a:rPr>
              <a:t>createElement</a:t>
            </a:r>
            <a:r>
              <a:rPr lang="en-US" altLang="en-US" sz="1600" dirty="0">
                <a:solidFill>
                  <a:schemeClr val="accent6"/>
                </a:solidFill>
                <a:ea typeface="Arial MT"/>
                <a:cs typeface="Arial" panose="020B0604020202020204" pitchFamily="34" charset="0"/>
              </a:rPr>
              <a:t> () </a:t>
            </a:r>
            <a:r>
              <a:rPr lang="en-US" altLang="en-US" sz="1600" dirty="0">
                <a:solidFill>
                  <a:schemeClr val="accent6"/>
                </a:solidFill>
                <a:cs typeface="Arial" panose="020B0604020202020204" pitchFamily="34" charset="0"/>
              </a:rPr>
              <a:t>: </a:t>
            </a:r>
            <a:r>
              <a:rPr lang="en-US" altLang="en-US" sz="1600" dirty="0">
                <a:cs typeface="Arial" panose="020B0604020202020204" pitchFamily="34" charset="0"/>
              </a:rPr>
              <a:t>creates a new Element node of the specified type.</a:t>
            </a:r>
          </a:p>
          <a:p>
            <a:pPr marL="12700" indent="0">
              <a:spcBef>
                <a:spcPts val="425"/>
              </a:spcBef>
              <a:buClr>
                <a:srgbClr val="666666"/>
              </a:buClr>
            </a:pPr>
            <a:endParaRPr lang="en-US" altLang="en-US" sz="1600" dirty="0">
              <a:cs typeface="Arial" panose="020B0604020202020204" pitchFamily="34" charset="0"/>
            </a:endParaRPr>
          </a:p>
          <a:p>
            <a:pPr marL="12700" indent="0">
              <a:spcBef>
                <a:spcPts val="425"/>
              </a:spcBef>
              <a:buClr>
                <a:srgbClr val="666666"/>
              </a:buClr>
            </a:pPr>
            <a:endParaRPr lang="en-US" altLang="en-US" sz="1600" dirty="0">
              <a:cs typeface="Arial" panose="020B0604020202020204" pitchFamily="34" charset="0"/>
            </a:endParaRPr>
          </a:p>
          <a:p>
            <a:pPr>
              <a:spcBef>
                <a:spcPts val="325"/>
              </a:spcBef>
              <a:buClr>
                <a:srgbClr val="666666"/>
              </a:buClr>
              <a:buFontTx/>
              <a:buAutoNum type="arabicPeriod" startAt="2"/>
            </a:pPr>
            <a:endParaRPr lang="en-US" altLang="en-US" sz="1600" dirty="0">
              <a:solidFill>
                <a:schemeClr val="accent6"/>
              </a:solidFill>
              <a:ea typeface="Arial MT"/>
              <a:cs typeface="Arial" panose="020B0604020202020204" pitchFamily="34" charset="0"/>
            </a:endParaRPr>
          </a:p>
          <a:p>
            <a:pPr>
              <a:spcBef>
                <a:spcPts val="325"/>
              </a:spcBef>
              <a:buClr>
                <a:srgbClr val="666666"/>
              </a:buClr>
              <a:buFontTx/>
              <a:buAutoNum type="arabicPeriod" startAt="2"/>
            </a:pPr>
            <a:r>
              <a:rPr lang="en-US" altLang="en-US" sz="1600" dirty="0" err="1">
                <a:solidFill>
                  <a:schemeClr val="accent6"/>
                </a:solidFill>
                <a:ea typeface="Arial MT"/>
                <a:cs typeface="Arial" panose="020B0604020202020204" pitchFamily="34" charset="0"/>
              </a:rPr>
              <a:t>createTextNode</a:t>
            </a:r>
            <a:r>
              <a:rPr lang="en-US" altLang="en-US" sz="1600" dirty="0">
                <a:solidFill>
                  <a:schemeClr val="accent6"/>
                </a:solidFill>
                <a:ea typeface="Arial MT"/>
                <a:cs typeface="Arial" panose="020B0604020202020204" pitchFamily="34" charset="0"/>
              </a:rPr>
              <a:t>() </a:t>
            </a:r>
            <a:r>
              <a:rPr lang="en-US" altLang="en-US" sz="1600" dirty="0">
                <a:cs typeface="Arial" panose="020B0604020202020204" pitchFamily="34" charset="0"/>
              </a:rPr>
              <a:t>: creates a new Text node containing the specified text.</a:t>
            </a:r>
          </a:p>
          <a:p>
            <a:pPr marL="12700" indent="0">
              <a:spcBef>
                <a:spcPts val="325"/>
              </a:spcBef>
              <a:buClr>
                <a:srgbClr val="666666"/>
              </a:buClr>
            </a:pPr>
            <a:endParaRPr lang="en-US" altLang="en-US" sz="1600" dirty="0">
              <a:cs typeface="Arial" panose="020B0604020202020204" pitchFamily="34" charset="0"/>
            </a:endParaRPr>
          </a:p>
          <a:p>
            <a:pPr marL="12700" indent="0">
              <a:spcBef>
                <a:spcPts val="325"/>
              </a:spcBef>
              <a:buClr>
                <a:srgbClr val="666666"/>
              </a:buClr>
            </a:pPr>
            <a:endParaRPr lang="en-US" altLang="en-US" sz="1600" dirty="0">
              <a:cs typeface="Arial" panose="020B0604020202020204" pitchFamily="34" charset="0"/>
            </a:endParaRPr>
          </a:p>
          <a:p>
            <a:pPr>
              <a:lnSpc>
                <a:spcPct val="115000"/>
              </a:lnSpc>
              <a:buClr>
                <a:srgbClr val="666666"/>
              </a:buClr>
              <a:buFontTx/>
              <a:buAutoNum type="arabicPeriod" startAt="3"/>
            </a:pPr>
            <a:endParaRPr lang="en-US" altLang="en-US" sz="1600" dirty="0">
              <a:solidFill>
                <a:schemeClr val="accent6"/>
              </a:solidFill>
              <a:ea typeface="Arial MT"/>
              <a:cs typeface="Arial" panose="020B0604020202020204" pitchFamily="34" charset="0"/>
            </a:endParaRPr>
          </a:p>
          <a:p>
            <a:pPr>
              <a:lnSpc>
                <a:spcPct val="115000"/>
              </a:lnSpc>
              <a:buClr>
                <a:srgbClr val="666666"/>
              </a:buClr>
              <a:buFontTx/>
              <a:buAutoNum type="arabicPeriod" startAt="3"/>
            </a:pPr>
            <a:r>
              <a:rPr lang="en-US" altLang="en-US" sz="1600" dirty="0" err="1">
                <a:solidFill>
                  <a:schemeClr val="accent6"/>
                </a:solidFill>
                <a:ea typeface="Arial MT"/>
                <a:cs typeface="Arial" panose="020B0604020202020204" pitchFamily="34" charset="0"/>
              </a:rPr>
              <a:t>appendChild</a:t>
            </a:r>
            <a:r>
              <a:rPr lang="en-US" altLang="en-US" sz="1600" dirty="0">
                <a:solidFill>
                  <a:schemeClr val="accent6"/>
                </a:solidFill>
                <a:ea typeface="Arial MT"/>
                <a:cs typeface="Arial" panose="020B0604020202020204" pitchFamily="34" charset="0"/>
              </a:rPr>
              <a:t>(): </a:t>
            </a:r>
            <a:r>
              <a:rPr lang="en-US" altLang="en-US" sz="1600" dirty="0">
                <a:cs typeface="Arial" panose="020B0604020202020204" pitchFamily="34" charset="0"/>
              </a:rPr>
              <a:t>adds a node to the end of the list of children of a specified parent node.</a:t>
            </a:r>
          </a:p>
          <a:p>
            <a:pPr>
              <a:lnSpc>
                <a:spcPct val="115000"/>
              </a:lnSpc>
              <a:buClr>
                <a:srgbClr val="666666"/>
              </a:buClr>
              <a:buFontTx/>
              <a:buAutoNum type="arabicPeriod" startAt="3"/>
            </a:pPr>
            <a:endParaRPr lang="en-US" altLang="en-US" sz="1600" dirty="0">
              <a:cs typeface="Arial" panose="020B0604020202020204" pitchFamily="34" charset="0"/>
            </a:endParaRPr>
          </a:p>
          <a:p>
            <a:pPr>
              <a:lnSpc>
                <a:spcPct val="115000"/>
              </a:lnSpc>
              <a:buClr>
                <a:srgbClr val="666666"/>
              </a:buClr>
              <a:buFontTx/>
              <a:buAutoNum type="arabicPeriod" startAt="3"/>
            </a:pPr>
            <a:endParaRPr lang="en-US" altLang="en-US" sz="1600" dirty="0">
              <a:cs typeface="Arial" panose="020B0604020202020204" pitchFamily="34" charset="0"/>
            </a:endParaRPr>
          </a:p>
          <a:p>
            <a:pPr>
              <a:lnSpc>
                <a:spcPct val="115000"/>
              </a:lnSpc>
              <a:buClr>
                <a:srgbClr val="666666"/>
              </a:buClr>
              <a:buFontTx/>
              <a:buAutoNum type="arabicPeriod" startAt="3"/>
            </a:pPr>
            <a:endParaRPr lang="en-US" altLang="en-US" sz="1600" dirty="0">
              <a:cs typeface="Arial" panose="020B0604020202020204" pitchFamily="34" charset="0"/>
            </a:endParaRPr>
          </a:p>
          <a:p>
            <a:pPr>
              <a:lnSpc>
                <a:spcPct val="115000"/>
              </a:lnSpc>
              <a:buClr>
                <a:srgbClr val="666666"/>
              </a:buClr>
              <a:buFontTx/>
              <a:buAutoNum type="arabicPeriod" startAt="3"/>
            </a:pPr>
            <a:endParaRPr lang="en-US" altLang="en-US" sz="1600" dirty="0">
              <a:cs typeface="Arial" panose="020B0604020202020204" pitchFamily="34" charset="0"/>
            </a:endParaRPr>
          </a:p>
          <a:p>
            <a:pPr>
              <a:lnSpc>
                <a:spcPct val="115000"/>
              </a:lnSpc>
              <a:buClr>
                <a:srgbClr val="666666"/>
              </a:buClr>
              <a:buFontTx/>
              <a:buAutoNum type="arabicPeriod" startAt="3"/>
            </a:pPr>
            <a:r>
              <a:rPr lang="en-US" altLang="en-US" sz="1600" dirty="0" err="1">
                <a:solidFill>
                  <a:schemeClr val="accent6"/>
                </a:solidFill>
                <a:ea typeface="Arial MT"/>
                <a:cs typeface="Arial" panose="020B0604020202020204" pitchFamily="34" charset="0"/>
              </a:rPr>
              <a:t>removeChild</a:t>
            </a:r>
            <a:r>
              <a:rPr lang="en-US" altLang="en-US" sz="1600" dirty="0">
                <a:solidFill>
                  <a:schemeClr val="accent6"/>
                </a:solidFill>
                <a:ea typeface="Arial MT"/>
                <a:cs typeface="Arial" panose="020B0604020202020204" pitchFamily="34" charset="0"/>
              </a:rPr>
              <a:t>(): </a:t>
            </a:r>
            <a:r>
              <a:rPr lang="en-US" altLang="en-US" sz="1600" dirty="0">
                <a:cs typeface="Arial" panose="020B0604020202020204" pitchFamily="34" charset="0"/>
              </a:rPr>
              <a:t>removes a child node from a parent node.</a:t>
            </a:r>
          </a:p>
        </p:txBody>
      </p:sp>
      <p:pic>
        <p:nvPicPr>
          <p:cNvPr id="5" name="Picture 4">
            <a:extLst>
              <a:ext uri="{FF2B5EF4-FFF2-40B4-BE49-F238E27FC236}">
                <a16:creationId xmlns:a16="http://schemas.microsoft.com/office/drawing/2014/main" id="{3068A664-1ACC-B962-2F5D-E571A7246172}"/>
              </a:ext>
            </a:extLst>
          </p:cNvPr>
          <p:cNvPicPr>
            <a:picLocks noChangeAspect="1"/>
          </p:cNvPicPr>
          <p:nvPr/>
        </p:nvPicPr>
        <p:blipFill>
          <a:blip r:embed="rId2"/>
          <a:stretch>
            <a:fillRect/>
          </a:stretch>
        </p:blipFill>
        <p:spPr>
          <a:xfrm>
            <a:off x="2379380" y="1772816"/>
            <a:ext cx="4981192" cy="589490"/>
          </a:xfrm>
          <a:prstGeom prst="rect">
            <a:avLst/>
          </a:prstGeom>
        </p:spPr>
      </p:pic>
      <p:pic>
        <p:nvPicPr>
          <p:cNvPr id="8" name="Picture 7">
            <a:extLst>
              <a:ext uri="{FF2B5EF4-FFF2-40B4-BE49-F238E27FC236}">
                <a16:creationId xmlns:a16="http://schemas.microsoft.com/office/drawing/2014/main" id="{C0ADD3C6-82CF-0945-DBF9-48C8AAD6EA7D}"/>
              </a:ext>
            </a:extLst>
          </p:cNvPr>
          <p:cNvPicPr>
            <a:picLocks noChangeAspect="1"/>
          </p:cNvPicPr>
          <p:nvPr/>
        </p:nvPicPr>
        <p:blipFill>
          <a:blip r:embed="rId3"/>
          <a:stretch>
            <a:fillRect/>
          </a:stretch>
        </p:blipFill>
        <p:spPr>
          <a:xfrm>
            <a:off x="2355851" y="2850699"/>
            <a:ext cx="5173078" cy="589490"/>
          </a:xfrm>
          <a:prstGeom prst="rect">
            <a:avLst/>
          </a:prstGeom>
        </p:spPr>
      </p:pic>
      <p:pic>
        <p:nvPicPr>
          <p:cNvPr id="10" name="Picture 9">
            <a:extLst>
              <a:ext uri="{FF2B5EF4-FFF2-40B4-BE49-F238E27FC236}">
                <a16:creationId xmlns:a16="http://schemas.microsoft.com/office/drawing/2014/main" id="{2B886E4D-2D9C-3AF2-B1C6-20C9D4014684}"/>
              </a:ext>
            </a:extLst>
          </p:cNvPr>
          <p:cNvPicPr>
            <a:picLocks noChangeAspect="1"/>
          </p:cNvPicPr>
          <p:nvPr/>
        </p:nvPicPr>
        <p:blipFill>
          <a:blip r:embed="rId4"/>
          <a:stretch>
            <a:fillRect/>
          </a:stretch>
        </p:blipFill>
        <p:spPr>
          <a:xfrm>
            <a:off x="2233569" y="3985046"/>
            <a:ext cx="5272814" cy="697675"/>
          </a:xfrm>
          <a:prstGeom prst="rect">
            <a:avLst/>
          </a:prstGeom>
        </p:spPr>
      </p:pic>
      <p:pic>
        <p:nvPicPr>
          <p:cNvPr id="12" name="Picture 11">
            <a:extLst>
              <a:ext uri="{FF2B5EF4-FFF2-40B4-BE49-F238E27FC236}">
                <a16:creationId xmlns:a16="http://schemas.microsoft.com/office/drawing/2014/main" id="{07AA3407-0079-0A46-0BBA-4AED8AA95CE6}"/>
              </a:ext>
            </a:extLst>
          </p:cNvPr>
          <p:cNvPicPr>
            <a:picLocks noChangeAspect="1"/>
          </p:cNvPicPr>
          <p:nvPr/>
        </p:nvPicPr>
        <p:blipFill>
          <a:blip r:embed="rId5"/>
          <a:stretch>
            <a:fillRect/>
          </a:stretch>
        </p:blipFill>
        <p:spPr>
          <a:xfrm>
            <a:off x="2230232" y="5337736"/>
            <a:ext cx="5130340" cy="8215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1232DAA-6001-8C07-5ABE-665A4E595C2A}"/>
              </a:ext>
            </a:extLst>
          </p:cNvPr>
          <p:cNvSpPr txBox="1">
            <a:spLocks noGrp="1"/>
          </p:cNvSpPr>
          <p:nvPr>
            <p:ph type="title"/>
          </p:nvPr>
        </p:nvSpPr>
        <p:spPr>
          <a:xfrm>
            <a:off x="103188" y="373200"/>
            <a:ext cx="8785225" cy="628377"/>
          </a:xfrm>
        </p:spPr>
        <p:txBody>
          <a:bodyPr lIns="0" tIns="12700" rIns="0" bIns="0" rtlCol="0">
            <a:spAutoFit/>
          </a:bodyPr>
          <a:lstStyle/>
          <a:p>
            <a:pPr marL="12700">
              <a:spcBef>
                <a:spcPts val="100"/>
              </a:spcBef>
              <a:defRPr/>
            </a:pPr>
            <a:r>
              <a:rPr lang="en-US" sz="4000" dirty="0"/>
              <a:t>Check Attribute and GET Value</a:t>
            </a:r>
          </a:p>
        </p:txBody>
      </p:sp>
      <p:sp>
        <p:nvSpPr>
          <p:cNvPr id="4" name="object 4">
            <a:extLst>
              <a:ext uri="{FF2B5EF4-FFF2-40B4-BE49-F238E27FC236}">
                <a16:creationId xmlns:a16="http://schemas.microsoft.com/office/drawing/2014/main" id="{E2319BEB-8D41-C860-354C-1EC728D62EA5}"/>
              </a:ext>
            </a:extLst>
          </p:cNvPr>
          <p:cNvSpPr>
            <a:spLocks noGrp="1"/>
          </p:cNvSpPr>
          <p:nvPr>
            <p:ph type="sldNum" sz="quarter" idx="4294967295"/>
          </p:nvPr>
        </p:nvSpPr>
        <p:spPr>
          <a:xfrm>
            <a:off x="8872538" y="4772025"/>
            <a:ext cx="271462" cy="179388"/>
          </a:xfrm>
          <a:prstGeom prst="rect">
            <a:avLst/>
          </a:prstGeom>
        </p:spPr>
        <p:txBody>
          <a:bodyPr lIns="0" tIns="0" rIns="0" bIns="0">
            <a:spAutoFit/>
          </a:bodyPr>
          <a:lstStyle>
            <a:defPPr>
              <a:defRPr lang="en-US"/>
            </a:defPPr>
            <a:lvl1pPr marL="0" algn="l" defTabSz="914400" rtl="0" eaLnBrk="1" latinLnBrk="0" hangingPunct="1">
              <a:defRPr sz="10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0645">
              <a:spcBef>
                <a:spcPts val="15"/>
              </a:spcBef>
              <a:defRPr/>
            </a:pPr>
            <a:fld id="{0CE8D47E-1B6B-46F3-9456-EE4A8742DD22}" type="slidenum">
              <a:rPr lang="en-GB" spc="70" smtClean="0">
                <a:solidFill>
                  <a:srgbClr val="666666"/>
                </a:solidFill>
              </a:rPr>
              <a:pPr marL="80645">
                <a:spcBef>
                  <a:spcPts val="15"/>
                </a:spcBef>
                <a:defRPr/>
              </a:pPr>
              <a:t>28</a:t>
            </a:fld>
            <a:endParaRPr spc="-35" dirty="0"/>
          </a:p>
        </p:txBody>
      </p:sp>
      <p:pic>
        <p:nvPicPr>
          <p:cNvPr id="5" name="Picture 4">
            <a:extLst>
              <a:ext uri="{FF2B5EF4-FFF2-40B4-BE49-F238E27FC236}">
                <a16:creationId xmlns:a16="http://schemas.microsoft.com/office/drawing/2014/main" id="{D8BB3BF0-454B-6F00-1495-5A42AAD9624E}"/>
              </a:ext>
            </a:extLst>
          </p:cNvPr>
          <p:cNvPicPr>
            <a:picLocks noChangeAspect="1"/>
          </p:cNvPicPr>
          <p:nvPr/>
        </p:nvPicPr>
        <p:blipFill>
          <a:blip r:embed="rId2"/>
          <a:stretch>
            <a:fillRect/>
          </a:stretch>
        </p:blipFill>
        <p:spPr>
          <a:xfrm>
            <a:off x="1979712" y="1412776"/>
            <a:ext cx="5382376" cy="471553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629C9CFC-5113-8DBC-3019-CB0EEA839ED5}"/>
              </a:ext>
            </a:extLst>
          </p:cNvPr>
          <p:cNvSpPr txBox="1">
            <a:spLocks noGrp="1"/>
          </p:cNvSpPr>
          <p:nvPr>
            <p:ph type="title"/>
          </p:nvPr>
        </p:nvSpPr>
        <p:spPr>
          <a:xfrm>
            <a:off x="103188" y="115888"/>
            <a:ext cx="8785225" cy="1143000"/>
          </a:xfrm>
        </p:spPr>
        <p:txBody>
          <a:bodyPr vert="horz" wrap="square" lIns="91440" tIns="45720" rIns="91440" bIns="45720" numCol="1" rtlCol="0" anchor="ctr" anchorCtr="0" compatLnSpc="1">
            <a:prstTxWarp prst="textNoShape">
              <a:avLst/>
            </a:prstTxWarp>
            <a:normAutofit/>
          </a:bodyPr>
          <a:lstStyle/>
          <a:p>
            <a:pPr marL="12700">
              <a:lnSpc>
                <a:spcPct val="90000"/>
              </a:lnSpc>
              <a:defRPr/>
            </a:pPr>
            <a:r>
              <a:rPr lang="en-GB" spc="245" dirty="0"/>
              <a:t>Create/Change Attributes</a:t>
            </a:r>
            <a:endParaRPr lang="en-GB" dirty="0"/>
          </a:p>
        </p:txBody>
      </p:sp>
      <p:sp>
        <p:nvSpPr>
          <p:cNvPr id="3" name="object 3">
            <a:extLst>
              <a:ext uri="{FF2B5EF4-FFF2-40B4-BE49-F238E27FC236}">
                <a16:creationId xmlns:a16="http://schemas.microsoft.com/office/drawing/2014/main" id="{4D0D6EFF-A065-A1D3-834F-E43C48C06CC9}"/>
              </a:ext>
            </a:extLst>
          </p:cNvPr>
          <p:cNvSpPr txBox="1"/>
          <p:nvPr/>
        </p:nvSpPr>
        <p:spPr bwMode="auto">
          <a:xfrm>
            <a:off x="103758" y="1606898"/>
            <a:ext cx="4392042" cy="4319587"/>
          </a:xfrm>
          <a:prstGeom prst="rect">
            <a:avLst/>
          </a:prstGeom>
          <a:noFill/>
          <a:ln>
            <a:noFill/>
          </a:ln>
        </p:spPr>
        <p:txBody>
          <a:bodyPr vert="horz" wrap="square" lIns="91440" tIns="45720" rIns="91440" bIns="45720" numCol="1" anchor="t" anchorCtr="0" compatLnSpc="1">
            <a:prstTxWarp prst="textNoShape">
              <a:avLst/>
            </a:prstTxWarp>
            <a:normAutofit/>
          </a:bodyPr>
          <a:lstStyle/>
          <a:p>
            <a:pPr marL="355600" indent="-342900">
              <a:spcBef>
                <a:spcPts val="420"/>
              </a:spcBef>
              <a:buClr>
                <a:srgbClr val="666666"/>
              </a:buClr>
              <a:buFont typeface="Arial" panose="020B0604020202020204" pitchFamily="34" charset="0"/>
              <a:buChar char="•"/>
              <a:tabLst>
                <a:tab pos="354965" algn="l"/>
                <a:tab pos="355600" algn="l"/>
              </a:tabLst>
              <a:defRPr/>
            </a:pPr>
            <a:r>
              <a:rPr lang="en-US" spc="-5" dirty="0" err="1">
                <a:solidFill>
                  <a:schemeClr val="accent6"/>
                </a:solidFill>
                <a:ea typeface="+mn-ea"/>
              </a:rPr>
              <a:t>className</a:t>
            </a:r>
            <a:r>
              <a:rPr lang="en-US" spc="-5" dirty="0">
                <a:solidFill>
                  <a:schemeClr val="accent6"/>
                </a:solidFill>
                <a:ea typeface="+mn-ea"/>
              </a:rPr>
              <a:t>:</a:t>
            </a:r>
            <a:r>
              <a:rPr lang="en-US" spc="15" dirty="0">
                <a:solidFill>
                  <a:schemeClr val="accent6"/>
                </a:solidFill>
                <a:ea typeface="+mn-ea"/>
              </a:rPr>
              <a:t> </a:t>
            </a:r>
            <a:r>
              <a:rPr lang="en-US" spc="-15" dirty="0">
                <a:ea typeface="+mn-ea"/>
              </a:rPr>
              <a:t>allows</a:t>
            </a:r>
            <a:r>
              <a:rPr lang="en-US" spc="50" dirty="0">
                <a:ea typeface="+mn-ea"/>
              </a:rPr>
              <a:t> </a:t>
            </a:r>
            <a:r>
              <a:rPr lang="en-US" dirty="0">
                <a:ea typeface="+mn-ea"/>
              </a:rPr>
              <a:t>to </a:t>
            </a:r>
            <a:r>
              <a:rPr lang="en-US" spc="-5" dirty="0">
                <a:ea typeface="+mn-ea"/>
              </a:rPr>
              <a:t>change</a:t>
            </a:r>
            <a:r>
              <a:rPr lang="en-US" spc="10" dirty="0">
                <a:ea typeface="+mn-ea"/>
              </a:rPr>
              <a:t> </a:t>
            </a:r>
            <a:r>
              <a:rPr lang="en-US" spc="-5" dirty="0">
                <a:ea typeface="+mn-ea"/>
              </a:rPr>
              <a:t>class</a:t>
            </a:r>
            <a:r>
              <a:rPr lang="en-US" spc="10" dirty="0">
                <a:ea typeface="+mn-ea"/>
              </a:rPr>
              <a:t> </a:t>
            </a:r>
            <a:r>
              <a:rPr lang="en-US" dirty="0">
                <a:ea typeface="+mn-ea"/>
              </a:rPr>
              <a:t>of</a:t>
            </a:r>
            <a:r>
              <a:rPr lang="en-US" spc="-10" dirty="0">
                <a:ea typeface="+mn-ea"/>
              </a:rPr>
              <a:t> </a:t>
            </a:r>
            <a:r>
              <a:rPr lang="en-US" spc="-5" dirty="0">
                <a:ea typeface="+mn-ea"/>
              </a:rPr>
              <a:t>element</a:t>
            </a:r>
            <a:r>
              <a:rPr lang="en-US" spc="10" dirty="0">
                <a:ea typeface="+mn-ea"/>
              </a:rPr>
              <a:t> </a:t>
            </a:r>
            <a:r>
              <a:rPr lang="en-US" spc="-5" dirty="0">
                <a:ea typeface="+mn-ea"/>
              </a:rPr>
              <a:t>or</a:t>
            </a:r>
            <a:r>
              <a:rPr lang="en-US" spc="5" dirty="0">
                <a:ea typeface="+mn-ea"/>
              </a:rPr>
              <a:t> </a:t>
            </a:r>
            <a:r>
              <a:rPr lang="en-US" spc="-5" dirty="0">
                <a:ea typeface="+mn-ea"/>
              </a:rPr>
              <a:t>add</a:t>
            </a:r>
            <a:r>
              <a:rPr lang="en-US" spc="5" dirty="0">
                <a:ea typeface="+mn-ea"/>
              </a:rPr>
              <a:t> </a:t>
            </a:r>
            <a:r>
              <a:rPr lang="en-US" dirty="0">
                <a:ea typeface="+mn-ea"/>
              </a:rPr>
              <a:t>it if</a:t>
            </a:r>
            <a:r>
              <a:rPr lang="en-US" spc="5" dirty="0">
                <a:ea typeface="+mn-ea"/>
              </a:rPr>
              <a:t> </a:t>
            </a:r>
            <a:r>
              <a:rPr lang="en-US" spc="-5" dirty="0">
                <a:ea typeface="+mn-ea"/>
              </a:rPr>
              <a:t>not</a:t>
            </a:r>
            <a:r>
              <a:rPr lang="en-US" dirty="0">
                <a:ea typeface="+mn-ea"/>
              </a:rPr>
              <a:t> </a:t>
            </a:r>
            <a:r>
              <a:rPr lang="en-US" spc="-5" dirty="0">
                <a:ea typeface="+mn-ea"/>
              </a:rPr>
              <a:t>exist.</a:t>
            </a:r>
            <a:endParaRPr lang="en-US" dirty="0">
              <a:ea typeface="+mn-ea"/>
            </a:endParaRPr>
          </a:p>
          <a:p>
            <a:pPr marL="355600" indent="-342900">
              <a:spcBef>
                <a:spcPts val="325"/>
              </a:spcBef>
              <a:buClr>
                <a:srgbClr val="666666"/>
              </a:buClr>
              <a:buFont typeface="Arial" panose="020B0604020202020204" pitchFamily="34" charset="0"/>
              <a:buChar char="•"/>
              <a:tabLst>
                <a:tab pos="354965" algn="l"/>
                <a:tab pos="355600" algn="l"/>
              </a:tabLst>
              <a:defRPr/>
            </a:pPr>
            <a:r>
              <a:rPr lang="en-US" dirty="0">
                <a:ea typeface="+mn-ea"/>
              </a:rPr>
              <a:t>The</a:t>
            </a:r>
            <a:r>
              <a:rPr lang="en-US" spc="-15" dirty="0">
                <a:ea typeface="+mn-ea"/>
              </a:rPr>
              <a:t> </a:t>
            </a:r>
            <a:r>
              <a:rPr lang="en-US" spc="-5" dirty="0" err="1">
                <a:solidFill>
                  <a:schemeClr val="accent6"/>
                </a:solidFill>
                <a:ea typeface="+mn-ea"/>
              </a:rPr>
              <a:t>setAttribute</a:t>
            </a:r>
            <a:r>
              <a:rPr lang="en-US" spc="-5" dirty="0">
                <a:solidFill>
                  <a:schemeClr val="accent6"/>
                </a:solidFill>
                <a:ea typeface="+mn-ea"/>
              </a:rPr>
              <a:t>()</a:t>
            </a:r>
            <a:r>
              <a:rPr lang="en-US" spc="5" dirty="0">
                <a:solidFill>
                  <a:schemeClr val="accent6"/>
                </a:solidFill>
                <a:ea typeface="+mn-ea"/>
              </a:rPr>
              <a:t> </a:t>
            </a:r>
            <a:r>
              <a:rPr lang="en-US" spc="-5" dirty="0">
                <a:ea typeface="+mn-ea"/>
              </a:rPr>
              <a:t>method</a:t>
            </a:r>
            <a:r>
              <a:rPr lang="en-US" spc="15" dirty="0">
                <a:ea typeface="+mn-ea"/>
              </a:rPr>
              <a:t> </a:t>
            </a:r>
            <a:r>
              <a:rPr lang="en-US" spc="-15" dirty="0">
                <a:ea typeface="+mn-ea"/>
              </a:rPr>
              <a:t>allows</a:t>
            </a:r>
            <a:r>
              <a:rPr lang="en-US" spc="60" dirty="0">
                <a:ea typeface="+mn-ea"/>
              </a:rPr>
              <a:t> </a:t>
            </a:r>
            <a:r>
              <a:rPr lang="en-US" spc="-10" dirty="0">
                <a:ea typeface="+mn-ea"/>
              </a:rPr>
              <a:t>you</a:t>
            </a:r>
            <a:r>
              <a:rPr lang="en-US" spc="25" dirty="0">
                <a:ea typeface="+mn-ea"/>
              </a:rPr>
              <a:t> </a:t>
            </a:r>
            <a:r>
              <a:rPr lang="en-US" dirty="0">
                <a:ea typeface="+mn-ea"/>
              </a:rPr>
              <a:t>to</a:t>
            </a:r>
            <a:r>
              <a:rPr lang="en-US" spc="5" dirty="0">
                <a:ea typeface="+mn-ea"/>
              </a:rPr>
              <a:t> </a:t>
            </a:r>
            <a:r>
              <a:rPr lang="en-US" spc="-5" dirty="0">
                <a:ea typeface="+mn-ea"/>
              </a:rPr>
              <a:t>update</a:t>
            </a:r>
            <a:r>
              <a:rPr lang="en-US" spc="15" dirty="0">
                <a:ea typeface="+mn-ea"/>
              </a:rPr>
              <a:t> </a:t>
            </a:r>
            <a:r>
              <a:rPr lang="en-US" dirty="0">
                <a:ea typeface="+mn-ea"/>
              </a:rPr>
              <a:t>the </a:t>
            </a:r>
            <a:r>
              <a:rPr lang="en-US" spc="-5" dirty="0">
                <a:ea typeface="+mn-ea"/>
              </a:rPr>
              <a:t>value</a:t>
            </a:r>
            <a:r>
              <a:rPr lang="en-US" spc="15" dirty="0">
                <a:ea typeface="+mn-ea"/>
              </a:rPr>
              <a:t> </a:t>
            </a:r>
            <a:r>
              <a:rPr lang="en-US" dirty="0">
                <a:ea typeface="+mn-ea"/>
              </a:rPr>
              <a:t>of</a:t>
            </a:r>
            <a:r>
              <a:rPr lang="en-US" spc="5" dirty="0">
                <a:ea typeface="+mn-ea"/>
              </a:rPr>
              <a:t> </a:t>
            </a:r>
            <a:r>
              <a:rPr lang="en-US" b="1" i="1" dirty="0">
                <a:ea typeface="+mn-ea"/>
              </a:rPr>
              <a:t>any</a:t>
            </a:r>
            <a:r>
              <a:rPr lang="en-US" b="1" i="1" spc="5" dirty="0">
                <a:ea typeface="+mn-ea"/>
              </a:rPr>
              <a:t> </a:t>
            </a:r>
            <a:r>
              <a:rPr lang="en-US" b="1" spc="-5" dirty="0">
                <a:ea typeface="+mn-ea"/>
              </a:rPr>
              <a:t>attribute</a:t>
            </a:r>
            <a:r>
              <a:rPr lang="en-US" spc="-5" dirty="0">
                <a:ea typeface="+mn-ea"/>
              </a:rPr>
              <a:t>.</a:t>
            </a:r>
            <a:endParaRPr lang="en-US" dirty="0">
              <a:ea typeface="+mn-ea"/>
            </a:endParaRPr>
          </a:p>
        </p:txBody>
      </p:sp>
      <p:pic>
        <p:nvPicPr>
          <p:cNvPr id="6" name="Picture 5">
            <a:extLst>
              <a:ext uri="{FF2B5EF4-FFF2-40B4-BE49-F238E27FC236}">
                <a16:creationId xmlns:a16="http://schemas.microsoft.com/office/drawing/2014/main" id="{37D76E8B-2EC0-7739-277D-0E4EB3804D26}"/>
              </a:ext>
            </a:extLst>
          </p:cNvPr>
          <p:cNvPicPr>
            <a:picLocks noChangeAspect="1"/>
          </p:cNvPicPr>
          <p:nvPr/>
        </p:nvPicPr>
        <p:blipFill>
          <a:blip r:embed="rId2"/>
          <a:stretch>
            <a:fillRect/>
          </a:stretch>
        </p:blipFill>
        <p:spPr>
          <a:xfrm>
            <a:off x="4495800" y="1368081"/>
            <a:ext cx="4544442" cy="4797223"/>
          </a:xfrm>
          <a:prstGeom prst="rect">
            <a:avLst/>
          </a:prstGeom>
          <a:noFill/>
        </p:spPr>
      </p:pic>
      <p:sp>
        <p:nvSpPr>
          <p:cNvPr id="5" name="object 5" hidden="1">
            <a:extLst>
              <a:ext uri="{FF2B5EF4-FFF2-40B4-BE49-F238E27FC236}">
                <a16:creationId xmlns:a16="http://schemas.microsoft.com/office/drawing/2014/main" id="{A8031AEE-72BD-FB42-C8D2-E85D62D44556}"/>
              </a:ext>
            </a:extLst>
          </p:cNvPr>
          <p:cNvSpPr>
            <a:spLocks noGrp="1"/>
          </p:cNvSpPr>
          <p:nvPr>
            <p:ph type="sldNum" sz="quarter" idx="4294967295"/>
          </p:nvPr>
        </p:nvSpPr>
        <p:spPr>
          <a:xfrm>
            <a:off x="8872538" y="4772025"/>
            <a:ext cx="271462" cy="179388"/>
          </a:xfrm>
          <a:prstGeom prst="rect">
            <a:avLst/>
          </a:prstGeom>
        </p:spPr>
        <p:txBody>
          <a:bodyPr lIns="0" tIns="0" rIns="0" bIns="0">
            <a:spAutoFit/>
          </a:bodyPr>
          <a:lstStyle>
            <a:defPPr>
              <a:defRPr lang="en-US"/>
            </a:defPPr>
            <a:lvl1pPr marL="0" algn="l" defTabSz="914400" rtl="0" eaLnBrk="1" latinLnBrk="0" hangingPunct="1">
              <a:defRPr sz="10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0645">
              <a:spcBef>
                <a:spcPts val="15"/>
              </a:spcBef>
              <a:defRPr/>
            </a:pPr>
            <a:fld id="{5F39A451-F17A-4F88-9EF0-12EF65ACA5B6}" type="slidenum">
              <a:rPr lang="en-GB" spc="70" smtClean="0">
                <a:solidFill>
                  <a:srgbClr val="666666"/>
                </a:solidFill>
              </a:rPr>
              <a:pPr marL="80645">
                <a:spcBef>
                  <a:spcPts val="15"/>
                </a:spcBef>
                <a:defRPr/>
              </a:pPr>
              <a:t>29</a:t>
            </a:fld>
            <a:endParaRPr spc="-3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8067B02-A706-05B6-71EF-4D0759BDA59B}"/>
              </a:ext>
            </a:extLst>
          </p:cNvPr>
          <p:cNvSpPr txBox="1">
            <a:spLocks noGrp="1"/>
          </p:cNvSpPr>
          <p:nvPr>
            <p:ph type="title"/>
          </p:nvPr>
        </p:nvSpPr>
        <p:spPr>
          <a:xfrm>
            <a:off x="103188" y="342423"/>
            <a:ext cx="8785225" cy="689932"/>
          </a:xfrm>
        </p:spPr>
        <p:txBody>
          <a:bodyPr lIns="0" tIns="12700" rIns="0" bIns="0" rtlCol="0">
            <a:spAutoFit/>
          </a:bodyPr>
          <a:lstStyle/>
          <a:p>
            <a:pPr marL="12700">
              <a:spcBef>
                <a:spcPts val="100"/>
              </a:spcBef>
              <a:defRPr/>
            </a:pPr>
            <a:r>
              <a:rPr spc="135" dirty="0"/>
              <a:t>Changing</a:t>
            </a:r>
            <a:r>
              <a:rPr spc="-204" dirty="0"/>
              <a:t> </a:t>
            </a:r>
            <a:r>
              <a:rPr spc="484" dirty="0"/>
              <a:t>HTML</a:t>
            </a:r>
            <a:r>
              <a:rPr spc="-185" dirty="0"/>
              <a:t> </a:t>
            </a:r>
            <a:r>
              <a:rPr spc="95" dirty="0"/>
              <a:t>Style</a:t>
            </a:r>
            <a:endParaRPr dirty="0"/>
          </a:p>
        </p:txBody>
      </p:sp>
      <p:sp>
        <p:nvSpPr>
          <p:cNvPr id="3" name="object 3">
            <a:extLst>
              <a:ext uri="{FF2B5EF4-FFF2-40B4-BE49-F238E27FC236}">
                <a16:creationId xmlns:a16="http://schemas.microsoft.com/office/drawing/2014/main" id="{8098FD53-2C5D-311C-47D3-39937624D06D}"/>
              </a:ext>
            </a:extLst>
          </p:cNvPr>
          <p:cNvSpPr txBox="1"/>
          <p:nvPr/>
        </p:nvSpPr>
        <p:spPr>
          <a:xfrm>
            <a:off x="395536" y="1412776"/>
            <a:ext cx="8306172" cy="690574"/>
          </a:xfrm>
          <a:prstGeom prst="rect">
            <a:avLst/>
          </a:prstGeom>
        </p:spPr>
        <p:txBody>
          <a:bodyPr wrap="square" lIns="0" tIns="53975" rIns="0" bIns="0">
            <a:spAutoFit/>
          </a:bodyPr>
          <a:lstStyle/>
          <a:p>
            <a:pPr marL="12700">
              <a:spcBef>
                <a:spcPts val="425"/>
              </a:spcBef>
              <a:tabLst>
                <a:tab pos="354965" algn="l"/>
                <a:tab pos="355600" algn="l"/>
              </a:tabLst>
              <a:defRPr/>
            </a:pPr>
            <a:r>
              <a:rPr sz="2000" spc="5" dirty="0">
                <a:cs typeface="Arial" panose="020B0604020202020204" pitchFamily="34" charset="0"/>
              </a:rPr>
              <a:t>The</a:t>
            </a:r>
            <a:r>
              <a:rPr sz="2000" spc="-95" dirty="0">
                <a:cs typeface="Arial" panose="020B0604020202020204" pitchFamily="34" charset="0"/>
              </a:rPr>
              <a:t> </a:t>
            </a:r>
            <a:r>
              <a:rPr sz="2000" spc="65" dirty="0">
                <a:cs typeface="Arial" panose="020B0604020202020204" pitchFamily="34" charset="0"/>
              </a:rPr>
              <a:t>HTML</a:t>
            </a:r>
            <a:r>
              <a:rPr sz="2000" spc="-95" dirty="0">
                <a:cs typeface="Arial" panose="020B0604020202020204" pitchFamily="34" charset="0"/>
              </a:rPr>
              <a:t> </a:t>
            </a:r>
            <a:r>
              <a:rPr sz="2000" spc="165" dirty="0">
                <a:cs typeface="Arial" panose="020B0604020202020204" pitchFamily="34" charset="0"/>
              </a:rPr>
              <a:t>DOM</a:t>
            </a:r>
            <a:r>
              <a:rPr sz="2000" spc="-90" dirty="0">
                <a:cs typeface="Arial" panose="020B0604020202020204" pitchFamily="34" charset="0"/>
              </a:rPr>
              <a:t> </a:t>
            </a:r>
            <a:r>
              <a:rPr sz="2000" spc="-15" dirty="0">
                <a:cs typeface="Arial" panose="020B0604020202020204" pitchFamily="34" charset="0"/>
              </a:rPr>
              <a:t>allows</a:t>
            </a:r>
            <a:r>
              <a:rPr sz="2000" spc="-100" dirty="0">
                <a:cs typeface="Arial" panose="020B0604020202020204" pitchFamily="34" charset="0"/>
              </a:rPr>
              <a:t> </a:t>
            </a:r>
            <a:r>
              <a:rPr sz="2000" spc="-20" dirty="0">
                <a:cs typeface="Arial" panose="020B0604020202020204" pitchFamily="34" charset="0"/>
              </a:rPr>
              <a:t>JavaScript</a:t>
            </a:r>
            <a:r>
              <a:rPr sz="2000" spc="-100" dirty="0">
                <a:cs typeface="Arial" panose="020B0604020202020204" pitchFamily="34" charset="0"/>
              </a:rPr>
              <a:t> </a:t>
            </a:r>
            <a:r>
              <a:rPr sz="2000" spc="-60" dirty="0">
                <a:cs typeface="Arial" panose="020B0604020202020204" pitchFamily="34" charset="0"/>
              </a:rPr>
              <a:t>to</a:t>
            </a:r>
            <a:r>
              <a:rPr sz="2000" spc="-95" dirty="0">
                <a:cs typeface="Arial" panose="020B0604020202020204" pitchFamily="34" charset="0"/>
              </a:rPr>
              <a:t> </a:t>
            </a:r>
            <a:r>
              <a:rPr sz="2000" spc="30" dirty="0">
                <a:cs typeface="Arial" panose="020B0604020202020204" pitchFamily="34" charset="0"/>
              </a:rPr>
              <a:t>change</a:t>
            </a:r>
            <a:r>
              <a:rPr sz="2000" spc="-100" dirty="0">
                <a:cs typeface="Arial" panose="020B0604020202020204" pitchFamily="34" charset="0"/>
              </a:rPr>
              <a:t> </a:t>
            </a:r>
            <a:r>
              <a:rPr sz="2000" spc="-50" dirty="0">
                <a:cs typeface="Arial" panose="020B0604020202020204" pitchFamily="34" charset="0"/>
              </a:rPr>
              <a:t>the</a:t>
            </a:r>
            <a:r>
              <a:rPr sz="2000" spc="-95" dirty="0">
                <a:cs typeface="Arial" panose="020B0604020202020204" pitchFamily="34" charset="0"/>
              </a:rPr>
              <a:t> </a:t>
            </a:r>
            <a:r>
              <a:rPr sz="2000" spc="-35" dirty="0">
                <a:cs typeface="Arial" panose="020B0604020202020204" pitchFamily="34" charset="0"/>
              </a:rPr>
              <a:t>style</a:t>
            </a:r>
            <a:r>
              <a:rPr sz="2000" spc="-90" dirty="0">
                <a:cs typeface="Arial" panose="020B0604020202020204" pitchFamily="34" charset="0"/>
              </a:rPr>
              <a:t> </a:t>
            </a:r>
            <a:r>
              <a:rPr sz="2000" spc="-50" dirty="0">
                <a:cs typeface="Arial" panose="020B0604020202020204" pitchFamily="34" charset="0"/>
              </a:rPr>
              <a:t>of</a:t>
            </a:r>
            <a:r>
              <a:rPr sz="2000" spc="-80" dirty="0">
                <a:cs typeface="Arial" panose="020B0604020202020204" pitchFamily="34" charset="0"/>
              </a:rPr>
              <a:t> </a:t>
            </a:r>
            <a:r>
              <a:rPr sz="2000" spc="65" dirty="0">
                <a:cs typeface="Arial" panose="020B0604020202020204" pitchFamily="34" charset="0"/>
              </a:rPr>
              <a:t>HTML</a:t>
            </a:r>
            <a:r>
              <a:rPr sz="2000" spc="-100" dirty="0">
                <a:cs typeface="Arial" panose="020B0604020202020204" pitchFamily="34" charset="0"/>
              </a:rPr>
              <a:t> </a:t>
            </a:r>
            <a:r>
              <a:rPr sz="2000" spc="-45" dirty="0">
                <a:cs typeface="Arial" panose="020B0604020202020204" pitchFamily="34" charset="0"/>
              </a:rPr>
              <a:t>elements</a:t>
            </a:r>
            <a:endParaRPr lang="en-US" sz="2000" spc="-45" dirty="0">
              <a:cs typeface="Arial" panose="020B0604020202020204" pitchFamily="34" charset="0"/>
            </a:endParaRPr>
          </a:p>
          <a:p>
            <a:pPr marL="12700">
              <a:spcBef>
                <a:spcPts val="425"/>
              </a:spcBef>
              <a:tabLst>
                <a:tab pos="354965" algn="l"/>
                <a:tab pos="355600" algn="l"/>
              </a:tabLst>
              <a:defRPr/>
            </a:pPr>
            <a:r>
              <a:rPr lang="en-GB" sz="1800" spc="-45" dirty="0">
                <a:solidFill>
                  <a:srgbClr val="0000FF"/>
                </a:solidFill>
                <a:cs typeface="Arial" panose="020B0604020202020204" pitchFamily="34" charset="0"/>
              </a:rPr>
              <a:t>			</a:t>
            </a:r>
            <a:r>
              <a:rPr sz="1800" spc="-50" dirty="0" err="1">
                <a:solidFill>
                  <a:srgbClr val="0000FF"/>
                </a:solidFill>
                <a:cs typeface="Arial" panose="020B0604020202020204" pitchFamily="34" charset="0"/>
              </a:rPr>
              <a:t>document</a:t>
            </a:r>
            <a:r>
              <a:rPr sz="1800" spc="-50" dirty="0" err="1">
                <a:solidFill>
                  <a:srgbClr val="666666"/>
                </a:solidFill>
                <a:cs typeface="Arial" panose="020B0604020202020204" pitchFamily="34" charset="0"/>
              </a:rPr>
              <a:t>.</a:t>
            </a:r>
            <a:r>
              <a:rPr sz="1800" spc="-50" dirty="0" err="1">
                <a:solidFill>
                  <a:srgbClr val="CC0000"/>
                </a:solidFill>
                <a:cs typeface="Arial" panose="020B0604020202020204" pitchFamily="34" charset="0"/>
              </a:rPr>
              <a:t>getElementById</a:t>
            </a:r>
            <a:r>
              <a:rPr sz="1800" spc="-50" dirty="0">
                <a:solidFill>
                  <a:srgbClr val="CC0000"/>
                </a:solidFill>
                <a:cs typeface="Arial" panose="020B0604020202020204" pitchFamily="34" charset="0"/>
              </a:rPr>
              <a:t>(</a:t>
            </a:r>
            <a:r>
              <a:rPr sz="1800" spc="-50" dirty="0">
                <a:solidFill>
                  <a:srgbClr val="6AA84F"/>
                </a:solidFill>
                <a:cs typeface="Arial" panose="020B0604020202020204" pitchFamily="34" charset="0"/>
              </a:rPr>
              <a:t>id</a:t>
            </a:r>
            <a:r>
              <a:rPr sz="1800" spc="-50" dirty="0">
                <a:solidFill>
                  <a:srgbClr val="CC0000"/>
                </a:solidFill>
                <a:cs typeface="Arial" panose="020B0604020202020204" pitchFamily="34" charset="0"/>
              </a:rPr>
              <a:t>)</a:t>
            </a:r>
            <a:r>
              <a:rPr sz="1800" spc="-50" dirty="0">
                <a:solidFill>
                  <a:srgbClr val="666666"/>
                </a:solidFill>
                <a:cs typeface="Arial" panose="020B0604020202020204" pitchFamily="34" charset="0"/>
              </a:rPr>
              <a:t>.</a:t>
            </a:r>
            <a:r>
              <a:rPr sz="1800" spc="-50" dirty="0">
                <a:solidFill>
                  <a:srgbClr val="0000FF"/>
                </a:solidFill>
                <a:cs typeface="Arial" panose="020B0604020202020204" pitchFamily="34" charset="0"/>
              </a:rPr>
              <a:t>style</a:t>
            </a:r>
            <a:r>
              <a:rPr sz="1800" spc="-50" dirty="0">
                <a:solidFill>
                  <a:srgbClr val="666666"/>
                </a:solidFill>
                <a:cs typeface="Arial" panose="020B0604020202020204" pitchFamily="34" charset="0"/>
              </a:rPr>
              <a:t>.</a:t>
            </a:r>
            <a:r>
              <a:rPr sz="1800" spc="-50" dirty="0">
                <a:solidFill>
                  <a:srgbClr val="92D050"/>
                </a:solidFill>
                <a:cs typeface="Arial" panose="020B0604020202020204" pitchFamily="34" charset="0"/>
              </a:rPr>
              <a:t>Property</a:t>
            </a:r>
            <a:r>
              <a:rPr sz="1800" spc="-95" dirty="0">
                <a:solidFill>
                  <a:srgbClr val="6AA84F"/>
                </a:solidFill>
                <a:cs typeface="Arial" panose="020B0604020202020204" pitchFamily="34" charset="0"/>
              </a:rPr>
              <a:t> </a:t>
            </a:r>
            <a:r>
              <a:rPr sz="1800" spc="-50" dirty="0">
                <a:solidFill>
                  <a:srgbClr val="666666"/>
                </a:solidFill>
                <a:cs typeface="Arial" panose="020B0604020202020204" pitchFamily="34" charset="0"/>
              </a:rPr>
              <a:t>=</a:t>
            </a:r>
            <a:r>
              <a:rPr sz="1800" spc="-65" dirty="0">
                <a:solidFill>
                  <a:srgbClr val="666666"/>
                </a:solidFill>
                <a:cs typeface="Arial" panose="020B0604020202020204" pitchFamily="34" charset="0"/>
              </a:rPr>
              <a:t> </a:t>
            </a:r>
            <a:r>
              <a:rPr sz="1800" spc="5" dirty="0">
                <a:solidFill>
                  <a:srgbClr val="FF0000"/>
                </a:solidFill>
                <a:cs typeface="Arial" panose="020B0604020202020204" pitchFamily="34" charset="0"/>
              </a:rPr>
              <a:t>new</a:t>
            </a:r>
            <a:r>
              <a:rPr sz="1800" spc="-80" dirty="0">
                <a:solidFill>
                  <a:srgbClr val="FF0000"/>
                </a:solidFill>
                <a:cs typeface="Arial" panose="020B0604020202020204" pitchFamily="34" charset="0"/>
              </a:rPr>
              <a:t> </a:t>
            </a:r>
            <a:r>
              <a:rPr sz="1800" spc="-35" dirty="0">
                <a:solidFill>
                  <a:srgbClr val="FF0000"/>
                </a:solidFill>
                <a:cs typeface="Arial" panose="020B0604020202020204" pitchFamily="34" charset="0"/>
              </a:rPr>
              <a:t>style</a:t>
            </a:r>
            <a:endParaRPr sz="1800" dirty="0">
              <a:cs typeface="Arial" panose="020B0604020202020204" pitchFamily="34" charset="0"/>
            </a:endParaRPr>
          </a:p>
        </p:txBody>
      </p:sp>
      <p:pic>
        <p:nvPicPr>
          <p:cNvPr id="6" name="Picture 5">
            <a:extLst>
              <a:ext uri="{FF2B5EF4-FFF2-40B4-BE49-F238E27FC236}">
                <a16:creationId xmlns:a16="http://schemas.microsoft.com/office/drawing/2014/main" id="{7DAA023F-3F7F-142A-1E82-0FC624A5BF55}"/>
              </a:ext>
            </a:extLst>
          </p:cNvPr>
          <p:cNvPicPr>
            <a:picLocks noChangeAspect="1"/>
          </p:cNvPicPr>
          <p:nvPr/>
        </p:nvPicPr>
        <p:blipFill>
          <a:blip r:embed="rId2"/>
          <a:stretch>
            <a:fillRect/>
          </a:stretch>
        </p:blipFill>
        <p:spPr>
          <a:xfrm>
            <a:off x="2483768" y="2204864"/>
            <a:ext cx="5093223" cy="393407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104EC9-138C-2E03-112A-1687D7AF4A14}"/>
              </a:ext>
            </a:extLst>
          </p:cNvPr>
          <p:cNvSpPr>
            <a:spLocks noGrp="1"/>
          </p:cNvSpPr>
          <p:nvPr>
            <p:ph type="title"/>
          </p:nvPr>
        </p:nvSpPr>
        <p:spPr/>
        <p:txBody>
          <a:bodyPr/>
          <a:lstStyle/>
          <a:p>
            <a:r>
              <a:rPr lang="en-US" dirty="0" err="1"/>
              <a:t>Js</a:t>
            </a:r>
            <a:r>
              <a:rPr lang="en-US" dirty="0"/>
              <a:t> events</a:t>
            </a:r>
            <a:endParaRPr lang="en-GB" dirty="0"/>
          </a:p>
        </p:txBody>
      </p:sp>
      <p:sp>
        <p:nvSpPr>
          <p:cNvPr id="5" name="Text Placeholder 4">
            <a:extLst>
              <a:ext uri="{FF2B5EF4-FFF2-40B4-BE49-F238E27FC236}">
                <a16:creationId xmlns:a16="http://schemas.microsoft.com/office/drawing/2014/main" id="{475E43C4-4C7B-8365-12DF-AA06E9C25819}"/>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512314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2693189-2CD1-847D-B875-1E3C8713518C}"/>
              </a:ext>
            </a:extLst>
          </p:cNvPr>
          <p:cNvSpPr txBox="1">
            <a:spLocks noGrp="1"/>
          </p:cNvSpPr>
          <p:nvPr>
            <p:ph type="title"/>
          </p:nvPr>
        </p:nvSpPr>
        <p:spPr>
          <a:xfrm>
            <a:off x="103188" y="342423"/>
            <a:ext cx="8785225" cy="689932"/>
          </a:xfrm>
        </p:spPr>
        <p:txBody>
          <a:bodyPr lIns="0" tIns="12700" rIns="0" bIns="0" rtlCol="0">
            <a:spAutoFit/>
          </a:bodyPr>
          <a:lstStyle/>
          <a:p>
            <a:pPr marL="12700">
              <a:spcBef>
                <a:spcPts val="100"/>
              </a:spcBef>
              <a:defRPr/>
            </a:pPr>
            <a:r>
              <a:rPr spc="300" dirty="0"/>
              <a:t>JS</a:t>
            </a:r>
            <a:r>
              <a:rPr spc="-225" dirty="0"/>
              <a:t> </a:t>
            </a:r>
            <a:r>
              <a:rPr spc="125" dirty="0"/>
              <a:t>Events</a:t>
            </a:r>
            <a:endParaRPr dirty="0"/>
          </a:p>
        </p:txBody>
      </p:sp>
      <p:sp>
        <p:nvSpPr>
          <p:cNvPr id="3" name="object 3">
            <a:extLst>
              <a:ext uri="{FF2B5EF4-FFF2-40B4-BE49-F238E27FC236}">
                <a16:creationId xmlns:a16="http://schemas.microsoft.com/office/drawing/2014/main" id="{A9492DFD-DB2B-A7C8-DBDE-8044BDBD563E}"/>
              </a:ext>
            </a:extLst>
          </p:cNvPr>
          <p:cNvSpPr txBox="1"/>
          <p:nvPr/>
        </p:nvSpPr>
        <p:spPr>
          <a:xfrm>
            <a:off x="130371" y="1340043"/>
            <a:ext cx="8892480" cy="4276171"/>
          </a:xfrm>
          <a:prstGeom prst="rect">
            <a:avLst/>
          </a:prstGeom>
        </p:spPr>
        <p:txBody>
          <a:bodyPr wrap="square" lIns="0" tIns="53975" rIns="0" bIns="0">
            <a:spAutoFit/>
          </a:bodyPr>
          <a:lstStyle>
            <a:lvl1pPr marL="355600" indent="-3429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1pPr>
            <a:lvl2pPr marL="811213" indent="-3175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9pPr>
          </a:lstStyle>
          <a:p>
            <a:pPr marL="298450" indent="-285750">
              <a:spcBef>
                <a:spcPts val="425"/>
              </a:spcBef>
              <a:buFont typeface="Arial" panose="020B0604020202020204" pitchFamily="34" charset="0"/>
              <a:buChar char="•"/>
            </a:pPr>
            <a:r>
              <a:rPr lang="en-US" altLang="en-US" sz="2200" dirty="0">
                <a:cs typeface="Arial" panose="020B0604020202020204" pitchFamily="34" charset="0"/>
              </a:rPr>
              <a:t>HTML events are occurrences that happen to HTML elements.</a:t>
            </a:r>
          </a:p>
          <a:p>
            <a:pPr marL="298450" indent="-285750">
              <a:buFont typeface="Arial" panose="020B0604020202020204" pitchFamily="34" charset="0"/>
              <a:buChar char="•"/>
            </a:pPr>
            <a:r>
              <a:rPr lang="en-US" altLang="en-US" sz="2200" dirty="0">
                <a:cs typeface="Arial" panose="020B0604020202020204" pitchFamily="34" charset="0"/>
              </a:rPr>
              <a:t>When JavaScript is used in HTML pages, JavaScript "reacts" on these events.</a:t>
            </a:r>
          </a:p>
          <a:p>
            <a:pPr marL="298450" indent="-285750">
              <a:spcBef>
                <a:spcPts val="325"/>
              </a:spcBef>
              <a:buFont typeface="Arial" panose="020B0604020202020204" pitchFamily="34" charset="0"/>
              <a:buChar char="•"/>
            </a:pPr>
            <a:r>
              <a:rPr lang="en-US" altLang="en-US" sz="2200" dirty="0">
                <a:cs typeface="Arial" panose="020B0604020202020204" pitchFamily="34" charset="0"/>
              </a:rPr>
              <a:t>An HTML event can be something the browser does, or something a user does.</a:t>
            </a:r>
          </a:p>
          <a:p>
            <a:pPr marL="298450" indent="-285750">
              <a:spcBef>
                <a:spcPts val="325"/>
              </a:spcBef>
              <a:buFont typeface="Arial" panose="020B0604020202020204" pitchFamily="34" charset="0"/>
              <a:buChar char="•"/>
            </a:pPr>
            <a:r>
              <a:rPr lang="en-US" altLang="en-US" sz="2200" dirty="0">
                <a:cs typeface="Arial" panose="020B0604020202020204" pitchFamily="34" charset="0"/>
              </a:rPr>
              <a:t>Here are some examples of HTML events:</a:t>
            </a:r>
          </a:p>
          <a:p>
            <a:pPr marL="779463" lvl="1" indent="-285750">
              <a:lnSpc>
                <a:spcPct val="150000"/>
              </a:lnSpc>
              <a:spcBef>
                <a:spcPts val="313"/>
              </a:spcBef>
              <a:buFont typeface="Arial" panose="020B0604020202020204" pitchFamily="34" charset="0"/>
              <a:buChar char="•"/>
            </a:pPr>
            <a:r>
              <a:rPr lang="en-US" altLang="en-US" sz="1800" dirty="0">
                <a:cs typeface="Arial" panose="020B0604020202020204" pitchFamily="34" charset="0"/>
              </a:rPr>
              <a:t>An HTML web page has finished loading</a:t>
            </a:r>
          </a:p>
          <a:p>
            <a:pPr marL="779463" lvl="1" indent="-285750">
              <a:lnSpc>
                <a:spcPct val="150000"/>
              </a:lnSpc>
              <a:spcBef>
                <a:spcPts val="250"/>
              </a:spcBef>
              <a:buFont typeface="Arial" panose="020B0604020202020204" pitchFamily="34" charset="0"/>
              <a:buChar char="•"/>
            </a:pPr>
            <a:r>
              <a:rPr lang="en-US" altLang="en-US" sz="1800" dirty="0">
                <a:cs typeface="Arial" panose="020B0604020202020204" pitchFamily="34" charset="0"/>
              </a:rPr>
              <a:t>An HTML input field was changed</a:t>
            </a:r>
          </a:p>
          <a:p>
            <a:pPr marL="779463" lvl="1" indent="-285750">
              <a:lnSpc>
                <a:spcPct val="150000"/>
              </a:lnSpc>
              <a:spcBef>
                <a:spcPts val="250"/>
              </a:spcBef>
              <a:buFont typeface="Arial" panose="020B0604020202020204" pitchFamily="34" charset="0"/>
              <a:buChar char="•"/>
            </a:pPr>
            <a:r>
              <a:rPr lang="en-US" altLang="en-US" sz="1800" dirty="0">
                <a:cs typeface="Arial" panose="020B0604020202020204" pitchFamily="34" charset="0"/>
              </a:rPr>
              <a:t>An HTML button was clicked</a:t>
            </a:r>
          </a:p>
          <a:p>
            <a:pPr marL="298450" indent="-285750">
              <a:spcBef>
                <a:spcPts val="50"/>
              </a:spcBef>
              <a:buFont typeface="Arial" panose="020B0604020202020204" pitchFamily="34" charset="0"/>
              <a:buChar char="•"/>
            </a:pPr>
            <a:r>
              <a:rPr lang="en-US" altLang="en-US" sz="2200" dirty="0">
                <a:cs typeface="Arial" panose="020B0604020202020204" pitchFamily="34" charset="0"/>
              </a:rPr>
              <a:t>HTML allows event handler attributes, with JavaScript code, to be added to HTML elements.</a:t>
            </a:r>
          </a:p>
        </p:txBody>
      </p:sp>
      <p:pic>
        <p:nvPicPr>
          <p:cNvPr id="41989" name="object 4">
            <a:extLst>
              <a:ext uri="{FF2B5EF4-FFF2-40B4-BE49-F238E27FC236}">
                <a16:creationId xmlns:a16="http://schemas.microsoft.com/office/drawing/2014/main" id="{F6DBA7C5-D1ED-2A5D-D7FA-EBB54F5AA4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5616214"/>
            <a:ext cx="6986546" cy="455325"/>
          </a:xfrm>
          <a:prstGeom prst="rect">
            <a:avLst/>
          </a:prstGeom>
          <a:ln/>
        </p:spPr>
        <p:style>
          <a:lnRef idx="1">
            <a:schemeClr val="accent2"/>
          </a:lnRef>
          <a:fillRef idx="2">
            <a:schemeClr val="accent2"/>
          </a:fillRef>
          <a:effectRef idx="1">
            <a:schemeClr val="accent2"/>
          </a:effectRef>
          <a:fontRef idx="minor">
            <a:schemeClr val="dk1"/>
          </a:fontRef>
        </p:style>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B108694-B0E8-6F28-9C43-BB263F99EF99}"/>
              </a:ext>
            </a:extLst>
          </p:cNvPr>
          <p:cNvSpPr txBox="1">
            <a:spLocks noGrp="1"/>
          </p:cNvSpPr>
          <p:nvPr>
            <p:ph type="title"/>
          </p:nvPr>
        </p:nvSpPr>
        <p:spPr>
          <a:xfrm>
            <a:off x="103188" y="342423"/>
            <a:ext cx="8785225" cy="689932"/>
          </a:xfrm>
        </p:spPr>
        <p:txBody>
          <a:bodyPr lIns="0" tIns="12700" rIns="0" bIns="0" rtlCol="0">
            <a:spAutoFit/>
          </a:bodyPr>
          <a:lstStyle/>
          <a:p>
            <a:pPr marL="12700">
              <a:spcBef>
                <a:spcPts val="100"/>
              </a:spcBef>
              <a:defRPr/>
            </a:pPr>
            <a:r>
              <a:rPr lang="en-US" spc="300" dirty="0"/>
              <a:t>Common </a:t>
            </a:r>
            <a:r>
              <a:rPr spc="300" dirty="0"/>
              <a:t>JS</a:t>
            </a:r>
            <a:r>
              <a:rPr spc="-225" dirty="0"/>
              <a:t> </a:t>
            </a:r>
            <a:r>
              <a:rPr spc="125" dirty="0"/>
              <a:t>Events</a:t>
            </a:r>
            <a:endParaRPr dirty="0"/>
          </a:p>
        </p:txBody>
      </p:sp>
      <p:sp>
        <p:nvSpPr>
          <p:cNvPr id="4" name="object 4">
            <a:extLst>
              <a:ext uri="{FF2B5EF4-FFF2-40B4-BE49-F238E27FC236}">
                <a16:creationId xmlns:a16="http://schemas.microsoft.com/office/drawing/2014/main" id="{775BF1E3-404E-B099-4195-9E36B36D8BFC}"/>
              </a:ext>
            </a:extLst>
          </p:cNvPr>
          <p:cNvSpPr txBox="1"/>
          <p:nvPr/>
        </p:nvSpPr>
        <p:spPr>
          <a:xfrm>
            <a:off x="269709" y="2142727"/>
            <a:ext cx="2016224" cy="2959208"/>
          </a:xfrm>
          <a:prstGeom prst="rect">
            <a:avLst/>
          </a:prstGeom>
        </p:spPr>
        <p:txBody>
          <a:bodyPr wrap="square" lIns="0" tIns="53340" rIns="0" bIns="0">
            <a:spAutoFit/>
          </a:bodyPr>
          <a:lstStyle/>
          <a:p>
            <a:pPr marL="298450" indent="-285750">
              <a:lnSpc>
                <a:spcPct val="150000"/>
              </a:lnSpc>
              <a:spcBef>
                <a:spcPts val="420"/>
              </a:spcBef>
              <a:buFont typeface="Wingdings" panose="05000000000000000000" pitchFamily="2" charset="2"/>
              <a:buChar char="q"/>
              <a:tabLst>
                <a:tab pos="354965" algn="l"/>
                <a:tab pos="355600" algn="l"/>
              </a:tabLst>
              <a:defRPr/>
            </a:pPr>
            <a:r>
              <a:rPr sz="2000" b="1" spc="10" dirty="0">
                <a:cs typeface="Arial" panose="020B0604020202020204" pitchFamily="34" charset="0"/>
              </a:rPr>
              <a:t>onchange</a:t>
            </a:r>
            <a:endParaRPr sz="2000" dirty="0">
              <a:cs typeface="Arial" panose="020B0604020202020204" pitchFamily="34" charset="0"/>
            </a:endParaRPr>
          </a:p>
          <a:p>
            <a:pPr marL="298450" indent="-285750">
              <a:lnSpc>
                <a:spcPct val="150000"/>
              </a:lnSpc>
              <a:spcBef>
                <a:spcPts val="325"/>
              </a:spcBef>
              <a:buFont typeface="Wingdings" panose="05000000000000000000" pitchFamily="2" charset="2"/>
              <a:buChar char="q"/>
              <a:tabLst>
                <a:tab pos="354965" algn="l"/>
                <a:tab pos="355600" algn="l"/>
              </a:tabLst>
              <a:defRPr/>
            </a:pPr>
            <a:r>
              <a:rPr sz="2000" b="1" spc="-30" dirty="0">
                <a:cs typeface="Arial" panose="020B0604020202020204" pitchFamily="34" charset="0"/>
              </a:rPr>
              <a:t>onclick</a:t>
            </a:r>
            <a:endParaRPr sz="2000" dirty="0">
              <a:cs typeface="Arial" panose="020B0604020202020204" pitchFamily="34" charset="0"/>
            </a:endParaRPr>
          </a:p>
          <a:p>
            <a:pPr marL="298450" indent="-285750">
              <a:lnSpc>
                <a:spcPct val="150000"/>
              </a:lnSpc>
              <a:spcBef>
                <a:spcPts val="325"/>
              </a:spcBef>
              <a:buFont typeface="Wingdings" panose="05000000000000000000" pitchFamily="2" charset="2"/>
              <a:buChar char="q"/>
              <a:tabLst>
                <a:tab pos="354965" algn="l"/>
                <a:tab pos="355600" algn="l"/>
              </a:tabLst>
              <a:defRPr/>
            </a:pPr>
            <a:r>
              <a:rPr sz="2000" b="1" spc="-5" dirty="0">
                <a:cs typeface="Arial" panose="020B0604020202020204" pitchFamily="34" charset="0"/>
              </a:rPr>
              <a:t>onmouseover</a:t>
            </a:r>
            <a:endParaRPr sz="2000" dirty="0">
              <a:cs typeface="Arial" panose="020B0604020202020204" pitchFamily="34" charset="0"/>
            </a:endParaRPr>
          </a:p>
          <a:p>
            <a:pPr marL="298450" indent="-285750">
              <a:lnSpc>
                <a:spcPct val="150000"/>
              </a:lnSpc>
              <a:spcBef>
                <a:spcPts val="325"/>
              </a:spcBef>
              <a:buFont typeface="Wingdings" panose="05000000000000000000" pitchFamily="2" charset="2"/>
              <a:buChar char="q"/>
              <a:tabLst>
                <a:tab pos="354965" algn="l"/>
                <a:tab pos="355600" algn="l"/>
              </a:tabLst>
              <a:defRPr/>
            </a:pPr>
            <a:r>
              <a:rPr sz="2000" b="1" dirty="0">
                <a:cs typeface="Arial" panose="020B0604020202020204" pitchFamily="34" charset="0"/>
              </a:rPr>
              <a:t>onmouseout</a:t>
            </a:r>
            <a:endParaRPr sz="2000" dirty="0">
              <a:cs typeface="Arial" panose="020B0604020202020204" pitchFamily="34" charset="0"/>
            </a:endParaRPr>
          </a:p>
          <a:p>
            <a:pPr marL="298450" indent="-285750">
              <a:lnSpc>
                <a:spcPct val="150000"/>
              </a:lnSpc>
              <a:spcBef>
                <a:spcPts val="325"/>
              </a:spcBef>
              <a:buFont typeface="Wingdings" panose="05000000000000000000" pitchFamily="2" charset="2"/>
              <a:buChar char="q"/>
              <a:tabLst>
                <a:tab pos="354965" algn="l"/>
                <a:tab pos="355600" algn="l"/>
              </a:tabLst>
              <a:defRPr/>
            </a:pPr>
            <a:r>
              <a:rPr sz="2000" b="1" spc="-5" dirty="0">
                <a:cs typeface="Arial" panose="020B0604020202020204" pitchFamily="34" charset="0"/>
              </a:rPr>
              <a:t>onkeydown</a:t>
            </a:r>
            <a:endParaRPr sz="2000" dirty="0">
              <a:cs typeface="Arial" panose="020B0604020202020204" pitchFamily="34" charset="0"/>
            </a:endParaRPr>
          </a:p>
          <a:p>
            <a:pPr marL="298450" indent="-285750">
              <a:lnSpc>
                <a:spcPct val="150000"/>
              </a:lnSpc>
              <a:spcBef>
                <a:spcPts val="325"/>
              </a:spcBef>
              <a:buFont typeface="Wingdings" panose="05000000000000000000" pitchFamily="2" charset="2"/>
              <a:buChar char="q"/>
              <a:tabLst>
                <a:tab pos="354965" algn="l"/>
                <a:tab pos="355600" algn="l"/>
              </a:tabLst>
              <a:defRPr/>
            </a:pPr>
            <a:r>
              <a:rPr sz="2000" b="1" spc="-5" dirty="0">
                <a:cs typeface="Arial" panose="020B0604020202020204" pitchFamily="34" charset="0"/>
              </a:rPr>
              <a:t>onload</a:t>
            </a:r>
            <a:endParaRPr sz="2000" dirty="0">
              <a:cs typeface="Arial" panose="020B0604020202020204" pitchFamily="34" charset="0"/>
            </a:endParaRPr>
          </a:p>
        </p:txBody>
      </p:sp>
      <p:sp>
        <p:nvSpPr>
          <p:cNvPr id="5" name="object 5">
            <a:extLst>
              <a:ext uri="{FF2B5EF4-FFF2-40B4-BE49-F238E27FC236}">
                <a16:creationId xmlns:a16="http://schemas.microsoft.com/office/drawing/2014/main" id="{BA3B988A-8697-EA6E-4081-E752D60A090D}"/>
              </a:ext>
            </a:extLst>
          </p:cNvPr>
          <p:cNvSpPr txBox="1"/>
          <p:nvPr/>
        </p:nvSpPr>
        <p:spPr>
          <a:xfrm>
            <a:off x="2462844" y="2219671"/>
            <a:ext cx="6411447" cy="2882264"/>
          </a:xfrm>
          <a:prstGeom prst="rect">
            <a:avLst/>
          </a:prstGeom>
        </p:spPr>
        <p:txBody>
          <a:bodyPr wrap="square" lIns="0" tIns="53340" rIns="0" bIns="0">
            <a:spAutoFit/>
          </a:bodyPr>
          <a:lstStyle>
            <a:lvl1pPr marL="127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150000"/>
              </a:lnSpc>
              <a:spcBef>
                <a:spcPts val="425"/>
              </a:spcBef>
            </a:pPr>
            <a:r>
              <a:rPr lang="en-US" altLang="en-US" sz="2000" dirty="0">
                <a:cs typeface="Arial" panose="020B0604020202020204" pitchFamily="34" charset="0"/>
              </a:rPr>
              <a:t>An HTML element has been changed</a:t>
            </a:r>
          </a:p>
          <a:p>
            <a:pPr>
              <a:lnSpc>
                <a:spcPct val="150000"/>
              </a:lnSpc>
              <a:spcBef>
                <a:spcPts val="325"/>
              </a:spcBef>
            </a:pPr>
            <a:r>
              <a:rPr lang="en-US" altLang="en-US" sz="2000" dirty="0">
                <a:cs typeface="Arial" panose="020B0604020202020204" pitchFamily="34" charset="0"/>
              </a:rPr>
              <a:t>The user clicks an HTML element</a:t>
            </a:r>
          </a:p>
          <a:p>
            <a:pPr>
              <a:lnSpc>
                <a:spcPct val="150000"/>
              </a:lnSpc>
              <a:spcBef>
                <a:spcPts val="325"/>
              </a:spcBef>
            </a:pPr>
            <a:r>
              <a:rPr lang="en-US" altLang="en-US" sz="2000" dirty="0">
                <a:cs typeface="Arial" panose="020B0604020202020204" pitchFamily="34" charset="0"/>
              </a:rPr>
              <a:t>The user moves the mouse over an HTML element</a:t>
            </a:r>
          </a:p>
          <a:p>
            <a:pPr>
              <a:lnSpc>
                <a:spcPct val="150000"/>
              </a:lnSpc>
            </a:pPr>
            <a:r>
              <a:rPr lang="en-US" altLang="en-US" sz="2000" dirty="0">
                <a:cs typeface="Arial" panose="020B0604020202020204" pitchFamily="34" charset="0"/>
              </a:rPr>
              <a:t>The user moves the mouse away from an HTML element  The user pushes a keyboard key</a:t>
            </a:r>
          </a:p>
          <a:p>
            <a:pPr>
              <a:lnSpc>
                <a:spcPct val="150000"/>
              </a:lnSpc>
              <a:spcBef>
                <a:spcPts val="325"/>
              </a:spcBef>
            </a:pPr>
            <a:r>
              <a:rPr lang="en-US" altLang="en-US" sz="2000" dirty="0">
                <a:cs typeface="Arial" panose="020B0604020202020204" pitchFamily="34" charset="0"/>
              </a:rPr>
              <a:t>The browser has finished loading the page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B17A1822-CA76-F46E-55C4-6A09644EAA82}"/>
              </a:ext>
            </a:extLst>
          </p:cNvPr>
          <p:cNvSpPr txBox="1">
            <a:spLocks noGrp="1"/>
          </p:cNvSpPr>
          <p:nvPr>
            <p:ph type="title"/>
          </p:nvPr>
        </p:nvSpPr>
        <p:spPr>
          <a:xfrm>
            <a:off x="103188" y="342422"/>
            <a:ext cx="8785225" cy="689932"/>
          </a:xfrm>
        </p:spPr>
        <p:txBody>
          <a:bodyPr lIns="0" tIns="12700" rIns="0" bIns="0" rtlCol="0">
            <a:spAutoFit/>
          </a:bodyPr>
          <a:lstStyle/>
          <a:p>
            <a:pPr marL="12700">
              <a:spcBef>
                <a:spcPts val="100"/>
              </a:spcBef>
              <a:defRPr/>
            </a:pPr>
            <a:r>
              <a:rPr lang="en-US" spc="254" dirty="0"/>
              <a:t>JS Event Types</a:t>
            </a:r>
            <a:endParaRPr dirty="0"/>
          </a:p>
        </p:txBody>
      </p:sp>
      <p:graphicFrame>
        <p:nvGraphicFramePr>
          <p:cNvPr id="3" name="object 3">
            <a:extLst>
              <a:ext uri="{FF2B5EF4-FFF2-40B4-BE49-F238E27FC236}">
                <a16:creationId xmlns:a16="http://schemas.microsoft.com/office/drawing/2014/main" id="{EDF74900-ECF3-6EAA-3932-915C48B0629F}"/>
              </a:ext>
            </a:extLst>
          </p:cNvPr>
          <p:cNvGraphicFramePr>
            <a:graphicFrameLocks noGrp="1"/>
          </p:cNvGraphicFramePr>
          <p:nvPr>
            <p:extLst>
              <p:ext uri="{D42A27DB-BD31-4B8C-83A1-F6EECF244321}">
                <p14:modId xmlns:p14="http://schemas.microsoft.com/office/powerpoint/2010/main" val="2383039995"/>
              </p:ext>
            </p:extLst>
          </p:nvPr>
        </p:nvGraphicFramePr>
        <p:xfrm>
          <a:off x="124892" y="1772816"/>
          <a:ext cx="8763521" cy="3312367"/>
        </p:xfrm>
        <a:graphic>
          <a:graphicData uri="http://schemas.openxmlformats.org/drawingml/2006/table">
            <a:tbl>
              <a:tblPr firstRow="1" bandRow="1">
                <a:tableStyleId>{2D5ABB26-0587-4C30-8999-92F81FD0307C}</a:tableStyleId>
              </a:tblPr>
              <a:tblGrid>
                <a:gridCol w="1277432">
                  <a:extLst>
                    <a:ext uri="{9D8B030D-6E8A-4147-A177-3AD203B41FA5}">
                      <a16:colId xmlns:a16="http://schemas.microsoft.com/office/drawing/2014/main" val="20000"/>
                    </a:ext>
                  </a:extLst>
                </a:gridCol>
                <a:gridCol w="7486089">
                  <a:extLst>
                    <a:ext uri="{9D8B030D-6E8A-4147-A177-3AD203B41FA5}">
                      <a16:colId xmlns:a16="http://schemas.microsoft.com/office/drawing/2014/main" val="20001"/>
                    </a:ext>
                  </a:extLst>
                </a:gridCol>
              </a:tblGrid>
              <a:tr h="449646">
                <a:tc>
                  <a:txBody>
                    <a:bodyPr/>
                    <a:lstStyle/>
                    <a:p>
                      <a:pPr marL="90805">
                        <a:lnSpc>
                          <a:spcPts val="2155"/>
                        </a:lnSpc>
                        <a:spcBef>
                          <a:spcPts val="310"/>
                        </a:spcBef>
                      </a:pPr>
                      <a:r>
                        <a:rPr sz="2000" spc="-5" dirty="0">
                          <a:solidFill>
                            <a:srgbClr val="C00000"/>
                          </a:solidFill>
                          <a:latin typeface="Arial" panose="020B0604020202020204" pitchFamily="34" charset="0"/>
                          <a:cs typeface="Arial" panose="020B0604020202020204" pitchFamily="34" charset="0"/>
                        </a:rPr>
                        <a:t>load</a:t>
                      </a:r>
                      <a:endParaRPr sz="2000" dirty="0">
                        <a:solidFill>
                          <a:srgbClr val="C00000"/>
                        </a:solidFill>
                        <a:latin typeface="Arial" panose="020B0604020202020204" pitchFamily="34" charset="0"/>
                        <a:cs typeface="Arial" panose="020B0604020202020204" pitchFamily="34" charset="0"/>
                      </a:endParaRPr>
                    </a:p>
                  </a:txBody>
                  <a:tcPr marL="0" marR="0" marT="3938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1440">
                        <a:lnSpc>
                          <a:spcPts val="2155"/>
                        </a:lnSpc>
                        <a:spcBef>
                          <a:spcPts val="310"/>
                        </a:spcBef>
                      </a:pPr>
                      <a:r>
                        <a:rPr sz="2000" spc="-5" dirty="0">
                          <a:solidFill>
                            <a:srgbClr val="161616"/>
                          </a:solidFill>
                          <a:latin typeface="Arial" panose="020B0604020202020204" pitchFamily="34" charset="0"/>
                          <a:cs typeface="Arial" panose="020B0604020202020204" pitchFamily="34" charset="0"/>
                        </a:rPr>
                        <a:t>Web</a:t>
                      </a:r>
                      <a:r>
                        <a:rPr sz="2000" spc="-10" dirty="0">
                          <a:solidFill>
                            <a:srgbClr val="161616"/>
                          </a:solidFill>
                          <a:latin typeface="Arial" panose="020B0604020202020204" pitchFamily="34" charset="0"/>
                          <a:cs typeface="Arial" panose="020B0604020202020204" pitchFamily="34" charset="0"/>
                        </a:rPr>
                        <a:t> page</a:t>
                      </a:r>
                      <a:r>
                        <a:rPr sz="200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has</a:t>
                      </a:r>
                      <a:r>
                        <a:rPr sz="2000" spc="-1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finished</a:t>
                      </a:r>
                      <a:r>
                        <a:rPr sz="2000" spc="1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loading</a:t>
                      </a:r>
                      <a:endParaRPr sz="2000" dirty="0">
                        <a:latin typeface="Arial" panose="020B0604020202020204" pitchFamily="34" charset="0"/>
                        <a:cs typeface="Arial" panose="020B0604020202020204" pitchFamily="34" charset="0"/>
                      </a:endParaRPr>
                    </a:p>
                  </a:txBody>
                  <a:tcPr marL="0" marR="0" marT="3938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8485">
                <a:tc>
                  <a:txBody>
                    <a:bodyPr/>
                    <a:lstStyle/>
                    <a:p>
                      <a:pPr marL="90805">
                        <a:lnSpc>
                          <a:spcPts val="2060"/>
                        </a:lnSpc>
                      </a:pPr>
                      <a:r>
                        <a:rPr sz="2000" spc="-10" dirty="0">
                          <a:solidFill>
                            <a:srgbClr val="C00000"/>
                          </a:solidFill>
                          <a:latin typeface="Arial" panose="020B0604020202020204" pitchFamily="34" charset="0"/>
                          <a:cs typeface="Arial" panose="020B0604020202020204" pitchFamily="34" charset="0"/>
                        </a:rPr>
                        <a:t>unload</a:t>
                      </a:r>
                      <a:endParaRPr sz="2000" dirty="0">
                        <a:solidFill>
                          <a:srgbClr val="C00000"/>
                        </a:solidFill>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1440">
                        <a:lnSpc>
                          <a:spcPts val="2060"/>
                        </a:lnSpc>
                      </a:pPr>
                      <a:r>
                        <a:rPr sz="2000" dirty="0">
                          <a:solidFill>
                            <a:srgbClr val="161616"/>
                          </a:solidFill>
                          <a:latin typeface="Arial" panose="020B0604020202020204" pitchFamily="34" charset="0"/>
                          <a:cs typeface="Arial" panose="020B0604020202020204" pitchFamily="34" charset="0"/>
                        </a:rPr>
                        <a:t>Web</a:t>
                      </a:r>
                      <a:r>
                        <a:rPr sz="2000" spc="-1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page</a:t>
                      </a:r>
                      <a:r>
                        <a:rPr sz="2000" spc="5" dirty="0">
                          <a:solidFill>
                            <a:srgbClr val="161616"/>
                          </a:solidFill>
                          <a:latin typeface="Arial" panose="020B0604020202020204" pitchFamily="34" charset="0"/>
                          <a:cs typeface="Arial" panose="020B0604020202020204" pitchFamily="34" charset="0"/>
                        </a:rPr>
                        <a:t> </a:t>
                      </a:r>
                      <a:r>
                        <a:rPr sz="2000" dirty="0">
                          <a:solidFill>
                            <a:srgbClr val="161616"/>
                          </a:solidFill>
                          <a:latin typeface="Arial" panose="020B0604020202020204" pitchFamily="34" charset="0"/>
                          <a:cs typeface="Arial" panose="020B0604020202020204" pitchFamily="34" charset="0"/>
                        </a:rPr>
                        <a:t>is </a:t>
                      </a:r>
                      <a:r>
                        <a:rPr sz="2000" spc="-10" dirty="0">
                          <a:solidFill>
                            <a:srgbClr val="161616"/>
                          </a:solidFill>
                          <a:latin typeface="Arial" panose="020B0604020202020204" pitchFamily="34" charset="0"/>
                          <a:cs typeface="Arial" panose="020B0604020202020204" pitchFamily="34" charset="0"/>
                        </a:rPr>
                        <a:t>unloading</a:t>
                      </a:r>
                      <a:r>
                        <a:rPr sz="2000" spc="3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(usually</a:t>
                      </a:r>
                      <a:r>
                        <a:rPr sz="2000" spc="10" dirty="0">
                          <a:solidFill>
                            <a:srgbClr val="161616"/>
                          </a:solidFill>
                          <a:latin typeface="Arial" panose="020B0604020202020204" pitchFamily="34" charset="0"/>
                          <a:cs typeface="Arial" panose="020B0604020202020204" pitchFamily="34" charset="0"/>
                        </a:rPr>
                        <a:t> </a:t>
                      </a:r>
                      <a:r>
                        <a:rPr sz="2000" spc="-20" dirty="0">
                          <a:solidFill>
                            <a:srgbClr val="161616"/>
                          </a:solidFill>
                          <a:latin typeface="Arial" panose="020B0604020202020204" pitchFamily="34" charset="0"/>
                          <a:cs typeface="Arial" panose="020B0604020202020204" pitchFamily="34" charset="0"/>
                        </a:rPr>
                        <a:t>when</a:t>
                      </a:r>
                      <a:r>
                        <a:rPr sz="2000" spc="40" dirty="0">
                          <a:solidFill>
                            <a:srgbClr val="161616"/>
                          </a:solidFill>
                          <a:latin typeface="Arial" panose="020B0604020202020204" pitchFamily="34" charset="0"/>
                          <a:cs typeface="Arial" panose="020B0604020202020204" pitchFamily="34" charset="0"/>
                        </a:rPr>
                        <a:t> </a:t>
                      </a:r>
                      <a:r>
                        <a:rPr sz="2000" dirty="0">
                          <a:solidFill>
                            <a:srgbClr val="161616"/>
                          </a:solidFill>
                          <a:latin typeface="Arial" panose="020B0604020202020204" pitchFamily="34" charset="0"/>
                          <a:cs typeface="Arial" panose="020B0604020202020204" pitchFamily="34" charset="0"/>
                        </a:rPr>
                        <a:t>a</a:t>
                      </a:r>
                      <a:r>
                        <a:rPr sz="2000" spc="-5" dirty="0">
                          <a:solidFill>
                            <a:srgbClr val="161616"/>
                          </a:solidFill>
                          <a:latin typeface="Arial" panose="020B0604020202020204" pitchFamily="34" charset="0"/>
                          <a:cs typeface="Arial" panose="020B0604020202020204" pitchFamily="34" charset="0"/>
                        </a:rPr>
                        <a:t> new</a:t>
                      </a:r>
                      <a:r>
                        <a:rPr sz="2000" spc="5" dirty="0">
                          <a:solidFill>
                            <a:srgbClr val="161616"/>
                          </a:solidFill>
                          <a:latin typeface="Arial" panose="020B0604020202020204" pitchFamily="34" charset="0"/>
                          <a:cs typeface="Arial" panose="020B0604020202020204" pitchFamily="34" charset="0"/>
                        </a:rPr>
                        <a:t> </a:t>
                      </a:r>
                      <a:r>
                        <a:rPr sz="2000" spc="-10" dirty="0">
                          <a:solidFill>
                            <a:srgbClr val="161616"/>
                          </a:solidFill>
                          <a:latin typeface="Arial" panose="020B0604020202020204" pitchFamily="34" charset="0"/>
                          <a:cs typeface="Arial" panose="020B0604020202020204" pitchFamily="34" charset="0"/>
                        </a:rPr>
                        <a:t>page</a:t>
                      </a:r>
                      <a:r>
                        <a:rPr sz="2000" spc="5" dirty="0">
                          <a:solidFill>
                            <a:srgbClr val="161616"/>
                          </a:solidFill>
                          <a:latin typeface="Arial" panose="020B0604020202020204" pitchFamily="34" charset="0"/>
                          <a:cs typeface="Arial" panose="020B0604020202020204" pitchFamily="34" charset="0"/>
                        </a:rPr>
                        <a:t> </a:t>
                      </a:r>
                      <a:r>
                        <a:rPr sz="2000" spc="-20" dirty="0">
                          <a:solidFill>
                            <a:srgbClr val="161616"/>
                          </a:solidFill>
                          <a:latin typeface="Arial" panose="020B0604020202020204" pitchFamily="34" charset="0"/>
                          <a:cs typeface="Arial" panose="020B0604020202020204" pitchFamily="34" charset="0"/>
                        </a:rPr>
                        <a:t>was</a:t>
                      </a:r>
                      <a:r>
                        <a:rPr sz="2000" spc="35"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requested)</a:t>
                      </a:r>
                      <a:endParaRPr sz="20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8205">
                <a:tc>
                  <a:txBody>
                    <a:bodyPr/>
                    <a:lstStyle/>
                    <a:p>
                      <a:pPr marL="90805">
                        <a:lnSpc>
                          <a:spcPts val="2060"/>
                        </a:lnSpc>
                      </a:pPr>
                      <a:r>
                        <a:rPr sz="2000" spc="-5" dirty="0">
                          <a:solidFill>
                            <a:srgbClr val="C00000"/>
                          </a:solidFill>
                          <a:latin typeface="Arial" panose="020B0604020202020204" pitchFamily="34" charset="0"/>
                          <a:cs typeface="Arial" panose="020B0604020202020204" pitchFamily="34" charset="0"/>
                        </a:rPr>
                        <a:t>error</a:t>
                      </a:r>
                      <a:endParaRPr sz="2000" dirty="0">
                        <a:solidFill>
                          <a:srgbClr val="C00000"/>
                        </a:solidFill>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1440">
                        <a:lnSpc>
                          <a:spcPts val="2060"/>
                        </a:lnSpc>
                      </a:pPr>
                      <a:r>
                        <a:rPr sz="2000" spc="-10" dirty="0">
                          <a:solidFill>
                            <a:srgbClr val="161616"/>
                          </a:solidFill>
                          <a:latin typeface="Arial" panose="020B0604020202020204" pitchFamily="34" charset="0"/>
                          <a:cs typeface="Arial" panose="020B0604020202020204" pitchFamily="34" charset="0"/>
                        </a:rPr>
                        <a:t>Browser</a:t>
                      </a:r>
                      <a:r>
                        <a:rPr sz="2000" spc="45"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encounters</a:t>
                      </a:r>
                      <a:r>
                        <a:rPr sz="2000" spc="15"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a</a:t>
                      </a:r>
                      <a:r>
                        <a:rPr sz="2000" spc="5"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JavaScript</a:t>
                      </a:r>
                      <a:r>
                        <a:rPr sz="2000" spc="2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error,</a:t>
                      </a:r>
                      <a:r>
                        <a:rPr sz="2000" spc="1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or</a:t>
                      </a:r>
                      <a:r>
                        <a:rPr sz="2000" spc="5" dirty="0">
                          <a:solidFill>
                            <a:srgbClr val="161616"/>
                          </a:solidFill>
                          <a:latin typeface="Arial" panose="020B0604020202020204" pitchFamily="34" charset="0"/>
                          <a:cs typeface="Arial" panose="020B0604020202020204" pitchFamily="34" charset="0"/>
                        </a:rPr>
                        <a:t> </a:t>
                      </a:r>
                      <a:r>
                        <a:rPr sz="2000" spc="-10" dirty="0">
                          <a:solidFill>
                            <a:srgbClr val="161616"/>
                          </a:solidFill>
                          <a:latin typeface="Arial" panose="020B0604020202020204" pitchFamily="34" charset="0"/>
                          <a:cs typeface="Arial" panose="020B0604020202020204" pitchFamily="34" charset="0"/>
                        </a:rPr>
                        <a:t>an</a:t>
                      </a:r>
                      <a:r>
                        <a:rPr sz="2000" spc="5"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asset</a:t>
                      </a:r>
                      <a:r>
                        <a:rPr sz="200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doesn't</a:t>
                      </a:r>
                      <a:r>
                        <a:rPr sz="2000" spc="1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exist</a:t>
                      </a:r>
                      <a:endParaRPr sz="20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8075">
                <a:tc>
                  <a:txBody>
                    <a:bodyPr/>
                    <a:lstStyle/>
                    <a:p>
                      <a:pPr marL="90805">
                        <a:lnSpc>
                          <a:spcPts val="2060"/>
                        </a:lnSpc>
                      </a:pPr>
                      <a:r>
                        <a:rPr sz="2000" spc="-5" dirty="0">
                          <a:solidFill>
                            <a:srgbClr val="C00000"/>
                          </a:solidFill>
                          <a:latin typeface="Arial" panose="020B0604020202020204" pitchFamily="34" charset="0"/>
                          <a:cs typeface="Arial" panose="020B0604020202020204" pitchFamily="34" charset="0"/>
                        </a:rPr>
                        <a:t>resize</a:t>
                      </a:r>
                      <a:endParaRPr sz="2000" dirty="0">
                        <a:solidFill>
                          <a:srgbClr val="C00000"/>
                        </a:solidFill>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1440">
                        <a:lnSpc>
                          <a:spcPts val="2060"/>
                        </a:lnSpc>
                      </a:pPr>
                      <a:r>
                        <a:rPr sz="2000" spc="-10" dirty="0">
                          <a:solidFill>
                            <a:srgbClr val="161616"/>
                          </a:solidFill>
                          <a:latin typeface="Arial" panose="020B0604020202020204" pitchFamily="34" charset="0"/>
                          <a:cs typeface="Arial" panose="020B0604020202020204" pitchFamily="34" charset="0"/>
                        </a:rPr>
                        <a:t>Browser</a:t>
                      </a:r>
                      <a:r>
                        <a:rPr sz="2000" spc="35" dirty="0">
                          <a:solidFill>
                            <a:srgbClr val="161616"/>
                          </a:solidFill>
                          <a:latin typeface="Arial" panose="020B0604020202020204" pitchFamily="34" charset="0"/>
                          <a:cs typeface="Arial" panose="020B0604020202020204" pitchFamily="34" charset="0"/>
                        </a:rPr>
                        <a:t> </a:t>
                      </a:r>
                      <a:r>
                        <a:rPr sz="2000" spc="-10" dirty="0">
                          <a:solidFill>
                            <a:srgbClr val="161616"/>
                          </a:solidFill>
                          <a:latin typeface="Arial" panose="020B0604020202020204" pitchFamily="34" charset="0"/>
                          <a:cs typeface="Arial" panose="020B0604020202020204" pitchFamily="34" charset="0"/>
                        </a:rPr>
                        <a:t>window</a:t>
                      </a:r>
                      <a:r>
                        <a:rPr sz="2000" spc="3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has</a:t>
                      </a:r>
                      <a:r>
                        <a:rPr sz="2000" spc="5"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been</a:t>
                      </a:r>
                      <a:r>
                        <a:rPr sz="200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resized</a:t>
                      </a:r>
                      <a:endParaRPr sz="20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31989">
                <a:tc>
                  <a:txBody>
                    <a:bodyPr/>
                    <a:lstStyle/>
                    <a:p>
                      <a:pPr marL="90805">
                        <a:lnSpc>
                          <a:spcPts val="2065"/>
                        </a:lnSpc>
                      </a:pPr>
                      <a:r>
                        <a:rPr sz="2000" spc="-5" dirty="0">
                          <a:solidFill>
                            <a:srgbClr val="C00000"/>
                          </a:solidFill>
                          <a:latin typeface="Arial" panose="020B0604020202020204" pitchFamily="34" charset="0"/>
                          <a:cs typeface="Arial" panose="020B0604020202020204" pitchFamily="34" charset="0"/>
                        </a:rPr>
                        <a:t>scroll</a:t>
                      </a:r>
                      <a:endParaRPr sz="2000" dirty="0">
                        <a:solidFill>
                          <a:srgbClr val="C00000"/>
                        </a:solidFill>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1440">
                        <a:lnSpc>
                          <a:spcPts val="2065"/>
                        </a:lnSpc>
                      </a:pPr>
                      <a:r>
                        <a:rPr sz="2000" spc="-5" dirty="0">
                          <a:solidFill>
                            <a:srgbClr val="161616"/>
                          </a:solidFill>
                          <a:latin typeface="Arial" panose="020B0604020202020204" pitchFamily="34" charset="0"/>
                          <a:cs typeface="Arial" panose="020B0604020202020204" pitchFamily="34" charset="0"/>
                        </a:rPr>
                        <a:t>User has</a:t>
                      </a:r>
                      <a:r>
                        <a:rPr sz="2000" spc="5"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scrolled</a:t>
                      </a:r>
                      <a:r>
                        <a:rPr sz="200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up</a:t>
                      </a:r>
                      <a:r>
                        <a:rPr sz="2000" spc="-10"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or </a:t>
                      </a:r>
                      <a:r>
                        <a:rPr sz="2000" spc="-15" dirty="0">
                          <a:solidFill>
                            <a:srgbClr val="161616"/>
                          </a:solidFill>
                          <a:latin typeface="Arial" panose="020B0604020202020204" pitchFamily="34" charset="0"/>
                          <a:cs typeface="Arial" panose="020B0604020202020204" pitchFamily="34" charset="0"/>
                        </a:rPr>
                        <a:t>down</a:t>
                      </a:r>
                      <a:r>
                        <a:rPr sz="2000" spc="40" dirty="0">
                          <a:solidFill>
                            <a:srgbClr val="161616"/>
                          </a:solidFill>
                          <a:latin typeface="Arial" panose="020B0604020202020204" pitchFamily="34" charset="0"/>
                          <a:cs typeface="Arial" panose="020B0604020202020204" pitchFamily="34" charset="0"/>
                        </a:rPr>
                        <a:t> </a:t>
                      </a:r>
                      <a:r>
                        <a:rPr sz="2000" dirty="0">
                          <a:solidFill>
                            <a:srgbClr val="161616"/>
                          </a:solidFill>
                          <a:latin typeface="Arial" panose="020B0604020202020204" pitchFamily="34" charset="0"/>
                          <a:cs typeface="Arial" panose="020B0604020202020204" pitchFamily="34" charset="0"/>
                        </a:rPr>
                        <a:t>the</a:t>
                      </a:r>
                      <a:r>
                        <a:rPr sz="2000" spc="-15" dirty="0">
                          <a:solidFill>
                            <a:srgbClr val="161616"/>
                          </a:solidFill>
                          <a:latin typeface="Arial" panose="020B0604020202020204" pitchFamily="34" charset="0"/>
                          <a:cs typeface="Arial" panose="020B0604020202020204" pitchFamily="34" charset="0"/>
                        </a:rPr>
                        <a:t> </a:t>
                      </a:r>
                      <a:r>
                        <a:rPr sz="2000" spc="-5" dirty="0">
                          <a:solidFill>
                            <a:srgbClr val="161616"/>
                          </a:solidFill>
                          <a:latin typeface="Arial" panose="020B0604020202020204" pitchFamily="34" charset="0"/>
                          <a:cs typeface="Arial" panose="020B0604020202020204" pitchFamily="34" charset="0"/>
                        </a:rPr>
                        <a:t>page</a:t>
                      </a:r>
                      <a:endParaRPr sz="20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31989">
                <a:tc>
                  <a:txBody>
                    <a:bodyPr/>
                    <a:lstStyle/>
                    <a:p>
                      <a:pPr marL="90805">
                        <a:lnSpc>
                          <a:spcPts val="2065"/>
                        </a:lnSpc>
                      </a:pPr>
                      <a:r>
                        <a:rPr lang="en-US" altLang="en-US" sz="2000" dirty="0" err="1">
                          <a:solidFill>
                            <a:srgbClr val="C00000"/>
                          </a:solidFill>
                          <a:latin typeface="Arial" panose="020B0604020202020204" pitchFamily="34" charset="0"/>
                          <a:ea typeface="Arial MT"/>
                          <a:cs typeface="Arial" panose="020B0604020202020204" pitchFamily="34" charset="0"/>
                        </a:rPr>
                        <a:t>keydown</a:t>
                      </a:r>
                      <a:endParaRPr sz="2000" dirty="0">
                        <a:solidFill>
                          <a:srgbClr val="C00000"/>
                        </a:solidFill>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1440">
                        <a:lnSpc>
                          <a:spcPts val="2065"/>
                        </a:lnSpc>
                      </a:pPr>
                      <a:r>
                        <a:rPr lang="en-US" altLang="en-US" sz="2000" dirty="0">
                          <a:solidFill>
                            <a:srgbClr val="161616"/>
                          </a:solidFill>
                          <a:latin typeface="Arial" panose="020B0604020202020204" pitchFamily="34" charset="0"/>
                          <a:ea typeface="Arial MT"/>
                          <a:cs typeface="Arial" panose="020B0604020202020204" pitchFamily="34" charset="0"/>
                        </a:rPr>
                        <a:t>User first presses a key (repeats while key is depressed) </a:t>
                      </a:r>
                      <a:endParaRPr sz="20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8979462"/>
                  </a:ext>
                </a:extLst>
              </a:tr>
              <a:tr h="431989">
                <a:tc>
                  <a:txBody>
                    <a:bodyPr/>
                    <a:lstStyle/>
                    <a:p>
                      <a:pPr marL="90805">
                        <a:lnSpc>
                          <a:spcPts val="2065"/>
                        </a:lnSpc>
                      </a:pPr>
                      <a:r>
                        <a:rPr lang="en-US" altLang="en-US" sz="2000" dirty="0" err="1">
                          <a:solidFill>
                            <a:srgbClr val="C00000"/>
                          </a:solidFill>
                          <a:latin typeface="Arial" panose="020B0604020202020204" pitchFamily="34" charset="0"/>
                          <a:ea typeface="Arial MT"/>
                          <a:cs typeface="Arial" panose="020B0604020202020204" pitchFamily="34" charset="0"/>
                        </a:rPr>
                        <a:t>keyup</a:t>
                      </a:r>
                      <a:r>
                        <a:rPr lang="en-US" altLang="en-US" sz="2000" dirty="0">
                          <a:solidFill>
                            <a:srgbClr val="C00000"/>
                          </a:solidFill>
                          <a:latin typeface="Arial" panose="020B0604020202020204" pitchFamily="34" charset="0"/>
                          <a:ea typeface="Arial MT"/>
                          <a:cs typeface="Arial" panose="020B0604020202020204" pitchFamily="34" charset="0"/>
                        </a:rPr>
                        <a:t> </a:t>
                      </a:r>
                      <a:endParaRPr sz="2000" dirty="0">
                        <a:solidFill>
                          <a:srgbClr val="C00000"/>
                        </a:solidFill>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1440" marR="0" lvl="0" indent="0" algn="l" defTabSz="914400" rtl="0" eaLnBrk="1" fontAlgn="auto" latinLnBrk="0" hangingPunct="1">
                        <a:lnSpc>
                          <a:spcPts val="2065"/>
                        </a:lnSpc>
                        <a:spcBef>
                          <a:spcPts val="0"/>
                        </a:spcBef>
                        <a:spcAft>
                          <a:spcPts val="0"/>
                        </a:spcAft>
                        <a:buClrTx/>
                        <a:buSzTx/>
                        <a:buFontTx/>
                        <a:buNone/>
                        <a:tabLst/>
                        <a:defRPr/>
                      </a:pPr>
                      <a:r>
                        <a:rPr lang="en-US" altLang="en-US" sz="2000" dirty="0">
                          <a:solidFill>
                            <a:srgbClr val="161616"/>
                          </a:solidFill>
                          <a:latin typeface="Arial" panose="020B0604020202020204" pitchFamily="34" charset="0"/>
                          <a:ea typeface="Arial MT"/>
                          <a:cs typeface="Arial" panose="020B0604020202020204" pitchFamily="34" charset="0"/>
                        </a:rPr>
                        <a:t>User releases a key</a:t>
                      </a:r>
                      <a:endParaRPr sz="20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4756776"/>
                  </a:ext>
                </a:extLst>
              </a:tr>
              <a:tr h="431989">
                <a:tc>
                  <a:txBody>
                    <a:bodyPr/>
                    <a:lstStyle/>
                    <a:p>
                      <a:pPr marL="90805" marR="0" lvl="0" indent="0" algn="l" defTabSz="914400" rtl="0" eaLnBrk="1" fontAlgn="auto" latinLnBrk="0" hangingPunct="1">
                        <a:lnSpc>
                          <a:spcPts val="2065"/>
                        </a:lnSpc>
                        <a:spcBef>
                          <a:spcPts val="0"/>
                        </a:spcBef>
                        <a:spcAft>
                          <a:spcPts val="0"/>
                        </a:spcAft>
                        <a:buClrTx/>
                        <a:buSzTx/>
                        <a:buFontTx/>
                        <a:buNone/>
                        <a:tabLst/>
                        <a:defRPr/>
                      </a:pPr>
                      <a:r>
                        <a:rPr lang="en-US" altLang="en-US" sz="2000" dirty="0">
                          <a:solidFill>
                            <a:srgbClr val="C00000"/>
                          </a:solidFill>
                          <a:latin typeface="Arial" panose="020B0604020202020204" pitchFamily="34" charset="0"/>
                          <a:ea typeface="Arial MT"/>
                          <a:cs typeface="Arial" panose="020B0604020202020204" pitchFamily="34" charset="0"/>
                        </a:rPr>
                        <a:t>keypress</a:t>
                      </a:r>
                      <a:endParaRPr lang="en-US" sz="2000" dirty="0">
                        <a:solidFill>
                          <a:srgbClr val="C00000"/>
                        </a:solidFill>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91440" marR="0" lvl="0" indent="0" algn="l" defTabSz="914400" rtl="0" eaLnBrk="1" fontAlgn="auto" latinLnBrk="0" hangingPunct="1">
                        <a:lnSpc>
                          <a:spcPts val="2065"/>
                        </a:lnSpc>
                        <a:spcBef>
                          <a:spcPts val="0"/>
                        </a:spcBef>
                        <a:spcAft>
                          <a:spcPts val="0"/>
                        </a:spcAft>
                        <a:buClrTx/>
                        <a:buSzTx/>
                        <a:buFontTx/>
                        <a:buNone/>
                        <a:tabLst/>
                        <a:defRPr/>
                      </a:pPr>
                      <a:r>
                        <a:rPr lang="en-US" altLang="en-US" sz="2000" dirty="0">
                          <a:solidFill>
                            <a:srgbClr val="161616"/>
                          </a:solidFill>
                          <a:latin typeface="Arial" panose="020B0604020202020204" pitchFamily="34" charset="0"/>
                          <a:ea typeface="Arial MT"/>
                          <a:cs typeface="Arial" panose="020B0604020202020204" pitchFamily="34" charset="0"/>
                        </a:rPr>
                        <a:t>Character is being inserted (repeats while key is depressed)</a:t>
                      </a:r>
                      <a:endParaRPr lang="en-US" sz="2000" dirty="0">
                        <a:latin typeface="Arial" panose="020B0604020202020204" pitchFamily="34" charset="0"/>
                        <a:cs typeface="Arial" panose="020B060402020202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9664102"/>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F606D69-0BB9-BAE4-1566-A55AA069762D}"/>
              </a:ext>
            </a:extLst>
          </p:cNvPr>
          <p:cNvSpPr txBox="1">
            <a:spLocks noGrp="1"/>
          </p:cNvSpPr>
          <p:nvPr>
            <p:ph type="title"/>
          </p:nvPr>
        </p:nvSpPr>
        <p:spPr>
          <a:xfrm>
            <a:off x="103188" y="342423"/>
            <a:ext cx="8785225" cy="689932"/>
          </a:xfrm>
        </p:spPr>
        <p:txBody>
          <a:bodyPr lIns="0" tIns="12700" rIns="0" bIns="0" rtlCol="0">
            <a:spAutoFit/>
          </a:bodyPr>
          <a:lstStyle/>
          <a:p>
            <a:pPr marL="12700">
              <a:spcBef>
                <a:spcPts val="100"/>
              </a:spcBef>
              <a:defRPr/>
            </a:pPr>
            <a:r>
              <a:rPr spc="114" dirty="0"/>
              <a:t>onload</a:t>
            </a:r>
            <a:r>
              <a:rPr spc="-215" dirty="0"/>
              <a:t> </a:t>
            </a:r>
            <a:r>
              <a:rPr spc="155" dirty="0"/>
              <a:t>Event</a:t>
            </a:r>
            <a:endParaRPr dirty="0"/>
          </a:p>
        </p:txBody>
      </p:sp>
      <p:sp>
        <p:nvSpPr>
          <p:cNvPr id="3" name="object 3">
            <a:extLst>
              <a:ext uri="{FF2B5EF4-FFF2-40B4-BE49-F238E27FC236}">
                <a16:creationId xmlns:a16="http://schemas.microsoft.com/office/drawing/2014/main" id="{E685667A-0877-3A53-921C-7C03D4C13E8A}"/>
              </a:ext>
            </a:extLst>
          </p:cNvPr>
          <p:cNvSpPr txBox="1"/>
          <p:nvPr/>
        </p:nvSpPr>
        <p:spPr>
          <a:xfrm>
            <a:off x="230187" y="1412776"/>
            <a:ext cx="4265613" cy="4363374"/>
          </a:xfrm>
          <a:prstGeom prst="rect">
            <a:avLst/>
          </a:prstGeom>
        </p:spPr>
        <p:txBody>
          <a:bodyPr wrap="square" lIns="0" tIns="53975" rIns="0" bIns="0">
            <a:spAutoFit/>
          </a:bodyPr>
          <a:lstStyle>
            <a:lvl1pPr marL="355600" indent="-3429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1pPr>
            <a:lvl2pPr marL="742950" indent="-28575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9pPr>
          </a:lstStyle>
          <a:p>
            <a:pPr marL="298450" indent="-285750">
              <a:spcBef>
                <a:spcPts val="425"/>
              </a:spcBef>
              <a:buFont typeface="Arial" panose="020B0604020202020204" pitchFamily="34" charset="0"/>
              <a:buChar char="•"/>
            </a:pPr>
            <a:r>
              <a:rPr lang="en-US" altLang="en-US" sz="2000" dirty="0">
                <a:cs typeface="Arial" panose="020B0604020202020204" pitchFamily="34" charset="0"/>
              </a:rPr>
              <a:t>The </a:t>
            </a:r>
            <a:r>
              <a:rPr lang="en-US" altLang="en-US" sz="2000" b="1" dirty="0">
                <a:cs typeface="Arial" panose="020B0604020202020204" pitchFamily="34" charset="0"/>
              </a:rPr>
              <a:t>onload </a:t>
            </a:r>
            <a:r>
              <a:rPr lang="en-US" altLang="en-US" sz="2000" dirty="0">
                <a:cs typeface="Arial" panose="020B0604020202020204" pitchFamily="34" charset="0"/>
              </a:rPr>
              <a:t>event occurs when an object has been loaded.</a:t>
            </a:r>
          </a:p>
          <a:p>
            <a:pPr marL="298450" indent="-285750">
              <a:buFont typeface="Arial" panose="020B0604020202020204" pitchFamily="34" charset="0"/>
              <a:buChar char="•"/>
            </a:pPr>
            <a:r>
              <a:rPr lang="en-US" altLang="en-US" sz="2000" dirty="0">
                <a:cs typeface="Arial" panose="020B0604020202020204" pitchFamily="34" charset="0"/>
              </a:rPr>
              <a:t>Commonly used within the &lt;body&gt; element to execute a script once a webpage has fully loaded all content, including images, script files, and CSS files.</a:t>
            </a:r>
          </a:p>
          <a:p>
            <a:pPr marL="298450" indent="-285750">
              <a:buFont typeface="Arial" panose="020B0604020202020204" pitchFamily="34" charset="0"/>
              <a:buChar char="•"/>
            </a:pPr>
            <a:r>
              <a:rPr lang="en-US" altLang="en-US" sz="2000" dirty="0">
                <a:cs typeface="Arial" panose="020B0604020202020204" pitchFamily="34" charset="0"/>
              </a:rPr>
              <a:t>onload can be utilized to check the visitor's browser type and version, and load the proper version of the web page based on this information.</a:t>
            </a:r>
          </a:p>
          <a:p>
            <a:pPr marL="298450" indent="-285750">
              <a:buFont typeface="Arial" panose="020B0604020202020204" pitchFamily="34" charset="0"/>
              <a:buChar char="•"/>
            </a:pPr>
            <a:r>
              <a:rPr lang="en-US" altLang="en-US" sz="2000" dirty="0">
                <a:cs typeface="Arial" panose="020B0604020202020204" pitchFamily="34" charset="0"/>
              </a:rPr>
              <a:t>onload can also be used to manage cookies.</a:t>
            </a:r>
          </a:p>
        </p:txBody>
      </p:sp>
      <p:pic>
        <p:nvPicPr>
          <p:cNvPr id="7" name="Picture 6">
            <a:extLst>
              <a:ext uri="{FF2B5EF4-FFF2-40B4-BE49-F238E27FC236}">
                <a16:creationId xmlns:a16="http://schemas.microsoft.com/office/drawing/2014/main" id="{C8293C1E-835D-5D65-959C-10952FF707DA}"/>
              </a:ext>
            </a:extLst>
          </p:cNvPr>
          <p:cNvPicPr>
            <a:picLocks noChangeAspect="1"/>
          </p:cNvPicPr>
          <p:nvPr/>
        </p:nvPicPr>
        <p:blipFill>
          <a:blip r:embed="rId2"/>
          <a:stretch>
            <a:fillRect/>
          </a:stretch>
        </p:blipFill>
        <p:spPr>
          <a:xfrm>
            <a:off x="4495801" y="2060848"/>
            <a:ext cx="4648200" cy="3556107"/>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64D0DB9-64DB-CFF6-48C5-CAECEADB5865}"/>
              </a:ext>
            </a:extLst>
          </p:cNvPr>
          <p:cNvSpPr txBox="1">
            <a:spLocks noGrp="1"/>
          </p:cNvSpPr>
          <p:nvPr>
            <p:ph type="title"/>
          </p:nvPr>
        </p:nvSpPr>
        <p:spPr>
          <a:xfrm>
            <a:off x="103188" y="342422"/>
            <a:ext cx="8785225" cy="689932"/>
          </a:xfrm>
        </p:spPr>
        <p:txBody>
          <a:bodyPr lIns="0" tIns="12700" rIns="0" bIns="0" rtlCol="0">
            <a:spAutoFit/>
          </a:bodyPr>
          <a:lstStyle/>
          <a:p>
            <a:pPr marL="12700">
              <a:spcBef>
                <a:spcPts val="100"/>
              </a:spcBef>
              <a:defRPr/>
            </a:pPr>
            <a:r>
              <a:rPr lang="en-US" spc="254" dirty="0"/>
              <a:t>Mouse Event Types</a:t>
            </a:r>
            <a:endParaRPr dirty="0"/>
          </a:p>
        </p:txBody>
      </p:sp>
      <p:graphicFrame>
        <p:nvGraphicFramePr>
          <p:cNvPr id="3" name="object 3">
            <a:extLst>
              <a:ext uri="{FF2B5EF4-FFF2-40B4-BE49-F238E27FC236}">
                <a16:creationId xmlns:a16="http://schemas.microsoft.com/office/drawing/2014/main" id="{EE0D3A37-351F-F276-FA96-93EF789E13EA}"/>
              </a:ext>
            </a:extLst>
          </p:cNvPr>
          <p:cNvGraphicFramePr>
            <a:graphicFrameLocks noGrp="1"/>
          </p:cNvGraphicFramePr>
          <p:nvPr>
            <p:extLst>
              <p:ext uri="{D42A27DB-BD31-4B8C-83A1-F6EECF244321}">
                <p14:modId xmlns:p14="http://schemas.microsoft.com/office/powerpoint/2010/main" val="2518449930"/>
              </p:ext>
            </p:extLst>
          </p:nvPr>
        </p:nvGraphicFramePr>
        <p:xfrm>
          <a:off x="378618" y="2132856"/>
          <a:ext cx="8386763" cy="2750001"/>
        </p:xfrm>
        <a:graphic>
          <a:graphicData uri="http://schemas.openxmlformats.org/drawingml/2006/table">
            <a:tbl>
              <a:tblPr firstRow="1" bandRow="1">
                <a:tableStyleId>{306799F8-075E-4A3A-A7F6-7FBC6576F1A4}</a:tableStyleId>
              </a:tblPr>
              <a:tblGrid>
                <a:gridCol w="1554539">
                  <a:extLst>
                    <a:ext uri="{9D8B030D-6E8A-4147-A177-3AD203B41FA5}">
                      <a16:colId xmlns:a16="http://schemas.microsoft.com/office/drawing/2014/main" val="20000"/>
                    </a:ext>
                  </a:extLst>
                </a:gridCol>
                <a:gridCol w="6832224">
                  <a:extLst>
                    <a:ext uri="{9D8B030D-6E8A-4147-A177-3AD203B41FA5}">
                      <a16:colId xmlns:a16="http://schemas.microsoft.com/office/drawing/2014/main" val="20001"/>
                    </a:ext>
                  </a:extLst>
                </a:gridCol>
              </a:tblGrid>
              <a:tr h="326590">
                <a:tc>
                  <a:txBody>
                    <a:bodyPr/>
                    <a:lstStyle/>
                    <a:p>
                      <a:pPr marL="91440">
                        <a:lnSpc>
                          <a:spcPts val="2155"/>
                        </a:lnSpc>
                        <a:spcBef>
                          <a:spcPts val="315"/>
                        </a:spcBef>
                      </a:pPr>
                      <a:r>
                        <a:rPr sz="2000" b="0" spc="-5" dirty="0">
                          <a:solidFill>
                            <a:sysClr val="windowText" lastClr="000000"/>
                          </a:solidFill>
                          <a:latin typeface="Arial" panose="020B0604020202020204" pitchFamily="34" charset="0"/>
                          <a:cs typeface="Arial" panose="020B0604020202020204" pitchFamily="34" charset="0"/>
                        </a:rPr>
                        <a:t>click</a:t>
                      </a:r>
                      <a:endParaRPr sz="2000" b="0">
                        <a:solidFill>
                          <a:sysClr val="windowText" lastClr="000000"/>
                        </a:solidFill>
                        <a:latin typeface="Arial" panose="020B0604020202020204" pitchFamily="34" charset="0"/>
                        <a:cs typeface="Arial" panose="020B0604020202020204" pitchFamily="34" charset="0"/>
                      </a:endParaRPr>
                    </a:p>
                  </a:txBody>
                  <a:tcPr marL="0" marR="0" marT="3999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marL="91440">
                        <a:lnSpc>
                          <a:spcPts val="2155"/>
                        </a:lnSpc>
                        <a:spcBef>
                          <a:spcPts val="315"/>
                        </a:spcBef>
                      </a:pPr>
                      <a:r>
                        <a:rPr sz="2000" b="0" spc="-5" dirty="0">
                          <a:solidFill>
                            <a:sysClr val="windowText" lastClr="000000"/>
                          </a:solidFill>
                          <a:latin typeface="Arial" panose="020B0604020202020204" pitchFamily="34" charset="0"/>
                          <a:cs typeface="Arial" panose="020B0604020202020204" pitchFamily="34" charset="0"/>
                        </a:rPr>
                        <a:t>User</a:t>
                      </a:r>
                      <a:r>
                        <a:rPr sz="2000" b="0" dirty="0">
                          <a:solidFill>
                            <a:sysClr val="windowText" lastClr="000000"/>
                          </a:solidFill>
                          <a:latin typeface="Arial" panose="020B0604020202020204" pitchFamily="34" charset="0"/>
                          <a:cs typeface="Arial" panose="020B0604020202020204" pitchFamily="34" charset="0"/>
                        </a:rPr>
                        <a:t> </a:t>
                      </a:r>
                      <a:r>
                        <a:rPr sz="2000" b="0" spc="-5" dirty="0">
                          <a:solidFill>
                            <a:sysClr val="windowText" lastClr="000000"/>
                          </a:solidFill>
                          <a:latin typeface="Arial" panose="020B0604020202020204" pitchFamily="34" charset="0"/>
                          <a:cs typeface="Arial" panose="020B0604020202020204" pitchFamily="34" charset="0"/>
                        </a:rPr>
                        <a:t>presses</a:t>
                      </a:r>
                      <a:r>
                        <a:rPr sz="2000" b="0" spc="10" dirty="0">
                          <a:solidFill>
                            <a:sysClr val="windowText" lastClr="000000"/>
                          </a:solidFill>
                          <a:latin typeface="Arial" panose="020B0604020202020204" pitchFamily="34" charset="0"/>
                          <a:cs typeface="Arial" panose="020B0604020202020204" pitchFamily="34" charset="0"/>
                        </a:rPr>
                        <a:t> </a:t>
                      </a:r>
                      <a:r>
                        <a:rPr sz="2000" b="0" spc="-5" dirty="0">
                          <a:solidFill>
                            <a:sysClr val="windowText" lastClr="000000"/>
                          </a:solidFill>
                          <a:latin typeface="Arial" panose="020B0604020202020204" pitchFamily="34" charset="0"/>
                          <a:cs typeface="Arial" panose="020B0604020202020204" pitchFamily="34" charset="0"/>
                        </a:rPr>
                        <a:t>and</a:t>
                      </a:r>
                      <a:r>
                        <a:rPr sz="2000" b="0" spc="10" dirty="0">
                          <a:solidFill>
                            <a:sysClr val="windowText" lastClr="000000"/>
                          </a:solidFill>
                          <a:latin typeface="Arial" panose="020B0604020202020204" pitchFamily="34" charset="0"/>
                          <a:cs typeface="Arial" panose="020B0604020202020204" pitchFamily="34" charset="0"/>
                        </a:rPr>
                        <a:t> </a:t>
                      </a:r>
                      <a:r>
                        <a:rPr sz="2000" b="0" spc="-5" dirty="0">
                          <a:solidFill>
                            <a:sysClr val="windowText" lastClr="000000"/>
                          </a:solidFill>
                          <a:latin typeface="Arial" panose="020B0604020202020204" pitchFamily="34" charset="0"/>
                          <a:cs typeface="Arial" panose="020B0604020202020204" pitchFamily="34" charset="0"/>
                        </a:rPr>
                        <a:t>releases</a:t>
                      </a:r>
                      <a:r>
                        <a:rPr sz="2000" b="0" spc="5" dirty="0">
                          <a:solidFill>
                            <a:sysClr val="windowText" lastClr="000000"/>
                          </a:solidFill>
                          <a:latin typeface="Arial" panose="020B0604020202020204" pitchFamily="34" charset="0"/>
                          <a:cs typeface="Arial" panose="020B0604020202020204" pitchFamily="34" charset="0"/>
                        </a:rPr>
                        <a:t> </a:t>
                      </a:r>
                      <a:r>
                        <a:rPr sz="2000" b="0" spc="-5" dirty="0">
                          <a:solidFill>
                            <a:sysClr val="windowText" lastClr="000000"/>
                          </a:solidFill>
                          <a:latin typeface="Arial" panose="020B0604020202020204" pitchFamily="34" charset="0"/>
                          <a:cs typeface="Arial" panose="020B0604020202020204" pitchFamily="34" charset="0"/>
                        </a:rPr>
                        <a:t>a</a:t>
                      </a:r>
                      <a:r>
                        <a:rPr sz="2000" b="0" spc="5" dirty="0">
                          <a:solidFill>
                            <a:sysClr val="windowText" lastClr="000000"/>
                          </a:solidFill>
                          <a:latin typeface="Arial" panose="020B0604020202020204" pitchFamily="34" charset="0"/>
                          <a:cs typeface="Arial" panose="020B0604020202020204" pitchFamily="34" charset="0"/>
                        </a:rPr>
                        <a:t> </a:t>
                      </a:r>
                      <a:r>
                        <a:rPr sz="2000" b="0" spc="-5" dirty="0">
                          <a:solidFill>
                            <a:sysClr val="windowText" lastClr="000000"/>
                          </a:solidFill>
                          <a:latin typeface="Arial" panose="020B0604020202020204" pitchFamily="34" charset="0"/>
                          <a:cs typeface="Arial" panose="020B0604020202020204" pitchFamily="34" charset="0"/>
                        </a:rPr>
                        <a:t>button</a:t>
                      </a:r>
                      <a:r>
                        <a:rPr sz="2000" b="0" spc="-10" dirty="0">
                          <a:solidFill>
                            <a:sysClr val="windowText" lastClr="000000"/>
                          </a:solidFill>
                          <a:latin typeface="Arial" panose="020B0604020202020204" pitchFamily="34" charset="0"/>
                          <a:cs typeface="Arial" panose="020B0604020202020204" pitchFamily="34" charset="0"/>
                        </a:rPr>
                        <a:t> </a:t>
                      </a:r>
                      <a:r>
                        <a:rPr sz="2000" b="0" spc="-5" dirty="0">
                          <a:solidFill>
                            <a:sysClr val="windowText" lastClr="000000"/>
                          </a:solidFill>
                          <a:latin typeface="Arial" panose="020B0604020202020204" pitchFamily="34" charset="0"/>
                          <a:cs typeface="Arial" panose="020B0604020202020204" pitchFamily="34" charset="0"/>
                        </a:rPr>
                        <a:t>over</a:t>
                      </a:r>
                      <a:r>
                        <a:rPr sz="2000" b="0" spc="15" dirty="0">
                          <a:solidFill>
                            <a:sysClr val="windowText" lastClr="000000"/>
                          </a:solidFill>
                          <a:latin typeface="Arial" panose="020B0604020202020204" pitchFamily="34" charset="0"/>
                          <a:cs typeface="Arial" panose="020B0604020202020204" pitchFamily="34" charset="0"/>
                        </a:rPr>
                        <a:t> </a:t>
                      </a:r>
                      <a:r>
                        <a:rPr sz="2000" b="0" dirty="0">
                          <a:solidFill>
                            <a:sysClr val="windowText" lastClr="000000"/>
                          </a:solidFill>
                          <a:latin typeface="Arial" panose="020B0604020202020204" pitchFamily="34" charset="0"/>
                          <a:cs typeface="Arial" panose="020B0604020202020204" pitchFamily="34" charset="0"/>
                        </a:rPr>
                        <a:t>the</a:t>
                      </a:r>
                      <a:r>
                        <a:rPr sz="2000" b="0" spc="-10" dirty="0">
                          <a:solidFill>
                            <a:sysClr val="windowText" lastClr="000000"/>
                          </a:solidFill>
                          <a:latin typeface="Arial" panose="020B0604020202020204" pitchFamily="34" charset="0"/>
                          <a:cs typeface="Arial" panose="020B0604020202020204" pitchFamily="34" charset="0"/>
                        </a:rPr>
                        <a:t> </a:t>
                      </a:r>
                      <a:r>
                        <a:rPr sz="2000" b="0" spc="-5" dirty="0">
                          <a:solidFill>
                            <a:sysClr val="windowText" lastClr="000000"/>
                          </a:solidFill>
                          <a:latin typeface="Arial" panose="020B0604020202020204" pitchFamily="34" charset="0"/>
                          <a:cs typeface="Arial" panose="020B0604020202020204" pitchFamily="34" charset="0"/>
                        </a:rPr>
                        <a:t>same element</a:t>
                      </a:r>
                      <a:endParaRPr sz="2000" b="0" dirty="0">
                        <a:solidFill>
                          <a:sysClr val="windowText" lastClr="000000"/>
                        </a:solidFill>
                        <a:latin typeface="Arial" panose="020B0604020202020204" pitchFamily="34" charset="0"/>
                        <a:cs typeface="Arial" panose="020B0604020202020204" pitchFamily="34" charset="0"/>
                      </a:endParaRPr>
                    </a:p>
                  </a:txBody>
                  <a:tcPr marL="0" marR="0" marT="3999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10000"/>
                  </a:ext>
                </a:extLst>
              </a:tr>
              <a:tr h="274276">
                <a:tc>
                  <a:txBody>
                    <a:bodyPr/>
                    <a:lstStyle/>
                    <a:p>
                      <a:pPr marL="91440">
                        <a:lnSpc>
                          <a:spcPts val="2060"/>
                        </a:lnSpc>
                      </a:pPr>
                      <a:r>
                        <a:rPr sz="2000" spc="-5" dirty="0">
                          <a:solidFill>
                            <a:sysClr val="windowText" lastClr="000000"/>
                          </a:solidFill>
                          <a:latin typeface="Arial" panose="020B0604020202020204" pitchFamily="34" charset="0"/>
                          <a:cs typeface="Arial" panose="020B0604020202020204" pitchFamily="34" charset="0"/>
                        </a:rPr>
                        <a:t>dblclick</a:t>
                      </a:r>
                      <a:endParaRPr sz="200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marL="91440">
                        <a:lnSpc>
                          <a:spcPts val="2060"/>
                        </a:lnSpc>
                      </a:pPr>
                      <a:r>
                        <a:rPr sz="2000" spc="-5" dirty="0">
                          <a:solidFill>
                            <a:sysClr val="windowText" lastClr="000000"/>
                          </a:solidFill>
                          <a:latin typeface="Arial" panose="020B0604020202020204" pitchFamily="34" charset="0"/>
                          <a:cs typeface="Arial" panose="020B0604020202020204" pitchFamily="34" charset="0"/>
                        </a:rPr>
                        <a:t>User</a:t>
                      </a:r>
                      <a:r>
                        <a:rPr sz="200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presses</a:t>
                      </a:r>
                      <a:r>
                        <a:rPr sz="2000" spc="1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and</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releases</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a</a:t>
                      </a:r>
                      <a:r>
                        <a:rPr sz="200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button </a:t>
                      </a:r>
                      <a:r>
                        <a:rPr sz="2000" spc="-10" dirty="0">
                          <a:solidFill>
                            <a:sysClr val="windowText" lastClr="000000"/>
                          </a:solidFill>
                          <a:latin typeface="Arial" panose="020B0604020202020204" pitchFamily="34" charset="0"/>
                          <a:cs typeface="Arial" panose="020B0604020202020204" pitchFamily="34" charset="0"/>
                        </a:rPr>
                        <a:t>twice</a:t>
                      </a:r>
                      <a:r>
                        <a:rPr sz="2000" spc="4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over</a:t>
                      </a:r>
                      <a:r>
                        <a:rPr sz="2000" spc="5" dirty="0">
                          <a:solidFill>
                            <a:sysClr val="windowText" lastClr="000000"/>
                          </a:solidFill>
                          <a:latin typeface="Arial" panose="020B0604020202020204" pitchFamily="34" charset="0"/>
                          <a:cs typeface="Arial" panose="020B0604020202020204" pitchFamily="34" charset="0"/>
                        </a:rPr>
                        <a:t> </a:t>
                      </a:r>
                      <a:r>
                        <a:rPr sz="2000" dirty="0">
                          <a:solidFill>
                            <a:sysClr val="windowText" lastClr="000000"/>
                          </a:solidFill>
                          <a:latin typeface="Arial" panose="020B0604020202020204" pitchFamily="34" charset="0"/>
                          <a:cs typeface="Arial" panose="020B0604020202020204" pitchFamily="34" charset="0"/>
                        </a:rPr>
                        <a:t>the</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same element</a:t>
                      </a:r>
                      <a:endParaRPr sz="200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10001"/>
                  </a:ext>
                </a:extLst>
              </a:tr>
              <a:tr h="274139">
                <a:tc>
                  <a:txBody>
                    <a:bodyPr/>
                    <a:lstStyle/>
                    <a:p>
                      <a:pPr marL="91440">
                        <a:lnSpc>
                          <a:spcPts val="2060"/>
                        </a:lnSpc>
                      </a:pPr>
                      <a:r>
                        <a:rPr sz="2000" spc="-10" dirty="0">
                          <a:solidFill>
                            <a:sysClr val="windowText" lastClr="000000"/>
                          </a:solidFill>
                          <a:latin typeface="Arial" panose="020B0604020202020204" pitchFamily="34" charset="0"/>
                          <a:cs typeface="Arial" panose="020B0604020202020204" pitchFamily="34" charset="0"/>
                        </a:rPr>
                        <a:t>mousedown</a:t>
                      </a:r>
                      <a:endParaRPr sz="200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marL="91440">
                        <a:lnSpc>
                          <a:spcPts val="2060"/>
                        </a:lnSpc>
                      </a:pPr>
                      <a:r>
                        <a:rPr sz="2000" spc="-5" dirty="0">
                          <a:solidFill>
                            <a:sysClr val="windowText" lastClr="000000"/>
                          </a:solidFill>
                          <a:latin typeface="Arial" panose="020B0604020202020204" pitchFamily="34" charset="0"/>
                          <a:cs typeface="Arial" panose="020B0604020202020204" pitchFamily="34" charset="0"/>
                        </a:rPr>
                        <a:t>User</a:t>
                      </a:r>
                      <a:r>
                        <a:rPr sz="200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presses</a:t>
                      </a:r>
                      <a:r>
                        <a:rPr sz="2000" spc="1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a</a:t>
                      </a:r>
                      <a:r>
                        <a:rPr sz="2000" spc="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mouse</a:t>
                      </a:r>
                      <a:r>
                        <a:rPr sz="2000" spc="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button </a:t>
                      </a:r>
                      <a:r>
                        <a:rPr sz="2000" spc="-15" dirty="0">
                          <a:solidFill>
                            <a:sysClr val="windowText" lastClr="000000"/>
                          </a:solidFill>
                          <a:latin typeface="Arial" panose="020B0604020202020204" pitchFamily="34" charset="0"/>
                          <a:cs typeface="Arial" panose="020B0604020202020204" pitchFamily="34" charset="0"/>
                        </a:rPr>
                        <a:t>while</a:t>
                      </a:r>
                      <a:r>
                        <a:rPr sz="2000" spc="4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over</a:t>
                      </a:r>
                      <a:r>
                        <a:rPr sz="2000" spc="1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an</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element</a:t>
                      </a:r>
                      <a:endParaRPr sz="200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10002"/>
                  </a:ext>
                </a:extLst>
              </a:tr>
              <a:tr h="274637">
                <a:tc>
                  <a:txBody>
                    <a:bodyPr/>
                    <a:lstStyle/>
                    <a:p>
                      <a:pPr marL="91440">
                        <a:lnSpc>
                          <a:spcPts val="2065"/>
                        </a:lnSpc>
                      </a:pPr>
                      <a:r>
                        <a:rPr sz="2000" spc="-5" dirty="0">
                          <a:solidFill>
                            <a:sysClr val="windowText" lastClr="000000"/>
                          </a:solidFill>
                          <a:latin typeface="Arial" panose="020B0604020202020204" pitchFamily="34" charset="0"/>
                          <a:cs typeface="Arial" panose="020B0604020202020204" pitchFamily="34" charset="0"/>
                        </a:rPr>
                        <a:t>mouseup</a:t>
                      </a:r>
                      <a:endParaRPr sz="200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marL="91440">
                        <a:lnSpc>
                          <a:spcPts val="2065"/>
                        </a:lnSpc>
                      </a:pPr>
                      <a:r>
                        <a:rPr sz="2000" spc="-5" dirty="0">
                          <a:solidFill>
                            <a:sysClr val="windowText" lastClr="000000"/>
                          </a:solidFill>
                          <a:latin typeface="Arial" panose="020B0604020202020204" pitchFamily="34" charset="0"/>
                          <a:cs typeface="Arial" panose="020B0604020202020204" pitchFamily="34" charset="0"/>
                        </a:rPr>
                        <a:t>User releases</a:t>
                      </a:r>
                      <a:r>
                        <a:rPr sz="2000" spc="20" dirty="0">
                          <a:solidFill>
                            <a:sysClr val="windowText" lastClr="000000"/>
                          </a:solidFill>
                          <a:latin typeface="Arial" panose="020B0604020202020204" pitchFamily="34" charset="0"/>
                          <a:cs typeface="Arial" panose="020B0604020202020204" pitchFamily="34" charset="0"/>
                        </a:rPr>
                        <a:t> </a:t>
                      </a:r>
                      <a:r>
                        <a:rPr sz="2000" dirty="0">
                          <a:solidFill>
                            <a:sysClr val="windowText" lastClr="000000"/>
                          </a:solidFill>
                          <a:latin typeface="Arial" panose="020B0604020202020204" pitchFamily="34" charset="0"/>
                          <a:cs typeface="Arial" panose="020B0604020202020204" pitchFamily="34" charset="0"/>
                        </a:rPr>
                        <a:t>a</a:t>
                      </a:r>
                      <a:r>
                        <a:rPr sz="2000" spc="-5" dirty="0">
                          <a:solidFill>
                            <a:sysClr val="windowText" lastClr="000000"/>
                          </a:solidFill>
                          <a:latin typeface="Arial" panose="020B0604020202020204" pitchFamily="34" charset="0"/>
                          <a:cs typeface="Arial" panose="020B0604020202020204" pitchFamily="34" charset="0"/>
                        </a:rPr>
                        <a:t> mouse</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button</a:t>
                      </a:r>
                      <a:r>
                        <a:rPr sz="2000" spc="5" dirty="0">
                          <a:solidFill>
                            <a:sysClr val="windowText" lastClr="000000"/>
                          </a:solidFill>
                          <a:latin typeface="Arial" panose="020B0604020202020204" pitchFamily="34" charset="0"/>
                          <a:cs typeface="Arial" panose="020B0604020202020204" pitchFamily="34" charset="0"/>
                        </a:rPr>
                        <a:t> </a:t>
                      </a:r>
                      <a:r>
                        <a:rPr sz="2000" spc="-15" dirty="0">
                          <a:solidFill>
                            <a:sysClr val="windowText" lastClr="000000"/>
                          </a:solidFill>
                          <a:latin typeface="Arial" panose="020B0604020202020204" pitchFamily="34" charset="0"/>
                          <a:cs typeface="Arial" panose="020B0604020202020204" pitchFamily="34" charset="0"/>
                        </a:rPr>
                        <a:t>while</a:t>
                      </a:r>
                      <a:r>
                        <a:rPr sz="2000" spc="4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over</a:t>
                      </a:r>
                      <a:r>
                        <a:rPr sz="2000" dirty="0">
                          <a:solidFill>
                            <a:sysClr val="windowText" lastClr="000000"/>
                          </a:solidFill>
                          <a:latin typeface="Arial" panose="020B0604020202020204" pitchFamily="34" charset="0"/>
                          <a:cs typeface="Arial" panose="020B0604020202020204" pitchFamily="34" charset="0"/>
                        </a:rPr>
                        <a:t> an </a:t>
                      </a:r>
                      <a:r>
                        <a:rPr sz="2000" spc="-10" dirty="0">
                          <a:solidFill>
                            <a:sysClr val="windowText" lastClr="000000"/>
                          </a:solidFill>
                          <a:latin typeface="Arial" panose="020B0604020202020204" pitchFamily="34" charset="0"/>
                          <a:cs typeface="Arial" panose="020B0604020202020204" pitchFamily="34" charset="0"/>
                        </a:rPr>
                        <a:t>element</a:t>
                      </a:r>
                      <a:endParaRPr sz="2000" dirty="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10003"/>
                  </a:ext>
                </a:extLst>
              </a:tr>
              <a:tr h="274435">
                <a:tc>
                  <a:txBody>
                    <a:bodyPr/>
                    <a:lstStyle/>
                    <a:p>
                      <a:pPr marL="91440">
                        <a:lnSpc>
                          <a:spcPts val="2060"/>
                        </a:lnSpc>
                      </a:pPr>
                      <a:r>
                        <a:rPr sz="2000" spc="-5" dirty="0">
                          <a:solidFill>
                            <a:sysClr val="windowText" lastClr="000000"/>
                          </a:solidFill>
                          <a:latin typeface="Arial" panose="020B0604020202020204" pitchFamily="34" charset="0"/>
                          <a:cs typeface="Arial" panose="020B0604020202020204" pitchFamily="34" charset="0"/>
                        </a:rPr>
                        <a:t>mousemove</a:t>
                      </a:r>
                      <a:endParaRPr sz="200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marL="91440">
                        <a:lnSpc>
                          <a:spcPts val="2060"/>
                        </a:lnSpc>
                      </a:pPr>
                      <a:r>
                        <a:rPr sz="2000" spc="-5" dirty="0">
                          <a:solidFill>
                            <a:sysClr val="windowText" lastClr="000000"/>
                          </a:solidFill>
                          <a:latin typeface="Arial" panose="020B0604020202020204" pitchFamily="34" charset="0"/>
                          <a:cs typeface="Arial" panose="020B0604020202020204" pitchFamily="34" charset="0"/>
                        </a:rPr>
                        <a:t>User </a:t>
                      </a:r>
                      <a:r>
                        <a:rPr sz="2000" dirty="0">
                          <a:solidFill>
                            <a:sysClr val="windowText" lastClr="000000"/>
                          </a:solidFill>
                          <a:latin typeface="Arial" panose="020B0604020202020204" pitchFamily="34" charset="0"/>
                          <a:cs typeface="Arial" panose="020B0604020202020204" pitchFamily="34" charset="0"/>
                        </a:rPr>
                        <a:t>moves the</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mouse (not</a:t>
                      </a:r>
                      <a:r>
                        <a:rPr sz="200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on</a:t>
                      </a:r>
                      <a:r>
                        <a:rPr sz="200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a touchscreen)</a:t>
                      </a:r>
                      <a:endParaRPr sz="200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10004"/>
                  </a:ext>
                </a:extLst>
              </a:tr>
              <a:tr h="274277">
                <a:tc>
                  <a:txBody>
                    <a:bodyPr/>
                    <a:lstStyle/>
                    <a:p>
                      <a:pPr marL="91440">
                        <a:lnSpc>
                          <a:spcPts val="2060"/>
                        </a:lnSpc>
                      </a:pPr>
                      <a:r>
                        <a:rPr sz="2000" spc="-5" dirty="0">
                          <a:solidFill>
                            <a:sysClr val="windowText" lastClr="000000"/>
                          </a:solidFill>
                          <a:latin typeface="Arial" panose="020B0604020202020204" pitchFamily="34" charset="0"/>
                          <a:cs typeface="Arial" panose="020B0604020202020204" pitchFamily="34" charset="0"/>
                        </a:rPr>
                        <a:t>mouseover</a:t>
                      </a:r>
                      <a:endParaRPr sz="200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marL="91440">
                        <a:lnSpc>
                          <a:spcPts val="2060"/>
                        </a:lnSpc>
                      </a:pPr>
                      <a:r>
                        <a:rPr sz="2000" spc="-5" dirty="0">
                          <a:solidFill>
                            <a:sysClr val="windowText" lastClr="000000"/>
                          </a:solidFill>
                          <a:latin typeface="Arial" panose="020B0604020202020204" pitchFamily="34" charset="0"/>
                          <a:cs typeface="Arial" panose="020B0604020202020204" pitchFamily="34" charset="0"/>
                        </a:rPr>
                        <a:t>User</a:t>
                      </a:r>
                      <a:r>
                        <a:rPr sz="2000" dirty="0">
                          <a:solidFill>
                            <a:sysClr val="windowText" lastClr="000000"/>
                          </a:solidFill>
                          <a:latin typeface="Arial" panose="020B0604020202020204" pitchFamily="34" charset="0"/>
                          <a:cs typeface="Arial" panose="020B0604020202020204" pitchFamily="34" charset="0"/>
                        </a:rPr>
                        <a:t> moves</a:t>
                      </a:r>
                      <a:r>
                        <a:rPr sz="2000" spc="5" dirty="0">
                          <a:solidFill>
                            <a:sysClr val="windowText" lastClr="000000"/>
                          </a:solidFill>
                          <a:latin typeface="Arial" panose="020B0604020202020204" pitchFamily="34" charset="0"/>
                          <a:cs typeface="Arial" panose="020B0604020202020204" pitchFamily="34" charset="0"/>
                        </a:rPr>
                        <a:t> </a:t>
                      </a:r>
                      <a:r>
                        <a:rPr sz="2000" dirty="0">
                          <a:solidFill>
                            <a:sysClr val="windowText" lastClr="000000"/>
                          </a:solidFill>
                          <a:latin typeface="Arial" panose="020B0604020202020204" pitchFamily="34" charset="0"/>
                          <a:cs typeface="Arial" panose="020B0604020202020204" pitchFamily="34" charset="0"/>
                        </a:rPr>
                        <a:t>the</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mouse</a:t>
                      </a:r>
                      <a:r>
                        <a:rPr sz="200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over</a:t>
                      </a:r>
                      <a:r>
                        <a:rPr sz="2000" spc="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an</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element</a:t>
                      </a:r>
                      <a:r>
                        <a:rPr sz="2000" spc="2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(not</a:t>
                      </a:r>
                      <a:r>
                        <a:rPr sz="2000" spc="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on</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a</a:t>
                      </a:r>
                      <a:r>
                        <a:rPr sz="200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touchscreen)</a:t>
                      </a:r>
                      <a:endParaRPr sz="2000" dirty="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10005"/>
                  </a:ext>
                </a:extLst>
              </a:tr>
              <a:tr h="313008">
                <a:tc>
                  <a:txBody>
                    <a:bodyPr/>
                    <a:lstStyle/>
                    <a:p>
                      <a:pPr marL="91440">
                        <a:lnSpc>
                          <a:spcPts val="2065"/>
                        </a:lnSpc>
                      </a:pPr>
                      <a:r>
                        <a:rPr sz="2000" spc="-5" dirty="0">
                          <a:solidFill>
                            <a:sysClr val="windowText" lastClr="000000"/>
                          </a:solidFill>
                          <a:latin typeface="Arial" panose="020B0604020202020204" pitchFamily="34" charset="0"/>
                          <a:cs typeface="Arial" panose="020B0604020202020204" pitchFamily="34" charset="0"/>
                        </a:rPr>
                        <a:t>mouseout</a:t>
                      </a:r>
                      <a:endParaRPr sz="200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tc>
                  <a:txBody>
                    <a:bodyPr/>
                    <a:lstStyle/>
                    <a:p>
                      <a:pPr marL="91440">
                        <a:lnSpc>
                          <a:spcPts val="2065"/>
                        </a:lnSpc>
                      </a:pPr>
                      <a:r>
                        <a:rPr sz="2000" spc="-5" dirty="0">
                          <a:solidFill>
                            <a:sysClr val="windowText" lastClr="000000"/>
                          </a:solidFill>
                          <a:latin typeface="Arial" panose="020B0604020202020204" pitchFamily="34" charset="0"/>
                          <a:cs typeface="Arial" panose="020B0604020202020204" pitchFamily="34" charset="0"/>
                        </a:rPr>
                        <a:t>User</a:t>
                      </a:r>
                      <a:r>
                        <a:rPr sz="2000" dirty="0">
                          <a:solidFill>
                            <a:sysClr val="windowText" lastClr="000000"/>
                          </a:solidFill>
                          <a:latin typeface="Arial" panose="020B0604020202020204" pitchFamily="34" charset="0"/>
                          <a:cs typeface="Arial" panose="020B0604020202020204" pitchFamily="34" charset="0"/>
                        </a:rPr>
                        <a:t> moves</a:t>
                      </a:r>
                      <a:r>
                        <a:rPr sz="2000" spc="5" dirty="0">
                          <a:solidFill>
                            <a:sysClr val="windowText" lastClr="000000"/>
                          </a:solidFill>
                          <a:latin typeface="Arial" panose="020B0604020202020204" pitchFamily="34" charset="0"/>
                          <a:cs typeface="Arial" panose="020B0604020202020204" pitchFamily="34" charset="0"/>
                        </a:rPr>
                        <a:t> </a:t>
                      </a:r>
                      <a:r>
                        <a:rPr sz="2000" dirty="0">
                          <a:solidFill>
                            <a:sysClr val="windowText" lastClr="000000"/>
                          </a:solidFill>
                          <a:latin typeface="Arial" panose="020B0604020202020204" pitchFamily="34" charset="0"/>
                          <a:cs typeface="Arial" panose="020B0604020202020204" pitchFamily="34" charset="0"/>
                        </a:rPr>
                        <a:t>the</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mouse</a:t>
                      </a:r>
                      <a:r>
                        <a:rPr sz="200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off</a:t>
                      </a:r>
                      <a:r>
                        <a:rPr sz="2000" spc="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an</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element</a:t>
                      </a:r>
                      <a:r>
                        <a:rPr sz="2000" spc="1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(not</a:t>
                      </a:r>
                      <a:r>
                        <a:rPr sz="2000" spc="5"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on</a:t>
                      </a:r>
                      <a:r>
                        <a:rPr sz="2000" spc="-1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a</a:t>
                      </a:r>
                      <a:r>
                        <a:rPr sz="2000" dirty="0">
                          <a:solidFill>
                            <a:sysClr val="windowText" lastClr="000000"/>
                          </a:solidFill>
                          <a:latin typeface="Arial" panose="020B0604020202020204" pitchFamily="34" charset="0"/>
                          <a:cs typeface="Arial" panose="020B0604020202020204" pitchFamily="34" charset="0"/>
                        </a:rPr>
                        <a:t> </a:t>
                      </a:r>
                      <a:r>
                        <a:rPr sz="2000" spc="-5" dirty="0">
                          <a:solidFill>
                            <a:sysClr val="windowText" lastClr="000000"/>
                          </a:solidFill>
                          <a:latin typeface="Arial" panose="020B0604020202020204" pitchFamily="34" charset="0"/>
                          <a:cs typeface="Arial" panose="020B0604020202020204" pitchFamily="34" charset="0"/>
                        </a:rPr>
                        <a:t>touchscreen)</a:t>
                      </a:r>
                      <a:endParaRPr sz="2000" dirty="0">
                        <a:solidFill>
                          <a:sysClr val="windowText" lastClr="000000"/>
                        </a:solidFill>
                        <a:latin typeface="Arial" panose="020B0604020202020204" pitchFamily="34" charset="0"/>
                        <a:cs typeface="Arial" panose="020B0604020202020204" pitchFamily="34"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29C71749-6E44-6816-166F-3ED42D2CFB80}"/>
              </a:ext>
            </a:extLst>
          </p:cNvPr>
          <p:cNvSpPr txBox="1">
            <a:spLocks noGrp="1"/>
          </p:cNvSpPr>
          <p:nvPr>
            <p:ph type="title"/>
          </p:nvPr>
        </p:nvSpPr>
        <p:spPr>
          <a:xfrm>
            <a:off x="103188" y="342422"/>
            <a:ext cx="8785225" cy="689932"/>
          </a:xfrm>
        </p:spPr>
        <p:txBody>
          <a:bodyPr lIns="0" tIns="12700" rIns="0" bIns="0" rtlCol="0">
            <a:spAutoFit/>
          </a:bodyPr>
          <a:lstStyle/>
          <a:p>
            <a:pPr marL="12700">
              <a:spcBef>
                <a:spcPts val="100"/>
              </a:spcBef>
              <a:defRPr/>
            </a:pPr>
            <a:r>
              <a:rPr lang="en-GB" dirty="0"/>
              <a:t>Focus/Form Event Types</a:t>
            </a:r>
            <a:endParaRPr dirty="0"/>
          </a:p>
        </p:txBody>
      </p:sp>
      <p:graphicFrame>
        <p:nvGraphicFramePr>
          <p:cNvPr id="3" name="Table 4">
            <a:extLst>
              <a:ext uri="{FF2B5EF4-FFF2-40B4-BE49-F238E27FC236}">
                <a16:creationId xmlns:a16="http://schemas.microsoft.com/office/drawing/2014/main" id="{B0BFD458-3250-FC0F-6276-5050E6E58DB9}"/>
              </a:ext>
            </a:extLst>
          </p:cNvPr>
          <p:cNvGraphicFramePr>
            <a:graphicFrameLocks noGrp="1"/>
          </p:cNvGraphicFramePr>
          <p:nvPr>
            <p:extLst>
              <p:ext uri="{D42A27DB-BD31-4B8C-83A1-F6EECF244321}">
                <p14:modId xmlns:p14="http://schemas.microsoft.com/office/powerpoint/2010/main" val="3243931053"/>
              </p:ext>
            </p:extLst>
          </p:nvPr>
        </p:nvGraphicFramePr>
        <p:xfrm>
          <a:off x="395535" y="1376793"/>
          <a:ext cx="8492877" cy="4541520"/>
        </p:xfrm>
        <a:graphic>
          <a:graphicData uri="http://schemas.openxmlformats.org/drawingml/2006/table">
            <a:tbl>
              <a:tblPr firstRow="1" bandRow="1">
                <a:tableStyleId>{5C22544A-7EE6-4342-B048-85BDC9FD1C3A}</a:tableStyleId>
              </a:tblPr>
              <a:tblGrid>
                <a:gridCol w="1937954">
                  <a:extLst>
                    <a:ext uri="{9D8B030D-6E8A-4147-A177-3AD203B41FA5}">
                      <a16:colId xmlns:a16="http://schemas.microsoft.com/office/drawing/2014/main" val="2886253442"/>
                    </a:ext>
                  </a:extLst>
                </a:gridCol>
                <a:gridCol w="6554923">
                  <a:extLst>
                    <a:ext uri="{9D8B030D-6E8A-4147-A177-3AD203B41FA5}">
                      <a16:colId xmlns:a16="http://schemas.microsoft.com/office/drawing/2014/main" val="2566440345"/>
                    </a:ext>
                  </a:extLst>
                </a:gridCol>
              </a:tblGrid>
              <a:tr h="370840">
                <a:tc gridSpan="2">
                  <a:txBody>
                    <a:bodyPr/>
                    <a:lstStyle/>
                    <a:p>
                      <a:pPr algn="ctr"/>
                      <a:r>
                        <a:rPr lang="en-US" sz="1600" dirty="0">
                          <a:latin typeface="Arial" panose="020B0604020202020204" pitchFamily="34" charset="0"/>
                          <a:cs typeface="Arial" panose="020B0604020202020204" pitchFamily="34" charset="0"/>
                        </a:rPr>
                        <a:t>FOCUS Events</a:t>
                      </a:r>
                      <a:endParaRPr lang="en-GB" sz="1600" dirty="0">
                        <a:latin typeface="Arial" panose="020B0604020202020204" pitchFamily="34" charset="0"/>
                        <a:cs typeface="Arial" panose="020B0604020202020204" pitchFamily="34" charset="0"/>
                      </a:endParaRPr>
                    </a:p>
                  </a:txBody>
                  <a:tcPr/>
                </a:tc>
                <a:tc hMerge="1">
                  <a:txBody>
                    <a:bodyPr/>
                    <a:lstStyle/>
                    <a:p>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934089070"/>
                  </a:ext>
                </a:extLst>
              </a:tr>
              <a:tr h="370840">
                <a:tc>
                  <a:txBody>
                    <a:bodyPr/>
                    <a:lstStyle/>
                    <a:p>
                      <a:r>
                        <a:rPr lang="en-US" sz="1600" dirty="0">
                          <a:latin typeface="Arial" panose="020B0604020202020204" pitchFamily="34" charset="0"/>
                          <a:cs typeface="Arial" panose="020B0604020202020204" pitchFamily="34" charset="0"/>
                        </a:rPr>
                        <a:t>Focus/</a:t>
                      </a:r>
                      <a:r>
                        <a:rPr lang="en-US" sz="1600" dirty="0" err="1">
                          <a:latin typeface="Arial" panose="020B0604020202020204" pitchFamily="34" charset="0"/>
                          <a:cs typeface="Arial" panose="020B0604020202020204" pitchFamily="34" charset="0"/>
                        </a:rPr>
                        <a:t>focusin</a:t>
                      </a:r>
                      <a:endParaRPr lang="en-GB" sz="1600" dirty="0">
                        <a:latin typeface="Arial" panose="020B0604020202020204" pitchFamily="34" charset="0"/>
                        <a:cs typeface="Arial" panose="020B0604020202020204" pitchFamily="34" charset="0"/>
                      </a:endParaRPr>
                    </a:p>
                  </a:txBody>
                  <a:tcPr/>
                </a:tc>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Triggered when an element receives focus</a:t>
                      </a:r>
                      <a:endParaRPr lang="en-GB"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218613238"/>
                  </a:ext>
                </a:extLst>
              </a:tr>
              <a:tr h="370840">
                <a:tc>
                  <a:txBody>
                    <a:bodyPr/>
                    <a:lstStyle/>
                    <a:p>
                      <a:r>
                        <a:rPr lang="en-US" sz="1600" dirty="0">
                          <a:latin typeface="Arial" panose="020B0604020202020204" pitchFamily="34" charset="0"/>
                          <a:cs typeface="Arial" panose="020B0604020202020204" pitchFamily="34" charset="0"/>
                        </a:rPr>
                        <a:t>Blur/</a:t>
                      </a:r>
                      <a:r>
                        <a:rPr lang="en-US" sz="1600" dirty="0" err="1">
                          <a:latin typeface="Arial" panose="020B0604020202020204" pitchFamily="34" charset="0"/>
                          <a:cs typeface="Arial" panose="020B0604020202020204" pitchFamily="34" charset="0"/>
                        </a:rPr>
                        <a:t>focusout</a:t>
                      </a:r>
                      <a:endParaRPr lang="en-GB" sz="1600" dirty="0">
                        <a:latin typeface="Arial" panose="020B0604020202020204" pitchFamily="34" charset="0"/>
                        <a:cs typeface="Arial" panose="020B0604020202020204" pitchFamily="34" charset="0"/>
                      </a:endParaRPr>
                    </a:p>
                  </a:txBody>
                  <a:tcPr/>
                </a:tc>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Fired when an element loses focus</a:t>
                      </a:r>
                      <a:endParaRPr lang="en-GB"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021560087"/>
                  </a:ext>
                </a:extLst>
              </a:tr>
              <a:tr h="370840">
                <a:tc gridSpan="2">
                  <a:txBody>
                    <a:bodyPr/>
                    <a:lstStyle/>
                    <a:p>
                      <a:pPr algn="ctr"/>
                      <a:r>
                        <a:rPr lang="en-US" sz="1600" b="1" dirty="0">
                          <a:latin typeface="Arial" panose="020B0604020202020204" pitchFamily="34" charset="0"/>
                          <a:cs typeface="Arial" panose="020B0604020202020204" pitchFamily="34" charset="0"/>
                        </a:rPr>
                        <a:t>FORM Events</a:t>
                      </a:r>
                      <a:endParaRPr lang="en-GB" sz="1600" b="1" dirty="0">
                        <a:latin typeface="Arial" panose="020B0604020202020204" pitchFamily="34" charset="0"/>
                        <a:cs typeface="Arial" panose="020B0604020202020204" pitchFamily="34" charset="0"/>
                      </a:endParaRPr>
                    </a:p>
                  </a:txBody>
                  <a:tcPr/>
                </a:tc>
                <a:tc hMerge="1">
                  <a:txBody>
                    <a:bodyPr/>
                    <a:lstStyle/>
                    <a:p>
                      <a:endParaRPr lang="en-GB" sz="14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46505691"/>
                  </a:ext>
                </a:extLst>
              </a:tr>
              <a:tr h="370840">
                <a:tc>
                  <a:txBody>
                    <a:bodyPr/>
                    <a:lstStyle/>
                    <a:p>
                      <a:r>
                        <a:rPr lang="en-US" sz="1600" dirty="0">
                          <a:latin typeface="Arial" panose="020B0604020202020204" pitchFamily="34" charset="0"/>
                          <a:cs typeface="Arial" panose="020B0604020202020204" pitchFamily="34" charset="0"/>
                        </a:rPr>
                        <a:t>Submit</a:t>
                      </a:r>
                      <a:endParaRPr lang="en-GB" sz="1600" dirty="0">
                        <a:latin typeface="Arial" panose="020B0604020202020204" pitchFamily="34" charset="0"/>
                        <a:cs typeface="Arial" panose="020B0604020202020204" pitchFamily="34" charset="0"/>
                      </a:endParaRPr>
                    </a:p>
                  </a:txBody>
                  <a:tcPr/>
                </a:tc>
                <a:tc>
                  <a:txBody>
                    <a:bodyPr/>
                    <a:lstStyle/>
                    <a:p>
                      <a:r>
                        <a:rPr lang="en-US" sz="1600" dirty="0">
                          <a:latin typeface="Arial" panose="020B0604020202020204" pitchFamily="34" charset="0"/>
                          <a:cs typeface="Arial" panose="020B0604020202020204" pitchFamily="34" charset="0"/>
                        </a:rPr>
                        <a:t> Activated when a form is submitted</a:t>
                      </a:r>
                      <a:endParaRPr lang="en-GB"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605815241"/>
                  </a:ext>
                </a:extLst>
              </a:tr>
              <a:tr h="370840">
                <a:tc>
                  <a:txBody>
                    <a:bodyPr/>
                    <a:lstStyle/>
                    <a:p>
                      <a:r>
                        <a:rPr lang="en-US" sz="1600" dirty="0">
                          <a:latin typeface="Arial" panose="020B0604020202020204" pitchFamily="34" charset="0"/>
                          <a:cs typeface="Arial" panose="020B0604020202020204" pitchFamily="34" charset="0"/>
                        </a:rPr>
                        <a:t>reset</a:t>
                      </a:r>
                      <a:endParaRPr lang="en-GB" sz="1600" dirty="0">
                        <a:latin typeface="Arial" panose="020B0604020202020204" pitchFamily="34" charset="0"/>
                        <a:cs typeface="Arial" panose="020B0604020202020204" pitchFamily="34" charset="0"/>
                      </a:endParaRPr>
                    </a:p>
                  </a:txBody>
                  <a:tcPr/>
                </a:tc>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Fired when a form is reset, either by clicking a reset button or via JavaScript.</a:t>
                      </a:r>
                      <a:endParaRPr lang="en-GB"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2205173"/>
                  </a:ext>
                </a:extLst>
              </a:tr>
              <a:tr h="370840">
                <a:tc>
                  <a:txBody>
                    <a:bodyPr/>
                    <a:lstStyle/>
                    <a:p>
                      <a:r>
                        <a:rPr lang="en-US" sz="1600" dirty="0">
                          <a:latin typeface="Arial" panose="020B0604020202020204" pitchFamily="34" charset="0"/>
                          <a:cs typeface="Arial" panose="020B0604020202020204" pitchFamily="34" charset="0"/>
                        </a:rPr>
                        <a:t>change</a:t>
                      </a:r>
                      <a:endParaRPr lang="en-GB" sz="1600" dirty="0">
                        <a:latin typeface="Arial" panose="020B0604020202020204" pitchFamily="34" charset="0"/>
                        <a:cs typeface="Arial" panose="020B0604020202020204" pitchFamily="34" charset="0"/>
                      </a:endParaRPr>
                    </a:p>
                  </a:txBody>
                  <a:tcPr/>
                </a:tc>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Triggered when the value of an input or select element is changed and the element loses focus.</a:t>
                      </a:r>
                      <a:endParaRPr lang="en-GB"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20536431"/>
                  </a:ext>
                </a:extLst>
              </a:tr>
              <a:tr h="370840">
                <a:tc>
                  <a:txBody>
                    <a:bodyPr/>
                    <a:lstStyle/>
                    <a:p>
                      <a:r>
                        <a:rPr lang="en-US" sz="1600" dirty="0">
                          <a:latin typeface="Arial" panose="020B0604020202020204" pitchFamily="34" charset="0"/>
                          <a:cs typeface="Arial" panose="020B0604020202020204" pitchFamily="34" charset="0"/>
                        </a:rPr>
                        <a:t>input</a:t>
                      </a:r>
                      <a:endParaRPr lang="en-GB" sz="1600" dirty="0">
                        <a:latin typeface="Arial" panose="020B0604020202020204" pitchFamily="34" charset="0"/>
                        <a:cs typeface="Arial" panose="020B0604020202020204" pitchFamily="34" charset="0"/>
                      </a:endParaRPr>
                    </a:p>
                  </a:txBody>
                  <a:tcPr/>
                </a:tc>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Fired synchronously when the value of an input, select, or </a:t>
                      </a:r>
                      <a:r>
                        <a:rPr lang="en-US" sz="1600" b="0" i="0" kern="1200" dirty="0" err="1">
                          <a:solidFill>
                            <a:schemeClr val="dk1"/>
                          </a:solidFill>
                          <a:effectLst/>
                          <a:latin typeface="Arial" panose="020B0604020202020204" pitchFamily="34" charset="0"/>
                          <a:ea typeface="+mn-ea"/>
                          <a:cs typeface="Arial" panose="020B0604020202020204" pitchFamily="34" charset="0"/>
                        </a:rPr>
                        <a:t>textarea</a:t>
                      </a:r>
                      <a:r>
                        <a:rPr lang="en-US" sz="1600" b="0" i="0" kern="1200" dirty="0">
                          <a:solidFill>
                            <a:schemeClr val="dk1"/>
                          </a:solidFill>
                          <a:effectLst/>
                          <a:latin typeface="Arial" panose="020B0604020202020204" pitchFamily="34" charset="0"/>
                          <a:ea typeface="+mn-ea"/>
                          <a:cs typeface="Arial" panose="020B0604020202020204" pitchFamily="34" charset="0"/>
                        </a:rPr>
                        <a:t> element is altered.</a:t>
                      </a:r>
                      <a:endParaRPr lang="en-GB"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28915304"/>
                  </a:ext>
                </a:extLst>
              </a:tr>
              <a:tr h="370840">
                <a:tc>
                  <a:txBody>
                    <a:bodyPr/>
                    <a:lstStyle/>
                    <a:p>
                      <a:r>
                        <a:rPr lang="en-US" sz="1600" dirty="0">
                          <a:latin typeface="Arial" panose="020B0604020202020204" pitchFamily="34" charset="0"/>
                          <a:cs typeface="Arial" panose="020B0604020202020204" pitchFamily="34" charset="0"/>
                        </a:rPr>
                        <a:t>invalid</a:t>
                      </a:r>
                      <a:endParaRPr lang="en-GB" sz="1600" dirty="0">
                        <a:latin typeface="Arial" panose="020B0604020202020204" pitchFamily="34" charset="0"/>
                        <a:cs typeface="Arial" panose="020B0604020202020204" pitchFamily="34" charset="0"/>
                      </a:endParaRPr>
                    </a:p>
                  </a:txBody>
                  <a:tcPr/>
                </a:tc>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Occurs when a form field does not meet the validation criteria set in the attributes and form submission is attempted.</a:t>
                      </a:r>
                      <a:endParaRPr lang="en-GB"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534188395"/>
                  </a:ext>
                </a:extLst>
              </a:tr>
              <a:tr h="370840">
                <a:tc>
                  <a:txBody>
                    <a:bodyPr/>
                    <a:lstStyle/>
                    <a:p>
                      <a:r>
                        <a:rPr lang="en-US" sz="1600" dirty="0">
                          <a:latin typeface="Arial" panose="020B0604020202020204" pitchFamily="34" charset="0"/>
                          <a:cs typeface="Arial" panose="020B0604020202020204" pitchFamily="34" charset="0"/>
                        </a:rPr>
                        <a:t>select</a:t>
                      </a:r>
                      <a:endParaRPr lang="en-GB" sz="1600" dirty="0">
                        <a:latin typeface="Arial" panose="020B0604020202020204" pitchFamily="34" charset="0"/>
                        <a:cs typeface="Arial" panose="020B0604020202020204" pitchFamily="34" charset="0"/>
                      </a:endParaRPr>
                    </a:p>
                  </a:txBody>
                  <a:tcPr/>
                </a:tc>
                <a:tc>
                  <a:txBody>
                    <a:bodyPr/>
                    <a:lstStyle/>
                    <a:p>
                      <a:r>
                        <a:rPr lang="en-US" sz="1600" b="0" i="0" kern="1200" dirty="0">
                          <a:solidFill>
                            <a:schemeClr val="dk1"/>
                          </a:solidFill>
                          <a:effectLst/>
                          <a:latin typeface="Arial" panose="020B0604020202020204" pitchFamily="34" charset="0"/>
                          <a:ea typeface="+mn-ea"/>
                          <a:cs typeface="Arial" panose="020B0604020202020204" pitchFamily="34" charset="0"/>
                        </a:rPr>
                        <a:t>Triggered when some text is selected in an input or </a:t>
                      </a:r>
                      <a:r>
                        <a:rPr lang="en-US" sz="1600" b="0" i="0" kern="1200" dirty="0" err="1">
                          <a:solidFill>
                            <a:schemeClr val="dk1"/>
                          </a:solidFill>
                          <a:effectLst/>
                          <a:latin typeface="Arial" panose="020B0604020202020204" pitchFamily="34" charset="0"/>
                          <a:ea typeface="+mn-ea"/>
                          <a:cs typeface="Arial" panose="020B0604020202020204" pitchFamily="34" charset="0"/>
                        </a:rPr>
                        <a:t>textarea</a:t>
                      </a:r>
                      <a:r>
                        <a:rPr lang="en-US" sz="1600" b="0" i="0" kern="1200" dirty="0">
                          <a:solidFill>
                            <a:schemeClr val="dk1"/>
                          </a:solidFill>
                          <a:effectLst/>
                          <a:latin typeface="Arial" panose="020B0604020202020204" pitchFamily="34" charset="0"/>
                          <a:ea typeface="+mn-ea"/>
                          <a:cs typeface="Arial" panose="020B0604020202020204" pitchFamily="34" charset="0"/>
                        </a:rPr>
                        <a:t> element.</a:t>
                      </a:r>
                      <a:endParaRPr lang="en-GB" sz="16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46932940"/>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99D4B3DF-9E24-10B9-C94E-0A0F4CB46414}"/>
              </a:ext>
            </a:extLst>
          </p:cNvPr>
          <p:cNvSpPr txBox="1">
            <a:spLocks noGrp="1"/>
          </p:cNvSpPr>
          <p:nvPr>
            <p:ph type="title"/>
          </p:nvPr>
        </p:nvSpPr>
        <p:spPr>
          <a:xfrm>
            <a:off x="103188" y="115888"/>
            <a:ext cx="8785225" cy="1143000"/>
          </a:xfrm>
        </p:spPr>
        <p:txBody>
          <a:bodyPr vert="horz" wrap="square" lIns="91440" tIns="45720" rIns="91440" bIns="45720" numCol="1" rtlCol="0" anchor="ctr" anchorCtr="0" compatLnSpc="1">
            <a:prstTxWarp prst="textNoShape">
              <a:avLst/>
            </a:prstTxWarp>
            <a:normAutofit/>
          </a:bodyPr>
          <a:lstStyle/>
          <a:p>
            <a:pPr marL="12700">
              <a:defRPr/>
            </a:pPr>
            <a:r>
              <a:rPr lang="en-GB" spc="110" dirty="0" err="1"/>
              <a:t>onchange</a:t>
            </a:r>
            <a:r>
              <a:rPr lang="en-GB" spc="-215" dirty="0"/>
              <a:t> </a:t>
            </a:r>
            <a:r>
              <a:rPr lang="en-GB" spc="155" dirty="0"/>
              <a:t>Event</a:t>
            </a:r>
            <a:endParaRPr lang="en-GB" dirty="0"/>
          </a:p>
        </p:txBody>
      </p:sp>
      <p:sp>
        <p:nvSpPr>
          <p:cNvPr id="3" name="object 3">
            <a:extLst>
              <a:ext uri="{FF2B5EF4-FFF2-40B4-BE49-F238E27FC236}">
                <a16:creationId xmlns:a16="http://schemas.microsoft.com/office/drawing/2014/main" id="{33EF40AA-8631-B0D1-80C8-777FA30A5714}"/>
              </a:ext>
            </a:extLst>
          </p:cNvPr>
          <p:cNvSpPr txBox="1"/>
          <p:nvPr/>
        </p:nvSpPr>
        <p:spPr bwMode="auto">
          <a:xfrm>
            <a:off x="147174" y="1665251"/>
            <a:ext cx="3959994" cy="4319587"/>
          </a:xfrm>
          <a:prstGeom prst="rect">
            <a:avLst/>
          </a:prstGeom>
          <a:noFill/>
          <a:ln>
            <a:noFill/>
          </a:ln>
        </p:spPr>
        <p:txBody>
          <a:bodyPr vert="horz" wrap="square" lIns="91440" tIns="45720" rIns="91440" bIns="45720" numCol="1" anchor="t" anchorCtr="0" compatLnSpc="1">
            <a:prstTxWarp prst="textNoShape">
              <a:avLst/>
            </a:prstTxWarp>
            <a:normAutofit/>
          </a:bodyPr>
          <a:lstStyle>
            <a:lvl1pPr marL="355600" indent="-3429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1pPr>
            <a:lvl2pPr marL="742950" indent="-28575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2pPr>
            <a:lvl3pPr marL="11430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3pPr>
            <a:lvl4pPr marL="16002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4pPr>
            <a:lvl5pPr marL="2057400" indent="-228600">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tabLst>
                <a:tab pos="354013" algn="l"/>
                <a:tab pos="355600" algn="l"/>
              </a:tabLst>
              <a:defRPr sz="2400">
                <a:solidFill>
                  <a:schemeClr val="tx1"/>
                </a:solidFill>
                <a:latin typeface="Arial" panose="020B0604020202020204" pitchFamily="34" charset="0"/>
                <a:ea typeface="ＭＳ Ｐゴシック" panose="020B0600070205080204" pitchFamily="34" charset="-128"/>
              </a:defRPr>
            </a:lvl9pPr>
          </a:lstStyle>
          <a:p>
            <a:pPr>
              <a:spcBef>
                <a:spcPts val="425"/>
              </a:spcBef>
              <a:buFont typeface="Arial" panose="020B0604020202020204" pitchFamily="34" charset="0"/>
              <a:buChar char="•"/>
            </a:pPr>
            <a:r>
              <a:rPr lang="en-US" altLang="en-US" sz="2000" dirty="0">
                <a:ea typeface="+mn-ea"/>
              </a:rPr>
              <a:t>The </a:t>
            </a:r>
            <a:r>
              <a:rPr lang="en-US" altLang="en-US" sz="2000" b="1" dirty="0" err="1">
                <a:solidFill>
                  <a:schemeClr val="accent6"/>
                </a:solidFill>
                <a:ea typeface="+mn-ea"/>
              </a:rPr>
              <a:t>onchange</a:t>
            </a:r>
            <a:r>
              <a:rPr lang="en-US" altLang="en-US" sz="2000" b="1" dirty="0">
                <a:ea typeface="+mn-ea"/>
              </a:rPr>
              <a:t> </a:t>
            </a:r>
            <a:r>
              <a:rPr lang="en-US" altLang="en-US" sz="2000" dirty="0">
                <a:ea typeface="+mn-ea"/>
              </a:rPr>
              <a:t>event occurs when the value of an element has been changed.</a:t>
            </a:r>
          </a:p>
          <a:p>
            <a:pPr>
              <a:spcBef>
                <a:spcPts val="425"/>
              </a:spcBef>
              <a:buFont typeface="Arial" panose="020B0604020202020204" pitchFamily="34" charset="0"/>
              <a:buChar char="•"/>
            </a:pPr>
            <a:endParaRPr lang="en-US" altLang="en-US" sz="2000" dirty="0">
              <a:ea typeface="+mn-ea"/>
            </a:endParaRPr>
          </a:p>
          <a:p>
            <a:pPr>
              <a:buFont typeface="Arial" panose="020B0604020202020204" pitchFamily="34" charset="0"/>
              <a:buChar char="•"/>
            </a:pPr>
            <a:r>
              <a:rPr lang="en-US" altLang="en-US" sz="2000" dirty="0">
                <a:ea typeface="+mn-ea"/>
              </a:rPr>
              <a:t>For </a:t>
            </a:r>
            <a:r>
              <a:rPr lang="en-US" altLang="en-US" sz="2000" dirty="0" err="1">
                <a:ea typeface="+mn-ea"/>
              </a:rPr>
              <a:t>radiobuttons</a:t>
            </a:r>
            <a:r>
              <a:rPr lang="en-US" altLang="en-US" sz="2000" dirty="0">
                <a:ea typeface="+mn-ea"/>
              </a:rPr>
              <a:t> and checkboxes, the </a:t>
            </a:r>
            <a:r>
              <a:rPr lang="en-US" altLang="en-US" sz="2000" dirty="0" err="1">
                <a:ea typeface="+mn-ea"/>
              </a:rPr>
              <a:t>onchange</a:t>
            </a:r>
            <a:r>
              <a:rPr lang="en-US" altLang="en-US" sz="2000" dirty="0">
                <a:ea typeface="+mn-ea"/>
              </a:rPr>
              <a:t> event occurs when the  checked state has been changed.</a:t>
            </a:r>
          </a:p>
        </p:txBody>
      </p:sp>
      <p:pic>
        <p:nvPicPr>
          <p:cNvPr id="5" name="Picture 4">
            <a:extLst>
              <a:ext uri="{FF2B5EF4-FFF2-40B4-BE49-F238E27FC236}">
                <a16:creationId xmlns:a16="http://schemas.microsoft.com/office/drawing/2014/main" id="{F7C97F3E-7ECB-480A-438B-DF6D8EA71FBB}"/>
              </a:ext>
            </a:extLst>
          </p:cNvPr>
          <p:cNvPicPr>
            <a:picLocks noChangeAspect="1"/>
          </p:cNvPicPr>
          <p:nvPr/>
        </p:nvPicPr>
        <p:blipFill>
          <a:blip r:embed="rId2"/>
          <a:stretch>
            <a:fillRect/>
          </a:stretch>
        </p:blipFill>
        <p:spPr>
          <a:xfrm>
            <a:off x="4283969" y="1412776"/>
            <a:ext cx="4712858" cy="4752529"/>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70A469F-4818-5FA7-2637-0132E46714DA}"/>
              </a:ext>
            </a:extLst>
          </p:cNvPr>
          <p:cNvSpPr txBox="1">
            <a:spLocks noGrp="1"/>
          </p:cNvSpPr>
          <p:nvPr>
            <p:ph type="title"/>
          </p:nvPr>
        </p:nvSpPr>
        <p:spPr>
          <a:xfrm>
            <a:off x="103188" y="403225"/>
            <a:ext cx="8785225" cy="568325"/>
          </a:xfrm>
        </p:spPr>
        <p:txBody>
          <a:bodyPr lIns="0" tIns="12700" rIns="0" bIns="0" rtlCol="0">
            <a:spAutoFit/>
          </a:bodyPr>
          <a:lstStyle/>
          <a:p>
            <a:pPr marL="12700">
              <a:spcBef>
                <a:spcPts val="100"/>
              </a:spcBef>
              <a:defRPr/>
            </a:pPr>
            <a:r>
              <a:rPr sz="3600" spc="170" dirty="0"/>
              <a:t>onclick</a:t>
            </a:r>
            <a:r>
              <a:rPr sz="3600" spc="-240" dirty="0"/>
              <a:t> </a:t>
            </a:r>
            <a:r>
              <a:rPr sz="3600" spc="155" dirty="0"/>
              <a:t>Event</a:t>
            </a:r>
            <a:endParaRPr sz="3600" dirty="0"/>
          </a:p>
        </p:txBody>
      </p:sp>
      <p:sp>
        <p:nvSpPr>
          <p:cNvPr id="5" name="object 5">
            <a:extLst>
              <a:ext uri="{FF2B5EF4-FFF2-40B4-BE49-F238E27FC236}">
                <a16:creationId xmlns:a16="http://schemas.microsoft.com/office/drawing/2014/main" id="{20D21138-0ADF-D032-DCD5-1265B5D74A24}"/>
              </a:ext>
            </a:extLst>
          </p:cNvPr>
          <p:cNvSpPr>
            <a:spLocks noGrp="1"/>
          </p:cNvSpPr>
          <p:nvPr>
            <p:ph type="sldNum" sz="quarter" idx="4294967295"/>
          </p:nvPr>
        </p:nvSpPr>
        <p:spPr>
          <a:xfrm>
            <a:off x="8872538" y="4772025"/>
            <a:ext cx="271462" cy="179388"/>
          </a:xfrm>
          <a:prstGeom prst="rect">
            <a:avLst/>
          </a:prstGeom>
        </p:spPr>
        <p:txBody>
          <a:bodyPr lIns="0" tIns="0" rIns="0" bIns="0">
            <a:spAutoFit/>
          </a:bodyPr>
          <a:lstStyle>
            <a:defPPr>
              <a:defRPr lang="en-US"/>
            </a:defPPr>
            <a:lvl1pPr marL="0" algn="l" defTabSz="914400" rtl="0" eaLnBrk="1" latinLnBrk="0" hangingPunct="1">
              <a:defRPr sz="10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0645">
              <a:spcBef>
                <a:spcPts val="15"/>
              </a:spcBef>
              <a:defRPr/>
            </a:pPr>
            <a:fld id="{F5100F4E-93F9-4D6F-B392-291FEC32E9FD}" type="slidenum">
              <a:rPr lang="en-GB" spc="70" smtClean="0">
                <a:solidFill>
                  <a:srgbClr val="666666"/>
                </a:solidFill>
              </a:rPr>
              <a:pPr marL="80645">
                <a:spcBef>
                  <a:spcPts val="15"/>
                </a:spcBef>
                <a:defRPr/>
              </a:pPr>
              <a:t>39</a:t>
            </a:fld>
            <a:endParaRPr spc="-35" dirty="0"/>
          </a:p>
        </p:txBody>
      </p:sp>
      <p:sp>
        <p:nvSpPr>
          <p:cNvPr id="3" name="object 3">
            <a:extLst>
              <a:ext uri="{FF2B5EF4-FFF2-40B4-BE49-F238E27FC236}">
                <a16:creationId xmlns:a16="http://schemas.microsoft.com/office/drawing/2014/main" id="{E1FA18D2-FF98-8AAC-ED5B-ECDB60EE9AA3}"/>
              </a:ext>
            </a:extLst>
          </p:cNvPr>
          <p:cNvSpPr txBox="1"/>
          <p:nvPr/>
        </p:nvSpPr>
        <p:spPr>
          <a:xfrm>
            <a:off x="323528" y="1744555"/>
            <a:ext cx="8549010" cy="382156"/>
          </a:xfrm>
          <a:prstGeom prst="rect">
            <a:avLst/>
          </a:prstGeom>
        </p:spPr>
        <p:txBody>
          <a:bodyPr wrap="square" lIns="0" tIns="12700" rIns="0" bIns="0">
            <a:spAutoFit/>
          </a:bodyPr>
          <a:lstStyle/>
          <a:p>
            <a:pPr marL="12700">
              <a:spcBef>
                <a:spcPts val="100"/>
              </a:spcBef>
              <a:tabLst>
                <a:tab pos="354965" algn="l"/>
                <a:tab pos="355600" algn="l"/>
              </a:tabLst>
              <a:defRPr/>
            </a:pPr>
            <a:r>
              <a:rPr spc="-5" dirty="0">
                <a:cs typeface="Arial" panose="020B0604020202020204" pitchFamily="34" charset="0"/>
              </a:rPr>
              <a:t>Th</a:t>
            </a:r>
            <a:r>
              <a:rPr spc="30" dirty="0">
                <a:cs typeface="Arial" panose="020B0604020202020204" pitchFamily="34" charset="0"/>
              </a:rPr>
              <a:t>e</a:t>
            </a:r>
            <a:r>
              <a:rPr spc="-95" dirty="0">
                <a:cs typeface="Arial" panose="020B0604020202020204" pitchFamily="34" charset="0"/>
              </a:rPr>
              <a:t> </a:t>
            </a:r>
            <a:r>
              <a:rPr b="1" spc="5" dirty="0">
                <a:cs typeface="Arial" panose="020B0604020202020204" pitchFamily="34" charset="0"/>
              </a:rPr>
              <a:t>o</a:t>
            </a:r>
            <a:r>
              <a:rPr b="1" spc="-10" dirty="0">
                <a:cs typeface="Arial" panose="020B0604020202020204" pitchFamily="34" charset="0"/>
              </a:rPr>
              <a:t>n</a:t>
            </a:r>
            <a:r>
              <a:rPr b="1" spc="-50" dirty="0">
                <a:cs typeface="Arial" panose="020B0604020202020204" pitchFamily="34" charset="0"/>
              </a:rPr>
              <a:t>c</a:t>
            </a:r>
            <a:r>
              <a:rPr b="1" spc="-45" dirty="0">
                <a:cs typeface="Arial" panose="020B0604020202020204" pitchFamily="34" charset="0"/>
              </a:rPr>
              <a:t>l</a:t>
            </a:r>
            <a:r>
              <a:rPr b="1" spc="-30" dirty="0">
                <a:cs typeface="Arial" panose="020B0604020202020204" pitchFamily="34" charset="0"/>
              </a:rPr>
              <a:t>ic</a:t>
            </a:r>
            <a:r>
              <a:rPr b="1" spc="-35" dirty="0">
                <a:cs typeface="Arial" panose="020B0604020202020204" pitchFamily="34" charset="0"/>
              </a:rPr>
              <a:t>k</a:t>
            </a:r>
            <a:r>
              <a:rPr b="1" spc="-55" dirty="0">
                <a:cs typeface="Arial" panose="020B0604020202020204" pitchFamily="34" charset="0"/>
              </a:rPr>
              <a:t> </a:t>
            </a:r>
            <a:r>
              <a:rPr spc="20" dirty="0">
                <a:cs typeface="Arial" panose="020B0604020202020204" pitchFamily="34" charset="0"/>
              </a:rPr>
              <a:t>e</a:t>
            </a:r>
            <a:r>
              <a:rPr spc="-35" dirty="0">
                <a:cs typeface="Arial" panose="020B0604020202020204" pitchFamily="34" charset="0"/>
              </a:rPr>
              <a:t>vent</a:t>
            </a:r>
            <a:r>
              <a:rPr spc="-90" dirty="0">
                <a:cs typeface="Arial" panose="020B0604020202020204" pitchFamily="34" charset="0"/>
              </a:rPr>
              <a:t> </a:t>
            </a:r>
            <a:r>
              <a:rPr spc="20" dirty="0">
                <a:cs typeface="Arial" panose="020B0604020202020204" pitchFamily="34" charset="0"/>
              </a:rPr>
              <a:t>oc</a:t>
            </a:r>
            <a:r>
              <a:rPr spc="10" dirty="0">
                <a:cs typeface="Arial" panose="020B0604020202020204" pitchFamily="34" charset="0"/>
              </a:rPr>
              <a:t>c</a:t>
            </a:r>
            <a:r>
              <a:rPr spc="-60" dirty="0">
                <a:cs typeface="Arial" panose="020B0604020202020204" pitchFamily="34" charset="0"/>
              </a:rPr>
              <a:t>u</a:t>
            </a:r>
            <a:r>
              <a:rPr spc="-35" dirty="0">
                <a:cs typeface="Arial" panose="020B0604020202020204" pitchFamily="34" charset="0"/>
              </a:rPr>
              <a:t>r</a:t>
            </a:r>
            <a:r>
              <a:rPr spc="105" dirty="0">
                <a:cs typeface="Arial" panose="020B0604020202020204" pitchFamily="34" charset="0"/>
              </a:rPr>
              <a:t>s</a:t>
            </a:r>
            <a:r>
              <a:rPr spc="-100" dirty="0">
                <a:cs typeface="Arial" panose="020B0604020202020204" pitchFamily="34" charset="0"/>
              </a:rPr>
              <a:t> </a:t>
            </a:r>
            <a:r>
              <a:rPr spc="5" dirty="0">
                <a:cs typeface="Arial" panose="020B0604020202020204" pitchFamily="34" charset="0"/>
              </a:rPr>
              <a:t>wh</a:t>
            </a:r>
            <a:r>
              <a:rPr spc="-5" dirty="0">
                <a:cs typeface="Arial" panose="020B0604020202020204" pitchFamily="34" charset="0"/>
              </a:rPr>
              <a:t>e</a:t>
            </a:r>
            <a:r>
              <a:rPr spc="5" dirty="0">
                <a:cs typeface="Arial" panose="020B0604020202020204" pitchFamily="34" charset="0"/>
              </a:rPr>
              <a:t>n</a:t>
            </a:r>
            <a:r>
              <a:rPr spc="-85" dirty="0">
                <a:cs typeface="Arial" panose="020B0604020202020204" pitchFamily="34" charset="0"/>
              </a:rPr>
              <a:t> </a:t>
            </a:r>
            <a:r>
              <a:rPr spc="-50" dirty="0">
                <a:cs typeface="Arial" panose="020B0604020202020204" pitchFamily="34" charset="0"/>
              </a:rPr>
              <a:t>the</a:t>
            </a:r>
            <a:r>
              <a:rPr spc="-95" dirty="0">
                <a:cs typeface="Arial" panose="020B0604020202020204" pitchFamily="34" charset="0"/>
              </a:rPr>
              <a:t> </a:t>
            </a:r>
            <a:r>
              <a:rPr spc="10" dirty="0">
                <a:cs typeface="Arial" panose="020B0604020202020204" pitchFamily="34" charset="0"/>
              </a:rPr>
              <a:t>user</a:t>
            </a:r>
            <a:r>
              <a:rPr spc="-85" dirty="0">
                <a:cs typeface="Arial" panose="020B0604020202020204" pitchFamily="34" charset="0"/>
              </a:rPr>
              <a:t> </a:t>
            </a:r>
            <a:r>
              <a:rPr spc="-45" dirty="0">
                <a:cs typeface="Arial" panose="020B0604020202020204" pitchFamily="34" charset="0"/>
              </a:rPr>
              <a:t>clic</a:t>
            </a:r>
            <a:r>
              <a:rPr spc="-65" dirty="0">
                <a:cs typeface="Arial" panose="020B0604020202020204" pitchFamily="34" charset="0"/>
              </a:rPr>
              <a:t>k</a:t>
            </a:r>
            <a:r>
              <a:rPr spc="105" dirty="0">
                <a:cs typeface="Arial" panose="020B0604020202020204" pitchFamily="34" charset="0"/>
              </a:rPr>
              <a:t>s</a:t>
            </a:r>
            <a:r>
              <a:rPr spc="-100" dirty="0">
                <a:cs typeface="Arial" panose="020B0604020202020204" pitchFamily="34" charset="0"/>
              </a:rPr>
              <a:t> </a:t>
            </a:r>
            <a:r>
              <a:rPr spc="35" dirty="0">
                <a:cs typeface="Arial" panose="020B0604020202020204" pitchFamily="34" charset="0"/>
              </a:rPr>
              <a:t>on</a:t>
            </a:r>
            <a:r>
              <a:rPr spc="-95" dirty="0">
                <a:cs typeface="Arial" panose="020B0604020202020204" pitchFamily="34" charset="0"/>
              </a:rPr>
              <a:t> </a:t>
            </a:r>
            <a:r>
              <a:rPr spc="5" dirty="0">
                <a:cs typeface="Arial" panose="020B0604020202020204" pitchFamily="34" charset="0"/>
              </a:rPr>
              <a:t>an</a:t>
            </a:r>
            <a:r>
              <a:rPr spc="-85" dirty="0">
                <a:cs typeface="Arial" panose="020B0604020202020204" pitchFamily="34" charset="0"/>
              </a:rPr>
              <a:t> </a:t>
            </a:r>
            <a:r>
              <a:rPr spc="20" dirty="0">
                <a:cs typeface="Arial" panose="020B0604020202020204" pitchFamily="34" charset="0"/>
              </a:rPr>
              <a:t>e</a:t>
            </a:r>
            <a:r>
              <a:rPr spc="-35" dirty="0">
                <a:cs typeface="Arial" panose="020B0604020202020204" pitchFamily="34" charset="0"/>
              </a:rPr>
              <a:t>le</a:t>
            </a:r>
            <a:r>
              <a:rPr spc="-75" dirty="0">
                <a:cs typeface="Arial" panose="020B0604020202020204" pitchFamily="34" charset="0"/>
              </a:rPr>
              <a:t>m</a:t>
            </a:r>
            <a:r>
              <a:rPr spc="20" dirty="0">
                <a:cs typeface="Arial" panose="020B0604020202020204" pitchFamily="34" charset="0"/>
              </a:rPr>
              <a:t>e</a:t>
            </a:r>
            <a:r>
              <a:rPr spc="-145" dirty="0">
                <a:cs typeface="Arial" panose="020B0604020202020204" pitchFamily="34" charset="0"/>
              </a:rPr>
              <a:t>nt</a:t>
            </a:r>
            <a:r>
              <a:rPr sz="1800" spc="-145" dirty="0">
                <a:latin typeface="Trebuchet MS"/>
                <a:cs typeface="Trebuchet MS"/>
              </a:rPr>
              <a:t>.</a:t>
            </a:r>
            <a:endParaRPr sz="1800" dirty="0">
              <a:latin typeface="Trebuchet MS"/>
              <a:cs typeface="Trebuchet MS"/>
            </a:endParaRPr>
          </a:p>
        </p:txBody>
      </p:sp>
      <p:pic>
        <p:nvPicPr>
          <p:cNvPr id="49157" name="object 4">
            <a:extLst>
              <a:ext uri="{FF2B5EF4-FFF2-40B4-BE49-F238E27FC236}">
                <a16:creationId xmlns:a16="http://schemas.microsoft.com/office/drawing/2014/main" id="{B372B3F3-8954-5D7B-5DD0-8831C101B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37" y="2551113"/>
            <a:ext cx="8417711" cy="222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3F133D33-9EF6-209E-3ABE-57C802DF558C}"/>
              </a:ext>
            </a:extLst>
          </p:cNvPr>
          <p:cNvSpPr txBox="1">
            <a:spLocks noGrp="1"/>
          </p:cNvSpPr>
          <p:nvPr>
            <p:ph type="title"/>
          </p:nvPr>
        </p:nvSpPr>
        <p:spPr>
          <a:xfrm>
            <a:off x="103188" y="434975"/>
            <a:ext cx="8785225" cy="504825"/>
          </a:xfrm>
        </p:spPr>
        <p:txBody>
          <a:bodyPr lIns="0" tIns="12700" rIns="0" bIns="0" rtlCol="0">
            <a:spAutoFit/>
          </a:bodyPr>
          <a:lstStyle/>
          <a:p>
            <a:pPr marL="12700">
              <a:spcBef>
                <a:spcPts val="100"/>
              </a:spcBef>
              <a:defRPr/>
            </a:pPr>
            <a:r>
              <a:rPr sz="3200" spc="110" dirty="0"/>
              <a:t>onmouseover</a:t>
            </a:r>
            <a:r>
              <a:rPr sz="3200" spc="-165" dirty="0"/>
              <a:t> </a:t>
            </a:r>
            <a:r>
              <a:rPr sz="3200" spc="-95" dirty="0"/>
              <a:t>/</a:t>
            </a:r>
            <a:r>
              <a:rPr sz="3200" spc="-165" dirty="0"/>
              <a:t> </a:t>
            </a:r>
            <a:r>
              <a:rPr sz="3200" spc="110" dirty="0"/>
              <a:t>onmouseout</a:t>
            </a:r>
            <a:r>
              <a:rPr sz="3200" spc="-155" dirty="0"/>
              <a:t> </a:t>
            </a:r>
            <a:r>
              <a:rPr sz="3200" spc="155" dirty="0"/>
              <a:t>Event</a:t>
            </a:r>
            <a:endParaRPr sz="3200" dirty="0"/>
          </a:p>
        </p:txBody>
      </p:sp>
      <p:sp>
        <p:nvSpPr>
          <p:cNvPr id="3" name="object 3">
            <a:extLst>
              <a:ext uri="{FF2B5EF4-FFF2-40B4-BE49-F238E27FC236}">
                <a16:creationId xmlns:a16="http://schemas.microsoft.com/office/drawing/2014/main" id="{E0195A15-3B8D-B832-62E8-A595E183DFC9}"/>
              </a:ext>
            </a:extLst>
          </p:cNvPr>
          <p:cNvSpPr txBox="1"/>
          <p:nvPr/>
        </p:nvSpPr>
        <p:spPr>
          <a:xfrm>
            <a:off x="179513" y="1484313"/>
            <a:ext cx="8708900" cy="1324080"/>
          </a:xfrm>
          <a:prstGeom prst="rect">
            <a:avLst/>
          </a:prstGeom>
        </p:spPr>
        <p:txBody>
          <a:bodyPr wrap="square" lIns="0" tIns="53975" rIns="0" bIns="0">
            <a:spAutoFit/>
          </a:bodyPr>
          <a:lstStyle/>
          <a:p>
            <a:pPr marL="355600" indent="-342900">
              <a:spcBef>
                <a:spcPts val="425"/>
              </a:spcBef>
              <a:buFont typeface="Arial" panose="020B0604020202020204" pitchFamily="34" charset="0"/>
              <a:buChar char="•"/>
              <a:tabLst>
                <a:tab pos="354965" algn="l"/>
                <a:tab pos="355600" algn="l"/>
              </a:tabLst>
              <a:defRPr/>
            </a:pPr>
            <a:r>
              <a:rPr sz="2000" spc="5" dirty="0">
                <a:cs typeface="Arial" panose="020B0604020202020204" pitchFamily="34" charset="0"/>
              </a:rPr>
              <a:t>The</a:t>
            </a:r>
            <a:r>
              <a:rPr sz="2000" spc="-95" dirty="0">
                <a:cs typeface="Arial" panose="020B0604020202020204" pitchFamily="34" charset="0"/>
              </a:rPr>
              <a:t> </a:t>
            </a:r>
            <a:r>
              <a:rPr sz="2000" b="1" spc="-5" dirty="0">
                <a:cs typeface="Arial" panose="020B0604020202020204" pitchFamily="34" charset="0"/>
              </a:rPr>
              <a:t>onmouseover</a:t>
            </a:r>
            <a:r>
              <a:rPr sz="2000" b="1" spc="-90" dirty="0">
                <a:cs typeface="Arial" panose="020B0604020202020204" pitchFamily="34" charset="0"/>
              </a:rPr>
              <a:t> </a:t>
            </a:r>
            <a:r>
              <a:rPr sz="2000" spc="-25" dirty="0">
                <a:cs typeface="Arial" panose="020B0604020202020204" pitchFamily="34" charset="0"/>
              </a:rPr>
              <a:t>event</a:t>
            </a:r>
            <a:r>
              <a:rPr sz="2000" spc="-85" dirty="0">
                <a:cs typeface="Arial" panose="020B0604020202020204" pitchFamily="34" charset="0"/>
              </a:rPr>
              <a:t> </a:t>
            </a:r>
            <a:r>
              <a:rPr sz="2000" spc="10" dirty="0">
                <a:cs typeface="Arial" panose="020B0604020202020204" pitchFamily="34" charset="0"/>
              </a:rPr>
              <a:t>occurs</a:t>
            </a:r>
            <a:r>
              <a:rPr sz="2000" spc="-100" dirty="0">
                <a:cs typeface="Arial" panose="020B0604020202020204" pitchFamily="34" charset="0"/>
              </a:rPr>
              <a:t> </a:t>
            </a:r>
            <a:r>
              <a:rPr sz="2000" spc="5" dirty="0">
                <a:cs typeface="Arial" panose="020B0604020202020204" pitchFamily="34" charset="0"/>
              </a:rPr>
              <a:t>when</a:t>
            </a:r>
            <a:r>
              <a:rPr sz="2000" spc="-80" dirty="0">
                <a:cs typeface="Arial" panose="020B0604020202020204" pitchFamily="34" charset="0"/>
              </a:rPr>
              <a:t> </a:t>
            </a:r>
            <a:r>
              <a:rPr sz="2000" spc="-50" dirty="0">
                <a:cs typeface="Arial" panose="020B0604020202020204" pitchFamily="34" charset="0"/>
              </a:rPr>
              <a:t>the</a:t>
            </a:r>
            <a:r>
              <a:rPr sz="2000" spc="-95" dirty="0">
                <a:cs typeface="Arial" panose="020B0604020202020204" pitchFamily="34" charset="0"/>
              </a:rPr>
              <a:t> </a:t>
            </a:r>
            <a:r>
              <a:rPr sz="2000" spc="35" dirty="0">
                <a:cs typeface="Arial" panose="020B0604020202020204" pitchFamily="34" charset="0"/>
              </a:rPr>
              <a:t>mouse</a:t>
            </a:r>
            <a:r>
              <a:rPr sz="2000" spc="-105" dirty="0">
                <a:cs typeface="Arial" panose="020B0604020202020204" pitchFamily="34" charset="0"/>
              </a:rPr>
              <a:t> </a:t>
            </a:r>
            <a:r>
              <a:rPr sz="2000" spc="-40" dirty="0">
                <a:cs typeface="Arial" panose="020B0604020202020204" pitchFamily="34" charset="0"/>
              </a:rPr>
              <a:t>pointer</a:t>
            </a:r>
            <a:r>
              <a:rPr sz="2000" spc="-100" dirty="0">
                <a:cs typeface="Arial" panose="020B0604020202020204" pitchFamily="34" charset="0"/>
              </a:rPr>
              <a:t> </a:t>
            </a:r>
            <a:r>
              <a:rPr sz="2000" dirty="0">
                <a:cs typeface="Arial" panose="020B0604020202020204" pitchFamily="34" charset="0"/>
              </a:rPr>
              <a:t>is</a:t>
            </a:r>
            <a:r>
              <a:rPr sz="2000" spc="-80" dirty="0">
                <a:cs typeface="Arial" panose="020B0604020202020204" pitchFamily="34" charset="0"/>
              </a:rPr>
              <a:t> </a:t>
            </a:r>
            <a:r>
              <a:rPr sz="2000" spc="15" dirty="0">
                <a:cs typeface="Arial" panose="020B0604020202020204" pitchFamily="34" charset="0"/>
              </a:rPr>
              <a:t>moved</a:t>
            </a:r>
            <a:r>
              <a:rPr sz="2000" spc="-75" dirty="0">
                <a:cs typeface="Arial" panose="020B0604020202020204" pitchFamily="34" charset="0"/>
              </a:rPr>
              <a:t> </a:t>
            </a:r>
            <a:r>
              <a:rPr sz="2000" spc="-15" dirty="0">
                <a:cs typeface="Arial" panose="020B0604020202020204" pitchFamily="34" charset="0"/>
              </a:rPr>
              <a:t>onto</a:t>
            </a:r>
            <a:r>
              <a:rPr sz="2000" spc="-110" dirty="0">
                <a:cs typeface="Arial" panose="020B0604020202020204" pitchFamily="34" charset="0"/>
              </a:rPr>
              <a:t> </a:t>
            </a:r>
            <a:r>
              <a:rPr sz="2000" spc="5" dirty="0">
                <a:cs typeface="Arial" panose="020B0604020202020204" pitchFamily="34" charset="0"/>
              </a:rPr>
              <a:t>an</a:t>
            </a:r>
            <a:r>
              <a:rPr lang="en-GB" sz="2000" dirty="0">
                <a:cs typeface="Arial" panose="020B0604020202020204" pitchFamily="34" charset="0"/>
              </a:rPr>
              <a:t> </a:t>
            </a:r>
            <a:r>
              <a:rPr sz="2000" spc="20" dirty="0">
                <a:cs typeface="Arial" panose="020B0604020202020204" pitchFamily="34" charset="0"/>
              </a:rPr>
              <a:t>e</a:t>
            </a:r>
            <a:r>
              <a:rPr sz="2000" spc="-30" dirty="0">
                <a:cs typeface="Arial" panose="020B0604020202020204" pitchFamily="34" charset="0"/>
              </a:rPr>
              <a:t>lem</a:t>
            </a:r>
            <a:r>
              <a:rPr sz="2000" spc="-45" dirty="0">
                <a:cs typeface="Arial" panose="020B0604020202020204" pitchFamily="34" charset="0"/>
              </a:rPr>
              <a:t>e</a:t>
            </a:r>
            <a:r>
              <a:rPr sz="2000" spc="-145" dirty="0">
                <a:cs typeface="Arial" panose="020B0604020202020204" pitchFamily="34" charset="0"/>
              </a:rPr>
              <a:t>nt,</a:t>
            </a:r>
            <a:r>
              <a:rPr sz="2000" spc="-95" dirty="0">
                <a:cs typeface="Arial" panose="020B0604020202020204" pitchFamily="34" charset="0"/>
              </a:rPr>
              <a:t> </a:t>
            </a:r>
            <a:r>
              <a:rPr sz="2000" spc="-25" dirty="0">
                <a:cs typeface="Arial" panose="020B0604020202020204" pitchFamily="34" charset="0"/>
              </a:rPr>
              <a:t>or</a:t>
            </a:r>
            <a:r>
              <a:rPr sz="2000" spc="-80" dirty="0">
                <a:cs typeface="Arial" panose="020B0604020202020204" pitchFamily="34" charset="0"/>
              </a:rPr>
              <a:t> </a:t>
            </a:r>
            <a:r>
              <a:rPr sz="2000" spc="35" dirty="0">
                <a:cs typeface="Arial" panose="020B0604020202020204" pitchFamily="34" charset="0"/>
              </a:rPr>
              <a:t>o</a:t>
            </a:r>
            <a:r>
              <a:rPr sz="2000" spc="40" dirty="0">
                <a:cs typeface="Arial" panose="020B0604020202020204" pitchFamily="34" charset="0"/>
              </a:rPr>
              <a:t>n</a:t>
            </a:r>
            <a:r>
              <a:rPr sz="2000" spc="-65" dirty="0">
                <a:cs typeface="Arial" panose="020B0604020202020204" pitchFamily="34" charset="0"/>
              </a:rPr>
              <a:t>to</a:t>
            </a:r>
            <a:r>
              <a:rPr sz="2000" spc="-100" dirty="0">
                <a:cs typeface="Arial" panose="020B0604020202020204" pitchFamily="34" charset="0"/>
              </a:rPr>
              <a:t> </a:t>
            </a:r>
            <a:r>
              <a:rPr sz="2000" spc="35" dirty="0">
                <a:cs typeface="Arial" panose="020B0604020202020204" pitchFamily="34" charset="0"/>
              </a:rPr>
              <a:t>o</a:t>
            </a:r>
            <a:r>
              <a:rPr sz="2000" spc="40" dirty="0">
                <a:cs typeface="Arial" panose="020B0604020202020204" pitchFamily="34" charset="0"/>
              </a:rPr>
              <a:t>n</a:t>
            </a:r>
            <a:r>
              <a:rPr sz="2000" spc="30" dirty="0">
                <a:cs typeface="Arial" panose="020B0604020202020204" pitchFamily="34" charset="0"/>
              </a:rPr>
              <a:t>e</a:t>
            </a:r>
            <a:r>
              <a:rPr sz="2000" spc="-105" dirty="0">
                <a:cs typeface="Arial" panose="020B0604020202020204" pitchFamily="34" charset="0"/>
              </a:rPr>
              <a:t> </a:t>
            </a:r>
            <a:r>
              <a:rPr sz="2000" spc="-50" dirty="0">
                <a:cs typeface="Arial" panose="020B0604020202020204" pitchFamily="34" charset="0"/>
              </a:rPr>
              <a:t>of</a:t>
            </a:r>
            <a:r>
              <a:rPr sz="2000" spc="-80" dirty="0">
                <a:cs typeface="Arial" panose="020B0604020202020204" pitchFamily="34" charset="0"/>
              </a:rPr>
              <a:t> </a:t>
            </a:r>
            <a:r>
              <a:rPr sz="2000" spc="-65" dirty="0">
                <a:cs typeface="Arial" panose="020B0604020202020204" pitchFamily="34" charset="0"/>
              </a:rPr>
              <a:t>its</a:t>
            </a:r>
            <a:r>
              <a:rPr sz="2000" spc="-95" dirty="0">
                <a:cs typeface="Arial" panose="020B0604020202020204" pitchFamily="34" charset="0"/>
              </a:rPr>
              <a:t> </a:t>
            </a:r>
            <a:r>
              <a:rPr sz="2000" spc="-60" dirty="0">
                <a:cs typeface="Arial" panose="020B0604020202020204" pitchFamily="34" charset="0"/>
              </a:rPr>
              <a:t>children.</a:t>
            </a:r>
            <a:endParaRPr sz="2000" dirty="0">
              <a:cs typeface="Arial" panose="020B0604020202020204" pitchFamily="34" charset="0"/>
            </a:endParaRPr>
          </a:p>
          <a:p>
            <a:pPr marL="355600" indent="-342900">
              <a:spcBef>
                <a:spcPts val="320"/>
              </a:spcBef>
              <a:buFont typeface="Arial" panose="020B0604020202020204" pitchFamily="34" charset="0"/>
              <a:buChar char="•"/>
              <a:tabLst>
                <a:tab pos="354965" algn="l"/>
                <a:tab pos="355600" algn="l"/>
              </a:tabLst>
              <a:defRPr/>
            </a:pPr>
            <a:r>
              <a:rPr sz="2000" spc="-5" dirty="0">
                <a:cs typeface="Arial" panose="020B0604020202020204" pitchFamily="34" charset="0"/>
              </a:rPr>
              <a:t>This</a:t>
            </a:r>
            <a:r>
              <a:rPr sz="2000" spc="-105" dirty="0">
                <a:cs typeface="Arial" panose="020B0604020202020204" pitchFamily="34" charset="0"/>
              </a:rPr>
              <a:t> </a:t>
            </a:r>
            <a:r>
              <a:rPr sz="2000" spc="-30" dirty="0">
                <a:cs typeface="Arial" panose="020B0604020202020204" pitchFamily="34" charset="0"/>
              </a:rPr>
              <a:t>event</a:t>
            </a:r>
            <a:r>
              <a:rPr sz="2000" spc="-70" dirty="0">
                <a:cs typeface="Arial" panose="020B0604020202020204" pitchFamily="34" charset="0"/>
              </a:rPr>
              <a:t> </a:t>
            </a:r>
            <a:r>
              <a:rPr sz="2000" dirty="0">
                <a:cs typeface="Arial" panose="020B0604020202020204" pitchFamily="34" charset="0"/>
              </a:rPr>
              <a:t>is</a:t>
            </a:r>
            <a:r>
              <a:rPr sz="2000" spc="-90" dirty="0">
                <a:cs typeface="Arial" panose="020B0604020202020204" pitchFamily="34" charset="0"/>
              </a:rPr>
              <a:t> </a:t>
            </a:r>
            <a:r>
              <a:rPr sz="2000" spc="-50" dirty="0">
                <a:cs typeface="Arial" panose="020B0604020202020204" pitchFamily="34" charset="0"/>
              </a:rPr>
              <a:t>often</a:t>
            </a:r>
            <a:r>
              <a:rPr sz="2000" spc="-75" dirty="0">
                <a:cs typeface="Arial" panose="020B0604020202020204" pitchFamily="34" charset="0"/>
              </a:rPr>
              <a:t> </a:t>
            </a:r>
            <a:r>
              <a:rPr sz="2000" spc="45" dirty="0">
                <a:cs typeface="Arial" panose="020B0604020202020204" pitchFamily="34" charset="0"/>
              </a:rPr>
              <a:t>used</a:t>
            </a:r>
            <a:r>
              <a:rPr sz="2000" spc="-80" dirty="0">
                <a:cs typeface="Arial" panose="020B0604020202020204" pitchFamily="34" charset="0"/>
              </a:rPr>
              <a:t> </a:t>
            </a:r>
            <a:r>
              <a:rPr sz="2000" spc="-30" dirty="0">
                <a:cs typeface="Arial" panose="020B0604020202020204" pitchFamily="34" charset="0"/>
              </a:rPr>
              <a:t>together</a:t>
            </a:r>
            <a:r>
              <a:rPr sz="2000" spc="-75" dirty="0">
                <a:cs typeface="Arial" panose="020B0604020202020204" pitchFamily="34" charset="0"/>
              </a:rPr>
              <a:t> </a:t>
            </a:r>
            <a:r>
              <a:rPr sz="2000" spc="-80" dirty="0">
                <a:cs typeface="Arial" panose="020B0604020202020204" pitchFamily="34" charset="0"/>
              </a:rPr>
              <a:t>with</a:t>
            </a:r>
            <a:r>
              <a:rPr sz="2000" spc="-95" dirty="0">
                <a:cs typeface="Arial" panose="020B0604020202020204" pitchFamily="34" charset="0"/>
              </a:rPr>
              <a:t> </a:t>
            </a:r>
            <a:r>
              <a:rPr sz="2000" spc="-50" dirty="0">
                <a:cs typeface="Arial" panose="020B0604020202020204" pitchFamily="34" charset="0"/>
              </a:rPr>
              <a:t>the</a:t>
            </a:r>
            <a:r>
              <a:rPr sz="2000" spc="-70" dirty="0">
                <a:cs typeface="Arial" panose="020B0604020202020204" pitchFamily="34" charset="0"/>
              </a:rPr>
              <a:t> </a:t>
            </a:r>
            <a:r>
              <a:rPr sz="2000" b="1" dirty="0">
                <a:cs typeface="Arial" panose="020B0604020202020204" pitchFamily="34" charset="0"/>
              </a:rPr>
              <a:t>onmouseout</a:t>
            </a:r>
            <a:r>
              <a:rPr sz="2000" b="1" spc="-55" dirty="0">
                <a:cs typeface="Arial" panose="020B0604020202020204" pitchFamily="34" charset="0"/>
              </a:rPr>
              <a:t> </a:t>
            </a:r>
            <a:r>
              <a:rPr sz="2000" spc="-65" dirty="0">
                <a:cs typeface="Arial" panose="020B0604020202020204" pitchFamily="34" charset="0"/>
              </a:rPr>
              <a:t>event,</a:t>
            </a:r>
            <a:r>
              <a:rPr sz="2000" spc="-70" dirty="0">
                <a:cs typeface="Arial" panose="020B0604020202020204" pitchFamily="34" charset="0"/>
              </a:rPr>
              <a:t> </a:t>
            </a:r>
            <a:r>
              <a:rPr sz="2000" spc="-25" dirty="0">
                <a:cs typeface="Arial" panose="020B0604020202020204" pitchFamily="34" charset="0"/>
              </a:rPr>
              <a:t>which</a:t>
            </a:r>
            <a:r>
              <a:rPr sz="2000" spc="-90" dirty="0">
                <a:cs typeface="Arial" panose="020B0604020202020204" pitchFamily="34" charset="0"/>
              </a:rPr>
              <a:t> </a:t>
            </a:r>
            <a:r>
              <a:rPr sz="2000" spc="10" dirty="0">
                <a:cs typeface="Arial" panose="020B0604020202020204" pitchFamily="34" charset="0"/>
              </a:rPr>
              <a:t>occurs</a:t>
            </a:r>
            <a:r>
              <a:rPr lang="en-GB" sz="2000" dirty="0">
                <a:cs typeface="Arial" panose="020B0604020202020204" pitchFamily="34" charset="0"/>
              </a:rPr>
              <a:t> </a:t>
            </a:r>
            <a:r>
              <a:rPr sz="2000" spc="5" dirty="0">
                <a:cs typeface="Arial" panose="020B0604020202020204" pitchFamily="34" charset="0"/>
              </a:rPr>
              <a:t>wh</a:t>
            </a:r>
            <a:r>
              <a:rPr sz="2000" spc="-5" dirty="0">
                <a:cs typeface="Arial" panose="020B0604020202020204" pitchFamily="34" charset="0"/>
              </a:rPr>
              <a:t>e</a:t>
            </a:r>
            <a:r>
              <a:rPr sz="2000" spc="5" dirty="0">
                <a:cs typeface="Arial" panose="020B0604020202020204" pitchFamily="34" charset="0"/>
              </a:rPr>
              <a:t>n</a:t>
            </a:r>
            <a:r>
              <a:rPr sz="2000" spc="-85" dirty="0">
                <a:cs typeface="Arial" panose="020B0604020202020204" pitchFamily="34" charset="0"/>
              </a:rPr>
              <a:t> </a:t>
            </a:r>
            <a:r>
              <a:rPr sz="2000" dirty="0">
                <a:cs typeface="Arial" panose="020B0604020202020204" pitchFamily="34" charset="0"/>
              </a:rPr>
              <a:t>a</a:t>
            </a:r>
            <a:r>
              <a:rPr sz="2000" spc="-80" dirty="0">
                <a:cs typeface="Arial" panose="020B0604020202020204" pitchFamily="34" charset="0"/>
              </a:rPr>
              <a:t> </a:t>
            </a:r>
            <a:r>
              <a:rPr sz="2000" spc="55" dirty="0">
                <a:cs typeface="Arial" panose="020B0604020202020204" pitchFamily="34" charset="0"/>
              </a:rPr>
              <a:t>us</a:t>
            </a:r>
            <a:r>
              <a:rPr sz="2000" spc="20" dirty="0">
                <a:cs typeface="Arial" panose="020B0604020202020204" pitchFamily="34" charset="0"/>
              </a:rPr>
              <a:t>e</a:t>
            </a:r>
            <a:r>
              <a:rPr sz="2000" spc="-105" dirty="0">
                <a:cs typeface="Arial" panose="020B0604020202020204" pitchFamily="34" charset="0"/>
              </a:rPr>
              <a:t>r</a:t>
            </a:r>
            <a:r>
              <a:rPr sz="2000" spc="-80" dirty="0">
                <a:cs typeface="Arial" panose="020B0604020202020204" pitchFamily="34" charset="0"/>
              </a:rPr>
              <a:t> </a:t>
            </a:r>
            <a:r>
              <a:rPr sz="2000" spc="-50" dirty="0">
                <a:cs typeface="Arial" panose="020B0604020202020204" pitchFamily="34" charset="0"/>
              </a:rPr>
              <a:t>m</a:t>
            </a:r>
            <a:r>
              <a:rPr sz="2000" spc="30" dirty="0">
                <a:cs typeface="Arial" panose="020B0604020202020204" pitchFamily="34" charset="0"/>
              </a:rPr>
              <a:t>ov</a:t>
            </a:r>
            <a:r>
              <a:rPr sz="2000" spc="20" dirty="0">
                <a:cs typeface="Arial" panose="020B0604020202020204" pitchFamily="34" charset="0"/>
              </a:rPr>
              <a:t>e</a:t>
            </a:r>
            <a:r>
              <a:rPr sz="2000" spc="105" dirty="0">
                <a:cs typeface="Arial" panose="020B0604020202020204" pitchFamily="34" charset="0"/>
              </a:rPr>
              <a:t>s</a:t>
            </a:r>
            <a:r>
              <a:rPr sz="2000" spc="-85" dirty="0">
                <a:cs typeface="Arial" panose="020B0604020202020204" pitchFamily="34" charset="0"/>
              </a:rPr>
              <a:t> </a:t>
            </a:r>
            <a:r>
              <a:rPr sz="2000" spc="-50" dirty="0">
                <a:cs typeface="Arial" panose="020B0604020202020204" pitchFamily="34" charset="0"/>
              </a:rPr>
              <a:t>the</a:t>
            </a:r>
            <a:r>
              <a:rPr sz="2000" spc="-95" dirty="0">
                <a:cs typeface="Arial" panose="020B0604020202020204" pitchFamily="34" charset="0"/>
              </a:rPr>
              <a:t> </a:t>
            </a:r>
            <a:r>
              <a:rPr sz="2000" spc="35" dirty="0">
                <a:cs typeface="Arial" panose="020B0604020202020204" pitchFamily="34" charset="0"/>
              </a:rPr>
              <a:t>mouse</a:t>
            </a:r>
            <a:r>
              <a:rPr sz="2000" spc="-105" dirty="0">
                <a:cs typeface="Arial" panose="020B0604020202020204" pitchFamily="34" charset="0"/>
              </a:rPr>
              <a:t> </a:t>
            </a:r>
            <a:r>
              <a:rPr sz="2000" spc="-5" dirty="0">
                <a:cs typeface="Arial" panose="020B0604020202020204" pitchFamily="34" charset="0"/>
              </a:rPr>
              <a:t>poi</a:t>
            </a:r>
            <a:r>
              <a:rPr sz="2000" dirty="0">
                <a:cs typeface="Arial" panose="020B0604020202020204" pitchFamily="34" charset="0"/>
              </a:rPr>
              <a:t>n</a:t>
            </a:r>
            <a:r>
              <a:rPr sz="2000" spc="-65" dirty="0">
                <a:cs typeface="Arial" panose="020B0604020202020204" pitchFamily="34" charset="0"/>
              </a:rPr>
              <a:t>t</a:t>
            </a:r>
            <a:r>
              <a:rPr sz="2000" spc="-100" dirty="0">
                <a:cs typeface="Arial" panose="020B0604020202020204" pitchFamily="34" charset="0"/>
              </a:rPr>
              <a:t>e</a:t>
            </a:r>
            <a:r>
              <a:rPr sz="2000" spc="-105" dirty="0">
                <a:cs typeface="Arial" panose="020B0604020202020204" pitchFamily="34" charset="0"/>
              </a:rPr>
              <a:t>r </a:t>
            </a:r>
            <a:r>
              <a:rPr sz="2000" spc="-40" dirty="0">
                <a:cs typeface="Arial" panose="020B0604020202020204" pitchFamily="34" charset="0"/>
              </a:rPr>
              <a:t>out</a:t>
            </a:r>
            <a:r>
              <a:rPr sz="2000" spc="-100" dirty="0">
                <a:cs typeface="Arial" panose="020B0604020202020204" pitchFamily="34" charset="0"/>
              </a:rPr>
              <a:t> </a:t>
            </a:r>
            <a:r>
              <a:rPr sz="2000" spc="-50" dirty="0">
                <a:cs typeface="Arial" panose="020B0604020202020204" pitchFamily="34" charset="0"/>
              </a:rPr>
              <a:t>of</a:t>
            </a:r>
            <a:r>
              <a:rPr sz="2000" spc="-80" dirty="0">
                <a:cs typeface="Arial" panose="020B0604020202020204" pitchFamily="34" charset="0"/>
              </a:rPr>
              <a:t> </a:t>
            </a:r>
            <a:r>
              <a:rPr sz="2000" spc="5" dirty="0">
                <a:cs typeface="Arial" panose="020B0604020202020204" pitchFamily="34" charset="0"/>
              </a:rPr>
              <a:t>an</a:t>
            </a:r>
            <a:r>
              <a:rPr sz="2000" spc="-90" dirty="0">
                <a:cs typeface="Arial" panose="020B0604020202020204" pitchFamily="34" charset="0"/>
              </a:rPr>
              <a:t> </a:t>
            </a:r>
            <a:r>
              <a:rPr sz="2000" spc="20" dirty="0">
                <a:cs typeface="Arial" panose="020B0604020202020204" pitchFamily="34" charset="0"/>
              </a:rPr>
              <a:t>e</a:t>
            </a:r>
            <a:r>
              <a:rPr sz="2000" spc="-35" dirty="0">
                <a:cs typeface="Arial" panose="020B0604020202020204" pitchFamily="34" charset="0"/>
              </a:rPr>
              <a:t>le</a:t>
            </a:r>
            <a:r>
              <a:rPr sz="2000" spc="-75" dirty="0">
                <a:cs typeface="Arial" panose="020B0604020202020204" pitchFamily="34" charset="0"/>
              </a:rPr>
              <a:t>m</a:t>
            </a:r>
            <a:r>
              <a:rPr sz="2000" spc="20" dirty="0">
                <a:cs typeface="Arial" panose="020B0604020202020204" pitchFamily="34" charset="0"/>
              </a:rPr>
              <a:t>e</a:t>
            </a:r>
            <a:r>
              <a:rPr sz="2000" spc="-145" dirty="0">
                <a:cs typeface="Arial" panose="020B0604020202020204" pitchFamily="34" charset="0"/>
              </a:rPr>
              <a:t>nt.</a:t>
            </a:r>
            <a:endParaRPr sz="2000" dirty="0">
              <a:cs typeface="Arial" panose="020B0604020202020204" pitchFamily="34" charset="0"/>
            </a:endParaRPr>
          </a:p>
        </p:txBody>
      </p:sp>
      <p:pic>
        <p:nvPicPr>
          <p:cNvPr id="50181" name="object 3">
            <a:extLst>
              <a:ext uri="{FF2B5EF4-FFF2-40B4-BE49-F238E27FC236}">
                <a16:creationId xmlns:a16="http://schemas.microsoft.com/office/drawing/2014/main" id="{187F7F3C-6D81-9BF3-A82A-A97242C8C5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2885338"/>
            <a:ext cx="6934200"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B89067F-D5E9-B7B2-4526-CFC7D49A9C2C}"/>
              </a:ext>
            </a:extLst>
          </p:cNvPr>
          <p:cNvSpPr txBox="1">
            <a:spLocks noGrp="1"/>
          </p:cNvSpPr>
          <p:nvPr>
            <p:ph type="title"/>
          </p:nvPr>
        </p:nvSpPr>
        <p:spPr>
          <a:xfrm>
            <a:off x="103188" y="403225"/>
            <a:ext cx="8785225" cy="568325"/>
          </a:xfrm>
        </p:spPr>
        <p:txBody>
          <a:bodyPr lIns="0" tIns="12700" rIns="0" bIns="0" rtlCol="0">
            <a:spAutoFit/>
          </a:bodyPr>
          <a:lstStyle/>
          <a:p>
            <a:pPr marL="12700">
              <a:spcBef>
                <a:spcPts val="100"/>
              </a:spcBef>
              <a:defRPr/>
            </a:pPr>
            <a:r>
              <a:rPr sz="3600" spc="155" dirty="0"/>
              <a:t>onkeydown</a:t>
            </a:r>
            <a:r>
              <a:rPr sz="3600" spc="-210" dirty="0"/>
              <a:t> </a:t>
            </a:r>
            <a:r>
              <a:rPr sz="3600" spc="155" dirty="0"/>
              <a:t>Event</a:t>
            </a:r>
            <a:endParaRPr sz="3600" dirty="0"/>
          </a:p>
        </p:txBody>
      </p:sp>
      <p:sp>
        <p:nvSpPr>
          <p:cNvPr id="3" name="object 3">
            <a:extLst>
              <a:ext uri="{FF2B5EF4-FFF2-40B4-BE49-F238E27FC236}">
                <a16:creationId xmlns:a16="http://schemas.microsoft.com/office/drawing/2014/main" id="{9A4A0F98-DCD5-9650-E076-3443BEE2DFBC}"/>
              </a:ext>
            </a:extLst>
          </p:cNvPr>
          <p:cNvSpPr txBox="1"/>
          <p:nvPr/>
        </p:nvSpPr>
        <p:spPr>
          <a:xfrm>
            <a:off x="390836" y="1772816"/>
            <a:ext cx="8136904" cy="670055"/>
          </a:xfrm>
          <a:prstGeom prst="rect">
            <a:avLst/>
          </a:prstGeom>
        </p:spPr>
        <p:txBody>
          <a:bodyPr wrap="square" lIns="0" tIns="53975" rIns="0" bIns="0">
            <a:spAutoFit/>
          </a:bodyPr>
          <a:lstStyle/>
          <a:p>
            <a:pPr marL="12700">
              <a:spcBef>
                <a:spcPts val="425"/>
              </a:spcBef>
              <a:tabLst>
                <a:tab pos="354965" algn="l"/>
                <a:tab pos="355600" algn="l"/>
              </a:tabLst>
              <a:defRPr/>
            </a:pPr>
            <a:r>
              <a:rPr sz="2000" spc="5" dirty="0">
                <a:cs typeface="Arial" panose="020B0604020202020204" pitchFamily="34" charset="0"/>
              </a:rPr>
              <a:t>The</a:t>
            </a:r>
            <a:r>
              <a:rPr sz="2000" spc="-95" dirty="0">
                <a:cs typeface="Arial" panose="020B0604020202020204" pitchFamily="34" charset="0"/>
              </a:rPr>
              <a:t> </a:t>
            </a:r>
            <a:r>
              <a:rPr sz="2000" b="1" spc="-5" dirty="0">
                <a:cs typeface="Arial" panose="020B0604020202020204" pitchFamily="34" charset="0"/>
              </a:rPr>
              <a:t>onkeydown</a:t>
            </a:r>
            <a:r>
              <a:rPr sz="2000" b="1" spc="-95" dirty="0">
                <a:cs typeface="Arial" panose="020B0604020202020204" pitchFamily="34" charset="0"/>
              </a:rPr>
              <a:t> </a:t>
            </a:r>
            <a:r>
              <a:rPr sz="2000" spc="-25" dirty="0">
                <a:cs typeface="Arial" panose="020B0604020202020204" pitchFamily="34" charset="0"/>
              </a:rPr>
              <a:t>event</a:t>
            </a:r>
            <a:r>
              <a:rPr sz="2000" spc="-85" dirty="0">
                <a:cs typeface="Arial" panose="020B0604020202020204" pitchFamily="34" charset="0"/>
              </a:rPr>
              <a:t> </a:t>
            </a:r>
            <a:r>
              <a:rPr sz="2000" spc="10" dirty="0">
                <a:cs typeface="Arial" panose="020B0604020202020204" pitchFamily="34" charset="0"/>
              </a:rPr>
              <a:t>occurs</a:t>
            </a:r>
            <a:r>
              <a:rPr sz="2000" spc="-100" dirty="0">
                <a:cs typeface="Arial" panose="020B0604020202020204" pitchFamily="34" charset="0"/>
              </a:rPr>
              <a:t> </a:t>
            </a:r>
            <a:r>
              <a:rPr sz="2000" spc="5" dirty="0">
                <a:cs typeface="Arial" panose="020B0604020202020204" pitchFamily="34" charset="0"/>
              </a:rPr>
              <a:t>when</a:t>
            </a:r>
            <a:r>
              <a:rPr sz="2000" spc="-80" dirty="0">
                <a:cs typeface="Arial" panose="020B0604020202020204" pitchFamily="34" charset="0"/>
              </a:rPr>
              <a:t> </a:t>
            </a:r>
            <a:r>
              <a:rPr sz="2000" spc="-50" dirty="0">
                <a:cs typeface="Arial" panose="020B0604020202020204" pitchFamily="34" charset="0"/>
              </a:rPr>
              <a:t>the</a:t>
            </a:r>
            <a:r>
              <a:rPr sz="2000" spc="-90" dirty="0">
                <a:cs typeface="Arial" panose="020B0604020202020204" pitchFamily="34" charset="0"/>
              </a:rPr>
              <a:t> </a:t>
            </a:r>
            <a:r>
              <a:rPr sz="2000" spc="10" dirty="0">
                <a:cs typeface="Arial" panose="020B0604020202020204" pitchFamily="34" charset="0"/>
              </a:rPr>
              <a:t>user</a:t>
            </a:r>
            <a:r>
              <a:rPr sz="2000" spc="-80" dirty="0">
                <a:cs typeface="Arial" panose="020B0604020202020204" pitchFamily="34" charset="0"/>
              </a:rPr>
              <a:t> </a:t>
            </a:r>
            <a:r>
              <a:rPr sz="2000" dirty="0">
                <a:cs typeface="Arial" panose="020B0604020202020204" pitchFamily="34" charset="0"/>
              </a:rPr>
              <a:t>is</a:t>
            </a:r>
            <a:r>
              <a:rPr sz="2000" spc="-80" dirty="0">
                <a:cs typeface="Arial" panose="020B0604020202020204" pitchFamily="34" charset="0"/>
              </a:rPr>
              <a:t> </a:t>
            </a:r>
            <a:r>
              <a:rPr sz="2000" spc="25" dirty="0">
                <a:cs typeface="Arial" panose="020B0604020202020204" pitchFamily="34" charset="0"/>
              </a:rPr>
              <a:t>pressing</a:t>
            </a:r>
            <a:r>
              <a:rPr sz="2000" spc="-95" dirty="0">
                <a:cs typeface="Arial" panose="020B0604020202020204" pitchFamily="34" charset="0"/>
              </a:rPr>
              <a:t> </a:t>
            </a:r>
            <a:r>
              <a:rPr sz="2000" dirty="0">
                <a:cs typeface="Arial" panose="020B0604020202020204" pitchFamily="34" charset="0"/>
              </a:rPr>
              <a:t>a</a:t>
            </a:r>
            <a:r>
              <a:rPr sz="2000" spc="-75" dirty="0">
                <a:cs typeface="Arial" panose="020B0604020202020204" pitchFamily="34" charset="0"/>
              </a:rPr>
              <a:t> </a:t>
            </a:r>
            <a:r>
              <a:rPr sz="2000" spc="10" dirty="0">
                <a:cs typeface="Arial" panose="020B0604020202020204" pitchFamily="34" charset="0"/>
              </a:rPr>
              <a:t>key</a:t>
            </a:r>
            <a:r>
              <a:rPr sz="2000" spc="-75" dirty="0">
                <a:cs typeface="Arial" panose="020B0604020202020204" pitchFamily="34" charset="0"/>
              </a:rPr>
              <a:t> </a:t>
            </a:r>
            <a:r>
              <a:rPr sz="2000" spc="-50" dirty="0">
                <a:cs typeface="Arial" panose="020B0604020202020204" pitchFamily="34" charset="0"/>
              </a:rPr>
              <a:t>(on</a:t>
            </a:r>
            <a:r>
              <a:rPr sz="2000" spc="-95" dirty="0">
                <a:cs typeface="Arial" panose="020B0604020202020204" pitchFamily="34" charset="0"/>
              </a:rPr>
              <a:t> </a:t>
            </a:r>
            <a:r>
              <a:rPr sz="2000" spc="-50" dirty="0">
                <a:cs typeface="Arial" panose="020B0604020202020204" pitchFamily="34" charset="0"/>
              </a:rPr>
              <a:t>the</a:t>
            </a:r>
            <a:r>
              <a:rPr lang="en-GB" sz="2000" dirty="0">
                <a:cs typeface="Arial" panose="020B0604020202020204" pitchFamily="34" charset="0"/>
              </a:rPr>
              <a:t> </a:t>
            </a:r>
            <a:r>
              <a:rPr sz="2000" spc="-45" dirty="0">
                <a:cs typeface="Arial" panose="020B0604020202020204" pitchFamily="34" charset="0"/>
              </a:rPr>
              <a:t>keyboard).</a:t>
            </a:r>
            <a:endParaRPr sz="2000" dirty="0">
              <a:cs typeface="Arial" panose="020B0604020202020204" pitchFamily="34" charset="0"/>
            </a:endParaRPr>
          </a:p>
        </p:txBody>
      </p:sp>
      <p:pic>
        <p:nvPicPr>
          <p:cNvPr id="51205" name="object 4">
            <a:extLst>
              <a:ext uri="{FF2B5EF4-FFF2-40B4-BE49-F238E27FC236}">
                <a16:creationId xmlns:a16="http://schemas.microsoft.com/office/drawing/2014/main" id="{17C8A5A7-5793-7BB8-15DB-2D86A65C1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63" y="2932113"/>
            <a:ext cx="7537450"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4B37F719-A7EA-7965-2644-ECCC792C64C1}"/>
              </a:ext>
            </a:extLst>
          </p:cNvPr>
          <p:cNvSpPr txBox="1">
            <a:spLocks noGrp="1"/>
          </p:cNvSpPr>
          <p:nvPr>
            <p:ph type="title"/>
          </p:nvPr>
        </p:nvSpPr>
        <p:spPr>
          <a:xfrm>
            <a:off x="103188" y="403225"/>
            <a:ext cx="8785225" cy="568325"/>
          </a:xfrm>
        </p:spPr>
        <p:txBody>
          <a:bodyPr lIns="0" tIns="12700" rIns="0" bIns="0" rtlCol="0">
            <a:spAutoFit/>
          </a:bodyPr>
          <a:lstStyle/>
          <a:p>
            <a:pPr marL="12700">
              <a:spcBef>
                <a:spcPts val="100"/>
              </a:spcBef>
              <a:defRPr/>
            </a:pPr>
            <a:r>
              <a:rPr sz="3600" spc="125" dirty="0"/>
              <a:t>onkeyup</a:t>
            </a:r>
            <a:r>
              <a:rPr sz="3600" spc="-210" dirty="0"/>
              <a:t> </a:t>
            </a:r>
            <a:r>
              <a:rPr sz="3600" spc="155" dirty="0"/>
              <a:t>Event</a:t>
            </a:r>
            <a:endParaRPr sz="3600" dirty="0"/>
          </a:p>
        </p:txBody>
      </p:sp>
      <p:sp>
        <p:nvSpPr>
          <p:cNvPr id="5" name="object 5">
            <a:extLst>
              <a:ext uri="{FF2B5EF4-FFF2-40B4-BE49-F238E27FC236}">
                <a16:creationId xmlns:a16="http://schemas.microsoft.com/office/drawing/2014/main" id="{38492C21-A7FC-284E-9EEA-9705199DCD0D}"/>
              </a:ext>
            </a:extLst>
          </p:cNvPr>
          <p:cNvSpPr>
            <a:spLocks noGrp="1"/>
          </p:cNvSpPr>
          <p:nvPr>
            <p:ph type="sldNum" sz="quarter" idx="4294967295"/>
          </p:nvPr>
        </p:nvSpPr>
        <p:spPr>
          <a:xfrm>
            <a:off x="8872538" y="4772025"/>
            <a:ext cx="271462" cy="179388"/>
          </a:xfrm>
          <a:prstGeom prst="rect">
            <a:avLst/>
          </a:prstGeom>
        </p:spPr>
        <p:txBody>
          <a:bodyPr lIns="0" tIns="0" rIns="0" bIns="0">
            <a:spAutoFit/>
          </a:bodyPr>
          <a:lstStyle>
            <a:defPPr>
              <a:defRPr lang="en-US"/>
            </a:defPPr>
            <a:lvl1pPr marL="0" algn="l" defTabSz="914400" rtl="0" eaLnBrk="1" latinLnBrk="0" hangingPunct="1">
              <a:defRPr sz="1000" b="0" i="0" kern="1200">
                <a:solidFill>
                  <a:schemeClr val="bg1"/>
                </a:solidFill>
                <a:latin typeface="Trebuchet MS"/>
                <a:ea typeface="+mn-ea"/>
                <a:cs typeface="Trebuchet M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0645">
              <a:spcBef>
                <a:spcPts val="15"/>
              </a:spcBef>
              <a:defRPr/>
            </a:pPr>
            <a:fld id="{E48E00EE-7183-44F2-9738-E287E3D01076}" type="slidenum">
              <a:rPr lang="en-GB" spc="70" smtClean="0">
                <a:solidFill>
                  <a:srgbClr val="666666"/>
                </a:solidFill>
              </a:rPr>
              <a:pPr marL="80645">
                <a:spcBef>
                  <a:spcPts val="15"/>
                </a:spcBef>
                <a:defRPr/>
              </a:pPr>
              <a:t>42</a:t>
            </a:fld>
            <a:endParaRPr spc="-35" dirty="0"/>
          </a:p>
        </p:txBody>
      </p:sp>
      <p:sp>
        <p:nvSpPr>
          <p:cNvPr id="3" name="object 3">
            <a:extLst>
              <a:ext uri="{FF2B5EF4-FFF2-40B4-BE49-F238E27FC236}">
                <a16:creationId xmlns:a16="http://schemas.microsoft.com/office/drawing/2014/main" id="{5B53E344-CF19-E047-B877-BFD7A4F5925A}"/>
              </a:ext>
            </a:extLst>
          </p:cNvPr>
          <p:cNvSpPr txBox="1"/>
          <p:nvPr/>
        </p:nvSpPr>
        <p:spPr>
          <a:xfrm>
            <a:off x="293303" y="1547849"/>
            <a:ext cx="8404994" cy="320601"/>
          </a:xfrm>
          <a:prstGeom prst="rect">
            <a:avLst/>
          </a:prstGeom>
        </p:spPr>
        <p:txBody>
          <a:bodyPr wrap="square" lIns="0" tIns="12700" rIns="0" bIns="0">
            <a:spAutoFit/>
          </a:bodyPr>
          <a:lstStyle/>
          <a:p>
            <a:pPr marL="12700">
              <a:spcBef>
                <a:spcPts val="100"/>
              </a:spcBef>
              <a:tabLst>
                <a:tab pos="354965" algn="l"/>
                <a:tab pos="355600" algn="l"/>
              </a:tabLst>
              <a:defRPr/>
            </a:pPr>
            <a:r>
              <a:rPr sz="2000" spc="5" dirty="0">
                <a:cs typeface="Arial" panose="020B0604020202020204" pitchFamily="34" charset="0"/>
              </a:rPr>
              <a:t>The</a:t>
            </a:r>
            <a:r>
              <a:rPr sz="2000" spc="-95" dirty="0">
                <a:cs typeface="Arial" panose="020B0604020202020204" pitchFamily="34" charset="0"/>
              </a:rPr>
              <a:t> </a:t>
            </a:r>
            <a:r>
              <a:rPr sz="2000" b="1" spc="-10" dirty="0">
                <a:cs typeface="Arial" panose="020B0604020202020204" pitchFamily="34" charset="0"/>
              </a:rPr>
              <a:t>onkeyup</a:t>
            </a:r>
            <a:r>
              <a:rPr sz="2000" b="1" spc="-75" dirty="0">
                <a:cs typeface="Arial" panose="020B0604020202020204" pitchFamily="34" charset="0"/>
              </a:rPr>
              <a:t> </a:t>
            </a:r>
            <a:r>
              <a:rPr sz="2000" spc="-25" dirty="0">
                <a:cs typeface="Arial" panose="020B0604020202020204" pitchFamily="34" charset="0"/>
              </a:rPr>
              <a:t>event</a:t>
            </a:r>
            <a:r>
              <a:rPr sz="2000" spc="-85" dirty="0">
                <a:cs typeface="Arial" panose="020B0604020202020204" pitchFamily="34" charset="0"/>
              </a:rPr>
              <a:t> </a:t>
            </a:r>
            <a:r>
              <a:rPr sz="2000" spc="10" dirty="0">
                <a:cs typeface="Arial" panose="020B0604020202020204" pitchFamily="34" charset="0"/>
              </a:rPr>
              <a:t>occurs</a:t>
            </a:r>
            <a:r>
              <a:rPr sz="2000" spc="-95" dirty="0">
                <a:cs typeface="Arial" panose="020B0604020202020204" pitchFamily="34" charset="0"/>
              </a:rPr>
              <a:t> </a:t>
            </a:r>
            <a:r>
              <a:rPr sz="2000" spc="5" dirty="0">
                <a:cs typeface="Arial" panose="020B0604020202020204" pitchFamily="34" charset="0"/>
              </a:rPr>
              <a:t>when</a:t>
            </a:r>
            <a:r>
              <a:rPr sz="2000" spc="-80" dirty="0">
                <a:cs typeface="Arial" panose="020B0604020202020204" pitchFamily="34" charset="0"/>
              </a:rPr>
              <a:t> </a:t>
            </a:r>
            <a:r>
              <a:rPr sz="2000" spc="-50" dirty="0">
                <a:cs typeface="Arial" panose="020B0604020202020204" pitchFamily="34" charset="0"/>
              </a:rPr>
              <a:t>the</a:t>
            </a:r>
            <a:r>
              <a:rPr sz="2000" spc="-90" dirty="0">
                <a:cs typeface="Arial" panose="020B0604020202020204" pitchFamily="34" charset="0"/>
              </a:rPr>
              <a:t> </a:t>
            </a:r>
            <a:r>
              <a:rPr sz="2000" spc="10" dirty="0">
                <a:cs typeface="Arial" panose="020B0604020202020204" pitchFamily="34" charset="0"/>
              </a:rPr>
              <a:t>user</a:t>
            </a:r>
            <a:r>
              <a:rPr sz="2000" spc="-85" dirty="0">
                <a:cs typeface="Arial" panose="020B0604020202020204" pitchFamily="34" charset="0"/>
              </a:rPr>
              <a:t> </a:t>
            </a:r>
            <a:r>
              <a:rPr sz="2000" spc="5" dirty="0">
                <a:cs typeface="Arial" panose="020B0604020202020204" pitchFamily="34" charset="0"/>
              </a:rPr>
              <a:t>releases</a:t>
            </a:r>
            <a:r>
              <a:rPr sz="2000" spc="-75" dirty="0">
                <a:cs typeface="Arial" panose="020B0604020202020204" pitchFamily="34" charset="0"/>
              </a:rPr>
              <a:t> </a:t>
            </a:r>
            <a:r>
              <a:rPr sz="2000" dirty="0">
                <a:cs typeface="Arial" panose="020B0604020202020204" pitchFamily="34" charset="0"/>
              </a:rPr>
              <a:t>a</a:t>
            </a:r>
            <a:r>
              <a:rPr sz="2000" spc="-70" dirty="0">
                <a:cs typeface="Arial" panose="020B0604020202020204" pitchFamily="34" charset="0"/>
              </a:rPr>
              <a:t> </a:t>
            </a:r>
            <a:r>
              <a:rPr sz="2000" spc="10" dirty="0">
                <a:cs typeface="Arial" panose="020B0604020202020204" pitchFamily="34" charset="0"/>
              </a:rPr>
              <a:t>key</a:t>
            </a:r>
            <a:r>
              <a:rPr sz="2000" spc="-70" dirty="0">
                <a:cs typeface="Arial" panose="020B0604020202020204" pitchFamily="34" charset="0"/>
              </a:rPr>
              <a:t> </a:t>
            </a:r>
            <a:r>
              <a:rPr sz="2000" spc="-50" dirty="0">
                <a:cs typeface="Arial" panose="020B0604020202020204" pitchFamily="34" charset="0"/>
              </a:rPr>
              <a:t>(on</a:t>
            </a:r>
            <a:r>
              <a:rPr sz="2000" spc="-95" dirty="0">
                <a:cs typeface="Arial" panose="020B0604020202020204" pitchFamily="34" charset="0"/>
              </a:rPr>
              <a:t> </a:t>
            </a:r>
            <a:r>
              <a:rPr sz="2000" spc="-50" dirty="0">
                <a:cs typeface="Arial" panose="020B0604020202020204" pitchFamily="34" charset="0"/>
              </a:rPr>
              <a:t>the</a:t>
            </a:r>
            <a:r>
              <a:rPr sz="2000" spc="-90" dirty="0">
                <a:cs typeface="Arial" panose="020B0604020202020204" pitchFamily="34" charset="0"/>
              </a:rPr>
              <a:t> </a:t>
            </a:r>
            <a:r>
              <a:rPr sz="2000" spc="-40" dirty="0">
                <a:cs typeface="Arial" panose="020B0604020202020204" pitchFamily="34" charset="0"/>
              </a:rPr>
              <a:t>keyboard).</a:t>
            </a:r>
            <a:endParaRPr sz="2000" dirty="0">
              <a:cs typeface="Arial" panose="020B0604020202020204" pitchFamily="34" charset="0"/>
            </a:endParaRPr>
          </a:p>
        </p:txBody>
      </p:sp>
      <p:pic>
        <p:nvPicPr>
          <p:cNvPr id="52229" name="object 4">
            <a:extLst>
              <a:ext uri="{FF2B5EF4-FFF2-40B4-BE49-F238E27FC236}">
                <a16:creationId xmlns:a16="http://schemas.microsoft.com/office/drawing/2014/main" id="{12ACB217-7AA4-BD4D-A4ED-C7FC0C0B9D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413" y="2132856"/>
            <a:ext cx="6979914" cy="3620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5C4F8-2A0F-E708-E276-AC4387564A4C}"/>
              </a:ext>
            </a:extLst>
          </p:cNvPr>
          <p:cNvSpPr>
            <a:spLocks noGrp="1"/>
          </p:cNvSpPr>
          <p:nvPr>
            <p:ph type="title"/>
          </p:nvPr>
        </p:nvSpPr>
        <p:spPr/>
        <p:txBody>
          <a:bodyPr/>
          <a:lstStyle/>
          <a:p>
            <a:r>
              <a:rPr lang="en-US" dirty="0"/>
              <a:t>Traditional DOM Event Handler</a:t>
            </a:r>
            <a:endParaRPr lang="en-GB" dirty="0"/>
          </a:p>
        </p:txBody>
      </p:sp>
      <p:sp>
        <p:nvSpPr>
          <p:cNvPr id="3" name="Content Placeholder 2">
            <a:extLst>
              <a:ext uri="{FF2B5EF4-FFF2-40B4-BE49-F238E27FC236}">
                <a16:creationId xmlns:a16="http://schemas.microsoft.com/office/drawing/2014/main" id="{6ADD9FAE-D4B6-569D-D8EC-B5A6F7B6E19B}"/>
              </a:ext>
            </a:extLst>
          </p:cNvPr>
          <p:cNvSpPr>
            <a:spLocks noGrp="1"/>
          </p:cNvSpPr>
          <p:nvPr>
            <p:ph idx="1"/>
          </p:nvPr>
        </p:nvSpPr>
        <p:spPr/>
        <p:txBody>
          <a:bodyPr/>
          <a:lstStyle/>
          <a:p>
            <a:pPr marL="342900" indent="-342900">
              <a:buFont typeface="Arial" panose="020B0604020202020204" pitchFamily="34" charset="0"/>
              <a:buChar char="•"/>
            </a:pPr>
            <a:r>
              <a:rPr lang="en-US" sz="2400" b="0" i="0" dirty="0">
                <a:solidFill>
                  <a:schemeClr val="tx1"/>
                </a:solidFill>
                <a:effectLst/>
                <a:latin typeface="Arial" panose="020B0604020202020204" pitchFamily="34" charset="0"/>
                <a:cs typeface="Arial" panose="020B0604020202020204" pitchFamily="34" charset="0"/>
              </a:rPr>
              <a:t>Traditional DOM event handlers allows specific functions to be executed in response to particular events on HTML elements. </a:t>
            </a:r>
          </a:p>
          <a:p>
            <a:pPr marL="342900" indent="-342900">
              <a:buFont typeface="Arial" panose="020B0604020202020204" pitchFamily="34" charset="0"/>
              <a:buChar char="•"/>
            </a:pPr>
            <a:r>
              <a:rPr lang="en-US" sz="2400" i="0" dirty="0">
                <a:solidFill>
                  <a:schemeClr val="tx1"/>
                </a:solidFill>
                <a:latin typeface="Arial" panose="020B0604020202020204" pitchFamily="34" charset="0"/>
                <a:cs typeface="Arial" panose="020B0604020202020204" pitchFamily="34" charset="0"/>
              </a:rPr>
              <a:t>A </a:t>
            </a:r>
            <a:r>
              <a:rPr lang="en-US" sz="2400" b="0" i="0" dirty="0">
                <a:solidFill>
                  <a:schemeClr val="tx1"/>
                </a:solidFill>
                <a:effectLst/>
                <a:latin typeface="Arial" panose="020B0604020202020204" pitchFamily="34" charset="0"/>
                <a:cs typeface="Arial" panose="020B0604020202020204" pitchFamily="34" charset="0"/>
              </a:rPr>
              <a:t>limitation of this approach is that only one function can be attached to each event handler.</a:t>
            </a:r>
          </a:p>
          <a:p>
            <a:pPr marL="342900" indent="-342900">
              <a:buFont typeface="Arial" panose="020B0604020202020204" pitchFamily="34" charset="0"/>
              <a:buChar char="•"/>
            </a:pPr>
            <a:r>
              <a:rPr lang="en-US" sz="2400" b="0" i="0" dirty="0">
                <a:solidFill>
                  <a:schemeClr val="tx1"/>
                </a:solidFill>
                <a:effectLst/>
                <a:latin typeface="Arial" panose="020B0604020202020204" pitchFamily="34" charset="0"/>
                <a:cs typeface="Arial" panose="020B0604020202020204" pitchFamily="34" charset="0"/>
              </a:rPr>
              <a:t>If an event handler is assigned a new function, it will overwrite any existing function.</a:t>
            </a:r>
            <a:endParaRPr lang="en-US" sz="2400" i="0" dirty="0">
              <a:solidFill>
                <a:schemeClr val="tx1"/>
              </a:solidFill>
              <a:latin typeface="Arial" panose="020B0604020202020204" pitchFamily="34" charset="0"/>
              <a:cs typeface="Arial" panose="020B0604020202020204" pitchFamily="34" charset="0"/>
            </a:endParaRPr>
          </a:p>
          <a:p>
            <a:pPr marL="342900" indent="-342900">
              <a:buFont typeface="Wingdings" panose="05000000000000000000" pitchFamily="2" charset="2"/>
              <a:buChar char="q"/>
            </a:pPr>
            <a:endParaRPr lang="en-GB" sz="2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13372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D7EF-6651-0D18-2101-2D264B34945D}"/>
              </a:ext>
            </a:extLst>
          </p:cNvPr>
          <p:cNvSpPr>
            <a:spLocks noGrp="1"/>
          </p:cNvSpPr>
          <p:nvPr>
            <p:ph type="title"/>
          </p:nvPr>
        </p:nvSpPr>
        <p:spPr/>
        <p:txBody>
          <a:bodyPr/>
          <a:lstStyle/>
          <a:p>
            <a:pPr algn="ctr"/>
            <a:r>
              <a:rPr lang="en-US" sz="4000" dirty="0"/>
              <a:t>Quiz - Traditional DOM Event Handler</a:t>
            </a:r>
            <a:endParaRPr lang="en-GB" sz="4000" dirty="0"/>
          </a:p>
        </p:txBody>
      </p:sp>
      <p:sp>
        <p:nvSpPr>
          <p:cNvPr id="3" name="Content Placeholder 2">
            <a:extLst>
              <a:ext uri="{FF2B5EF4-FFF2-40B4-BE49-F238E27FC236}">
                <a16:creationId xmlns:a16="http://schemas.microsoft.com/office/drawing/2014/main" id="{7EB8860D-A15A-E7DD-5F9E-048C76E9B78E}"/>
              </a:ext>
            </a:extLst>
          </p:cNvPr>
          <p:cNvSpPr>
            <a:spLocks noGrp="1"/>
          </p:cNvSpPr>
          <p:nvPr>
            <p:ph idx="1"/>
          </p:nvPr>
        </p:nvSpPr>
        <p:spPr>
          <a:xfrm>
            <a:off x="255587" y="1258888"/>
            <a:ext cx="8856663" cy="1008112"/>
          </a:xfrm>
        </p:spPr>
        <p:txBody>
          <a:bodyPr/>
          <a:lstStyle/>
          <a:p>
            <a:pPr algn="ctr"/>
            <a:r>
              <a:rPr lang="en-US" sz="2400" dirty="0">
                <a:latin typeface="Arial" panose="020B0604020202020204" pitchFamily="34" charset="0"/>
                <a:cs typeface="Arial" panose="020B0604020202020204" pitchFamily="34" charset="0"/>
              </a:rPr>
              <a:t>Review the code to explain the traditional DOM event handler</a:t>
            </a:r>
            <a:endParaRPr lang="en-GB" sz="2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A7CF9A4-E282-CBF2-14A3-2DBB7A9ACF09}"/>
              </a:ext>
            </a:extLst>
          </p:cNvPr>
          <p:cNvPicPr>
            <a:picLocks noChangeAspect="1"/>
          </p:cNvPicPr>
          <p:nvPr/>
        </p:nvPicPr>
        <p:blipFill>
          <a:blip r:embed="rId2"/>
          <a:stretch>
            <a:fillRect/>
          </a:stretch>
        </p:blipFill>
        <p:spPr>
          <a:xfrm>
            <a:off x="2699792" y="1772816"/>
            <a:ext cx="4287060" cy="4339770"/>
          </a:xfrm>
          <a:prstGeom prst="rect">
            <a:avLst/>
          </a:prstGeom>
        </p:spPr>
      </p:pic>
    </p:spTree>
    <p:extLst>
      <p:ext uri="{BB962C8B-B14F-4D97-AF65-F5344CB8AC3E}">
        <p14:creationId xmlns:p14="http://schemas.microsoft.com/office/powerpoint/2010/main" val="341104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DE403AC-EC99-5081-01B7-3C5F5AAF94EA}"/>
              </a:ext>
            </a:extLst>
          </p:cNvPr>
          <p:cNvSpPr txBox="1">
            <a:spLocks noGrp="1"/>
          </p:cNvSpPr>
          <p:nvPr>
            <p:ph type="title"/>
          </p:nvPr>
        </p:nvSpPr>
        <p:spPr>
          <a:xfrm>
            <a:off x="179387" y="332656"/>
            <a:ext cx="8785225" cy="689932"/>
          </a:xfrm>
        </p:spPr>
        <p:txBody>
          <a:bodyPr lIns="0" tIns="12700" rIns="0" bIns="0" rtlCol="0">
            <a:spAutoFit/>
          </a:bodyPr>
          <a:lstStyle/>
          <a:p>
            <a:pPr marL="12700">
              <a:spcBef>
                <a:spcPts val="100"/>
              </a:spcBef>
              <a:defRPr/>
            </a:pPr>
            <a:r>
              <a:rPr lang="en-US" spc="370" dirty="0"/>
              <a:t>Event Listeners</a:t>
            </a:r>
            <a:endParaRPr dirty="0"/>
          </a:p>
        </p:txBody>
      </p:sp>
      <p:sp>
        <p:nvSpPr>
          <p:cNvPr id="3" name="object 3">
            <a:extLst>
              <a:ext uri="{FF2B5EF4-FFF2-40B4-BE49-F238E27FC236}">
                <a16:creationId xmlns:a16="http://schemas.microsoft.com/office/drawing/2014/main" id="{03C9F453-42B5-8E3C-49AC-40DBCD89B93B}"/>
              </a:ext>
            </a:extLst>
          </p:cNvPr>
          <p:cNvSpPr txBox="1"/>
          <p:nvPr/>
        </p:nvSpPr>
        <p:spPr>
          <a:xfrm>
            <a:off x="161762" y="1416253"/>
            <a:ext cx="8982237" cy="5109091"/>
          </a:xfrm>
          <a:prstGeom prst="rect">
            <a:avLst/>
          </a:prstGeom>
        </p:spPr>
        <p:txBody>
          <a:bodyPr wrap="square" lIns="0" tIns="12700" rIns="0" bIns="0">
            <a:spAutoFit/>
          </a:bodyPr>
          <a:lstStyle/>
          <a:p>
            <a:pPr marL="298450" indent="-285750">
              <a:spcBef>
                <a:spcPts val="100"/>
              </a:spcBef>
              <a:buClr>
                <a:srgbClr val="666666"/>
              </a:buClr>
              <a:buFont typeface="Arial" panose="020B0604020202020204" pitchFamily="34" charset="0"/>
              <a:buChar char="•"/>
              <a:tabLst>
                <a:tab pos="354965" algn="l"/>
                <a:tab pos="355600" algn="l"/>
              </a:tabLst>
              <a:defRPr/>
            </a:pPr>
            <a:r>
              <a:rPr spc="-5" dirty="0">
                <a:solidFill>
                  <a:srgbClr val="161616"/>
                </a:solidFill>
                <a:cs typeface="Arial" panose="020B0604020202020204" pitchFamily="34" charset="0"/>
              </a:rPr>
              <a:t>They</a:t>
            </a:r>
            <a:r>
              <a:rPr spc="-10" dirty="0">
                <a:solidFill>
                  <a:srgbClr val="161616"/>
                </a:solidFill>
                <a:cs typeface="Arial" panose="020B0604020202020204" pitchFamily="34" charset="0"/>
              </a:rPr>
              <a:t> </a:t>
            </a:r>
            <a:r>
              <a:rPr spc="-5" dirty="0">
                <a:solidFill>
                  <a:srgbClr val="161616"/>
                </a:solidFill>
                <a:cs typeface="Arial" panose="020B0604020202020204" pitchFamily="34" charset="0"/>
              </a:rPr>
              <a:t>can deal</a:t>
            </a:r>
            <a:r>
              <a:rPr spc="10" dirty="0">
                <a:solidFill>
                  <a:srgbClr val="161616"/>
                </a:solidFill>
                <a:cs typeface="Arial" panose="020B0604020202020204" pitchFamily="34" charset="0"/>
              </a:rPr>
              <a:t> </a:t>
            </a:r>
            <a:r>
              <a:rPr spc="-15" dirty="0">
                <a:solidFill>
                  <a:srgbClr val="161616"/>
                </a:solidFill>
                <a:cs typeface="Arial" panose="020B0604020202020204" pitchFamily="34" charset="0"/>
              </a:rPr>
              <a:t>with</a:t>
            </a:r>
            <a:r>
              <a:rPr spc="45" dirty="0">
                <a:solidFill>
                  <a:srgbClr val="161616"/>
                </a:solidFill>
                <a:cs typeface="Arial" panose="020B0604020202020204" pitchFamily="34" charset="0"/>
              </a:rPr>
              <a:t> </a:t>
            </a:r>
            <a:r>
              <a:rPr spc="-5" dirty="0">
                <a:solidFill>
                  <a:srgbClr val="161616"/>
                </a:solidFill>
                <a:cs typeface="Arial" panose="020B0604020202020204" pitchFamily="34" charset="0"/>
              </a:rPr>
              <a:t>more than</a:t>
            </a:r>
            <a:r>
              <a:rPr spc="5" dirty="0">
                <a:solidFill>
                  <a:srgbClr val="161616"/>
                </a:solidFill>
                <a:cs typeface="Arial" panose="020B0604020202020204" pitchFamily="34" charset="0"/>
              </a:rPr>
              <a:t> </a:t>
            </a:r>
            <a:r>
              <a:rPr spc="-5" dirty="0">
                <a:solidFill>
                  <a:srgbClr val="161616"/>
                </a:solidFill>
                <a:cs typeface="Arial" panose="020B0604020202020204" pitchFamily="34" charset="0"/>
              </a:rPr>
              <a:t>one</a:t>
            </a:r>
            <a:r>
              <a:rPr spc="5" dirty="0">
                <a:solidFill>
                  <a:srgbClr val="161616"/>
                </a:solidFill>
                <a:cs typeface="Arial" panose="020B0604020202020204" pitchFamily="34" charset="0"/>
              </a:rPr>
              <a:t> </a:t>
            </a:r>
            <a:r>
              <a:rPr spc="-5" dirty="0">
                <a:solidFill>
                  <a:srgbClr val="161616"/>
                </a:solidFill>
                <a:cs typeface="Arial" panose="020B0604020202020204" pitchFamily="34" charset="0"/>
              </a:rPr>
              <a:t>function</a:t>
            </a:r>
            <a:r>
              <a:rPr spc="10" dirty="0">
                <a:solidFill>
                  <a:srgbClr val="161616"/>
                </a:solidFill>
                <a:cs typeface="Arial" panose="020B0604020202020204" pitchFamily="34" charset="0"/>
              </a:rPr>
              <a:t> </a:t>
            </a:r>
            <a:r>
              <a:rPr dirty="0">
                <a:solidFill>
                  <a:srgbClr val="161616"/>
                </a:solidFill>
                <a:cs typeface="Arial" panose="020B0604020202020204" pitchFamily="34" charset="0"/>
              </a:rPr>
              <a:t>at</a:t>
            </a:r>
            <a:r>
              <a:rPr spc="-5" dirty="0">
                <a:solidFill>
                  <a:srgbClr val="161616"/>
                </a:solidFill>
                <a:cs typeface="Arial" panose="020B0604020202020204" pitchFamily="34" charset="0"/>
              </a:rPr>
              <a:t> a</a:t>
            </a:r>
            <a:r>
              <a:rPr dirty="0">
                <a:solidFill>
                  <a:srgbClr val="161616"/>
                </a:solidFill>
                <a:cs typeface="Arial" panose="020B0604020202020204" pitchFamily="34" charset="0"/>
              </a:rPr>
              <a:t> time</a:t>
            </a:r>
            <a:r>
              <a:rPr lang="en-GB" dirty="0">
                <a:solidFill>
                  <a:srgbClr val="161616"/>
                </a:solidFill>
                <a:cs typeface="Arial" panose="020B0604020202020204" pitchFamily="34" charset="0"/>
              </a:rPr>
              <a:t>.</a:t>
            </a:r>
            <a:endParaRPr lang="en-US" dirty="0">
              <a:solidFill>
                <a:srgbClr val="161616"/>
              </a:solidFill>
              <a:cs typeface="Arial" panose="020B0604020202020204" pitchFamily="34" charset="0"/>
            </a:endParaRPr>
          </a:p>
          <a:p>
            <a:pPr marL="298450" indent="-285750">
              <a:spcBef>
                <a:spcPts val="100"/>
              </a:spcBef>
              <a:buClr>
                <a:srgbClr val="666666"/>
              </a:buClr>
              <a:buFont typeface="Arial" panose="020B0604020202020204" pitchFamily="34" charset="0"/>
              <a:buChar char="•"/>
              <a:tabLst>
                <a:tab pos="354965" algn="l"/>
                <a:tab pos="355600" algn="l"/>
              </a:tabLst>
              <a:defRPr/>
            </a:pPr>
            <a:r>
              <a:rPr lang="en-US" dirty="0">
                <a:cs typeface="Arial" panose="020B0604020202020204" pitchFamily="34" charset="0"/>
              </a:rPr>
              <a:t>A more flexible approach to managing user interactions and other events.</a:t>
            </a:r>
          </a:p>
          <a:p>
            <a:pPr marL="298450" indent="-285750">
              <a:spcBef>
                <a:spcPts val="100"/>
              </a:spcBef>
              <a:buClr>
                <a:srgbClr val="666666"/>
              </a:buClr>
              <a:buFont typeface="Arial" panose="020B0604020202020204" pitchFamily="34" charset="0"/>
              <a:buChar char="•"/>
              <a:tabLst>
                <a:tab pos="354965" algn="l"/>
                <a:tab pos="355600" algn="l"/>
              </a:tabLst>
              <a:defRPr/>
            </a:pPr>
            <a:r>
              <a:rPr lang="en-US" dirty="0">
                <a:cs typeface="Arial" panose="020B0604020202020204" pitchFamily="34" charset="0"/>
              </a:rPr>
              <a:t>Event listeners can handle multiple functions in response to a single event.</a:t>
            </a:r>
          </a:p>
          <a:p>
            <a:pPr marL="298450" indent="-285750">
              <a:spcBef>
                <a:spcPts val="100"/>
              </a:spcBef>
              <a:buClr>
                <a:srgbClr val="666666"/>
              </a:buClr>
              <a:buFont typeface="Arial" panose="020B0604020202020204" pitchFamily="34" charset="0"/>
              <a:buChar char="•"/>
              <a:tabLst>
                <a:tab pos="354965" algn="l"/>
                <a:tab pos="355600" algn="l"/>
              </a:tabLst>
              <a:defRPr/>
            </a:pPr>
            <a:r>
              <a:rPr lang="en-US" dirty="0">
                <a:cs typeface="Arial" panose="020B0604020202020204" pitchFamily="34" charset="0"/>
              </a:rPr>
              <a:t>Create more complex, interactive, and responsive web applications.</a:t>
            </a:r>
          </a:p>
          <a:p>
            <a:pPr marL="298450" indent="-285750">
              <a:spcBef>
                <a:spcPts val="100"/>
              </a:spcBef>
              <a:buClr>
                <a:srgbClr val="666666"/>
              </a:buClr>
              <a:buFont typeface="Arial" panose="020B0604020202020204" pitchFamily="34" charset="0"/>
              <a:buChar char="•"/>
              <a:tabLst>
                <a:tab pos="354965" algn="l"/>
                <a:tab pos="355600" algn="l"/>
              </a:tabLst>
              <a:defRPr/>
            </a:pPr>
            <a:r>
              <a:rPr lang="en-US" dirty="0">
                <a:cs typeface="Arial" panose="020B0604020202020204" pitchFamily="34" charset="0"/>
              </a:rPr>
              <a:t>Enhances the ability to create layered responses to user interactions by:</a:t>
            </a:r>
          </a:p>
          <a:p>
            <a:pPr marL="755650" lvl="1" indent="-285750">
              <a:spcBef>
                <a:spcPts val="100"/>
              </a:spcBef>
              <a:buClr>
                <a:srgbClr val="666666"/>
              </a:buClr>
              <a:buFont typeface="Arial" panose="020B0604020202020204" pitchFamily="34" charset="0"/>
              <a:buChar char="•"/>
              <a:tabLst>
                <a:tab pos="354965" algn="l"/>
                <a:tab pos="355600" algn="l"/>
              </a:tabLst>
              <a:defRPr/>
            </a:pPr>
            <a:r>
              <a:rPr lang="en-US" sz="2000" dirty="0">
                <a:cs typeface="Arial" panose="020B0604020202020204" pitchFamily="34" charset="0"/>
              </a:rPr>
              <a:t>Validating inputs</a:t>
            </a:r>
          </a:p>
          <a:p>
            <a:pPr marL="755650" lvl="1" indent="-285750">
              <a:spcBef>
                <a:spcPts val="100"/>
              </a:spcBef>
              <a:buClr>
                <a:srgbClr val="666666"/>
              </a:buClr>
              <a:buFont typeface="Arial" panose="020B0604020202020204" pitchFamily="34" charset="0"/>
              <a:buChar char="•"/>
              <a:tabLst>
                <a:tab pos="354965" algn="l"/>
                <a:tab pos="355600" algn="l"/>
              </a:tabLst>
              <a:defRPr/>
            </a:pPr>
            <a:r>
              <a:rPr lang="en-US" sz="2000" dirty="0">
                <a:cs typeface="Arial" panose="020B0604020202020204" pitchFamily="34" charset="0"/>
              </a:rPr>
              <a:t>Providing feedback</a:t>
            </a:r>
          </a:p>
          <a:p>
            <a:pPr marL="755650" lvl="1" indent="-285750">
              <a:spcBef>
                <a:spcPts val="100"/>
              </a:spcBef>
              <a:buClr>
                <a:srgbClr val="666666"/>
              </a:buClr>
              <a:buFont typeface="Arial" panose="020B0604020202020204" pitchFamily="34" charset="0"/>
              <a:buChar char="•"/>
              <a:tabLst>
                <a:tab pos="354965" algn="l"/>
                <a:tab pos="355600" algn="l"/>
              </a:tabLst>
              <a:defRPr/>
            </a:pPr>
            <a:r>
              <a:rPr lang="en-US" sz="2000" dirty="0">
                <a:cs typeface="Arial" panose="020B0604020202020204" pitchFamily="34" charset="0"/>
              </a:rPr>
              <a:t>Manage subsequent actions</a:t>
            </a:r>
          </a:p>
          <a:p>
            <a:pPr marL="298450" indent="-285750">
              <a:spcBef>
                <a:spcPts val="100"/>
              </a:spcBef>
              <a:buClr>
                <a:srgbClr val="666666"/>
              </a:buClr>
              <a:buFont typeface="Arial" panose="020B0604020202020204" pitchFamily="34" charset="0"/>
              <a:buChar char="•"/>
              <a:tabLst>
                <a:tab pos="354965" algn="l"/>
                <a:tab pos="355600" algn="l"/>
              </a:tabLst>
              <a:defRPr/>
            </a:pPr>
            <a:r>
              <a:rPr lang="en-US" dirty="0">
                <a:cs typeface="Arial" panose="020B0604020202020204" pitchFamily="34" charset="0"/>
              </a:rPr>
              <a:t>Event listeners provide smoother and dynamic user experience. </a:t>
            </a:r>
          </a:p>
          <a:p>
            <a:pPr marL="298450" indent="-285750">
              <a:lnSpc>
                <a:spcPct val="150000"/>
              </a:lnSpc>
              <a:spcBef>
                <a:spcPts val="100"/>
              </a:spcBef>
              <a:buClr>
                <a:srgbClr val="666666"/>
              </a:buClr>
              <a:buFont typeface="Wingdings" panose="05000000000000000000" pitchFamily="2" charset="2"/>
              <a:buChar char="q"/>
              <a:tabLst>
                <a:tab pos="354965" algn="l"/>
                <a:tab pos="355600" algn="l"/>
              </a:tabLst>
              <a:defRPr/>
            </a:pPr>
            <a:endParaRPr sz="1800" dirty="0">
              <a:cs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24964EA2-5A57-C562-3B7B-04BF893F5D06}"/>
              </a:ext>
            </a:extLst>
          </p:cNvPr>
          <p:cNvSpPr txBox="1">
            <a:spLocks noGrp="1"/>
          </p:cNvSpPr>
          <p:nvPr>
            <p:ph type="title"/>
          </p:nvPr>
        </p:nvSpPr>
        <p:spPr>
          <a:xfrm>
            <a:off x="103188" y="342421"/>
            <a:ext cx="8785225" cy="689932"/>
          </a:xfrm>
        </p:spPr>
        <p:txBody>
          <a:bodyPr lIns="0" tIns="12700" rIns="0" bIns="0" rtlCol="0">
            <a:spAutoFit/>
          </a:bodyPr>
          <a:lstStyle/>
          <a:p>
            <a:pPr marL="12700">
              <a:spcBef>
                <a:spcPts val="100"/>
              </a:spcBef>
              <a:defRPr/>
            </a:pPr>
            <a:r>
              <a:rPr lang="en-US" spc="185" dirty="0"/>
              <a:t>Event Listeners - Example</a:t>
            </a:r>
            <a:endParaRPr spc="185" dirty="0"/>
          </a:p>
        </p:txBody>
      </p:sp>
      <p:pic>
        <p:nvPicPr>
          <p:cNvPr id="4" name="Picture 3">
            <a:extLst>
              <a:ext uri="{FF2B5EF4-FFF2-40B4-BE49-F238E27FC236}">
                <a16:creationId xmlns:a16="http://schemas.microsoft.com/office/drawing/2014/main" id="{042B3DF3-6FBA-8DC0-3A7E-BB627D8A6B1B}"/>
              </a:ext>
            </a:extLst>
          </p:cNvPr>
          <p:cNvPicPr>
            <a:picLocks noChangeAspect="1"/>
          </p:cNvPicPr>
          <p:nvPr/>
        </p:nvPicPr>
        <p:blipFill>
          <a:blip r:embed="rId2"/>
          <a:stretch>
            <a:fillRect/>
          </a:stretch>
        </p:blipFill>
        <p:spPr>
          <a:xfrm>
            <a:off x="2411760" y="1412776"/>
            <a:ext cx="4388296" cy="468052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a:extLst>
              <a:ext uri="{FF2B5EF4-FFF2-40B4-BE49-F238E27FC236}">
                <a16:creationId xmlns:a16="http://schemas.microsoft.com/office/drawing/2014/main" id="{B06A07D0-8C39-C490-3F40-AB5E506D5B1B}"/>
              </a:ext>
            </a:extLst>
          </p:cNvPr>
          <p:cNvSpPr>
            <a:spLocks noGrp="1" noChangeArrowheads="1"/>
          </p:cNvSpPr>
          <p:nvPr>
            <p:ph type="title"/>
          </p:nvPr>
        </p:nvSpPr>
        <p:spPr/>
        <p:txBody>
          <a:bodyPr/>
          <a:lstStyle/>
          <a:p>
            <a:pPr eaLnBrk="1" hangingPunct="1"/>
            <a:r>
              <a:rPr lang="en-US" altLang="en-US"/>
              <a:t>References</a:t>
            </a:r>
          </a:p>
        </p:txBody>
      </p:sp>
      <p:sp>
        <p:nvSpPr>
          <p:cNvPr id="3" name="Rectangle 5">
            <a:extLst>
              <a:ext uri="{FF2B5EF4-FFF2-40B4-BE49-F238E27FC236}">
                <a16:creationId xmlns:a16="http://schemas.microsoft.com/office/drawing/2014/main" id="{8D6EFF4A-FB0E-F479-7D4F-704226D49F0F}"/>
              </a:ext>
            </a:extLst>
          </p:cNvPr>
          <p:cNvSpPr>
            <a:spLocks noGrp="1" noChangeArrowheads="1"/>
          </p:cNvSpPr>
          <p:nvPr>
            <p:ph idx="1"/>
          </p:nvPr>
        </p:nvSpPr>
        <p:spPr>
          <a:xfrm>
            <a:off x="96458" y="1412776"/>
            <a:ext cx="8856663" cy="4319587"/>
          </a:xfrm>
        </p:spPr>
        <p:txBody>
          <a:bodyPr/>
          <a:lstStyle/>
          <a:p>
            <a:pPr algn="l"/>
            <a:r>
              <a:rPr lang="en-GB" sz="2000" b="1" i="0" dirty="0">
                <a:solidFill>
                  <a:srgbClr val="0D0D0D"/>
                </a:solidFill>
                <a:effectLst/>
                <a:latin typeface="Arial" panose="020B0604020202020204" pitchFamily="34" charset="0"/>
                <a:cs typeface="Arial" panose="020B0604020202020204" pitchFamily="34" charset="0"/>
              </a:rPr>
              <a:t>Books</a:t>
            </a:r>
          </a:p>
          <a:p>
            <a:pPr algn="l">
              <a:buFont typeface="+mj-lt"/>
              <a:buAutoNum type="arabicPeriod"/>
            </a:pPr>
            <a:r>
              <a:rPr lang="en-GB" sz="2000" b="0" i="0" dirty="0">
                <a:solidFill>
                  <a:srgbClr val="0D0D0D"/>
                </a:solidFill>
                <a:effectLst/>
                <a:latin typeface="Arial" panose="020B0604020202020204" pitchFamily="34" charset="0"/>
                <a:cs typeface="Arial" panose="020B0604020202020204" pitchFamily="34" charset="0"/>
              </a:rPr>
              <a:t>McFarland, D. (2014). </a:t>
            </a:r>
            <a:r>
              <a:rPr lang="en-GB" sz="2000" b="0" i="1" dirty="0">
                <a:solidFill>
                  <a:srgbClr val="0D0D0D"/>
                </a:solidFill>
                <a:effectLst/>
                <a:latin typeface="Arial" panose="020B0604020202020204" pitchFamily="34" charset="0"/>
                <a:cs typeface="Arial" panose="020B0604020202020204" pitchFamily="34" charset="0"/>
              </a:rPr>
              <a:t>JavaScript &amp; jQuery: The Missing Manual</a:t>
            </a:r>
            <a:r>
              <a:rPr lang="en-GB" sz="2000" b="0" i="0" dirty="0">
                <a:solidFill>
                  <a:srgbClr val="0D0D0D"/>
                </a:solidFill>
                <a:effectLst/>
                <a:latin typeface="Arial" panose="020B0604020202020204" pitchFamily="34" charset="0"/>
                <a:cs typeface="Arial" panose="020B0604020202020204" pitchFamily="34" charset="0"/>
              </a:rPr>
              <a:t>. O'Reilly Media.</a:t>
            </a:r>
          </a:p>
          <a:p>
            <a:pPr algn="l">
              <a:buFont typeface="+mj-lt"/>
              <a:buAutoNum type="arabicPeriod"/>
            </a:pPr>
            <a:r>
              <a:rPr lang="en-GB" sz="2000" b="0" i="0" dirty="0">
                <a:solidFill>
                  <a:srgbClr val="0D0D0D"/>
                </a:solidFill>
                <a:effectLst/>
                <a:latin typeface="Arial" panose="020B0604020202020204" pitchFamily="34" charset="0"/>
                <a:cs typeface="Arial" panose="020B0604020202020204" pitchFamily="34" charset="0"/>
              </a:rPr>
              <a:t>Freeman, E. (2020). </a:t>
            </a:r>
            <a:r>
              <a:rPr lang="en-GB" sz="2000" b="0" i="1" dirty="0">
                <a:solidFill>
                  <a:srgbClr val="0D0D0D"/>
                </a:solidFill>
                <a:effectLst/>
                <a:latin typeface="Arial" panose="020B0604020202020204" pitchFamily="34" charset="0"/>
                <a:cs typeface="Arial" panose="020B0604020202020204" pitchFamily="34" charset="0"/>
              </a:rPr>
              <a:t>Head First JavaScript Programming: A Brain-Friendly Guide</a:t>
            </a:r>
            <a:r>
              <a:rPr lang="en-GB" sz="2000" b="0" i="0" dirty="0">
                <a:solidFill>
                  <a:srgbClr val="0D0D0D"/>
                </a:solidFill>
                <a:effectLst/>
                <a:latin typeface="Arial" panose="020B0604020202020204" pitchFamily="34" charset="0"/>
                <a:cs typeface="Arial" panose="020B0604020202020204" pitchFamily="34" charset="0"/>
              </a:rPr>
              <a:t>. O'Reilly Media.</a:t>
            </a:r>
          </a:p>
          <a:p>
            <a:pPr algn="l">
              <a:buFont typeface="+mj-lt"/>
              <a:buAutoNum type="arabicPeriod"/>
            </a:pPr>
            <a:endParaRPr lang="en-GB" sz="2000" b="0" i="0" dirty="0">
              <a:solidFill>
                <a:srgbClr val="0D0D0D"/>
              </a:solidFill>
              <a:effectLst/>
              <a:latin typeface="Arial" panose="020B0604020202020204" pitchFamily="34" charset="0"/>
              <a:cs typeface="Arial" panose="020B0604020202020204" pitchFamily="34" charset="0"/>
            </a:endParaRPr>
          </a:p>
          <a:p>
            <a:pPr algn="l"/>
            <a:r>
              <a:rPr lang="en-GB" sz="2000" b="1" i="0" dirty="0">
                <a:solidFill>
                  <a:srgbClr val="0D0D0D"/>
                </a:solidFill>
                <a:effectLst/>
                <a:latin typeface="Arial" panose="020B0604020202020204" pitchFamily="34" charset="0"/>
                <a:cs typeface="Arial" panose="020B0604020202020204" pitchFamily="34" charset="0"/>
              </a:rPr>
              <a:t>Web Resources</a:t>
            </a:r>
          </a:p>
          <a:p>
            <a:pPr algn="l">
              <a:buFont typeface="+mj-lt"/>
              <a:buAutoNum type="arabicPeriod"/>
            </a:pPr>
            <a:r>
              <a:rPr lang="en-GB" sz="2000" b="0" i="0" dirty="0">
                <a:solidFill>
                  <a:srgbClr val="0D0D0D"/>
                </a:solidFill>
                <a:effectLst/>
                <a:latin typeface="Arial" panose="020B0604020202020204" pitchFamily="34" charset="0"/>
                <a:cs typeface="Arial" panose="020B0604020202020204" pitchFamily="34" charset="0"/>
              </a:rPr>
              <a:t>Mozilla Developer Network (MDN). </a:t>
            </a:r>
            <a:r>
              <a:rPr lang="en-GB" sz="2000" b="0" i="1" dirty="0">
                <a:solidFill>
                  <a:srgbClr val="0D0D0D"/>
                </a:solidFill>
                <a:effectLst/>
                <a:latin typeface="Arial" panose="020B0604020202020204" pitchFamily="34" charset="0"/>
                <a:cs typeface="Arial" panose="020B0604020202020204" pitchFamily="34" charset="0"/>
              </a:rPr>
              <a:t>Introduction to the DOM</a:t>
            </a:r>
            <a:r>
              <a:rPr lang="en-GB" sz="2000" b="0" i="0" dirty="0">
                <a:solidFill>
                  <a:srgbClr val="0D0D0D"/>
                </a:solidFill>
                <a:effectLst/>
                <a:latin typeface="Arial" panose="020B0604020202020204" pitchFamily="34" charset="0"/>
                <a:cs typeface="Arial" panose="020B0604020202020204" pitchFamily="34" charset="0"/>
              </a:rPr>
              <a:t>. Available at: </a:t>
            </a:r>
            <a:r>
              <a:rPr lang="en-GB" sz="2000" b="0" i="0" u="none" strike="noStrike" dirty="0">
                <a:solidFill>
                  <a:srgbClr val="0D0D0D"/>
                </a:solidFill>
                <a:effectLst/>
                <a:latin typeface="Arial" panose="020B0604020202020204" pitchFamily="34" charset="0"/>
                <a:cs typeface="Arial" panose="020B0604020202020204" pitchFamily="34" charset="0"/>
              </a:rPr>
              <a:t>https://developer.mozilla.org/en-US/docs/Web/API/Document_Object_Model/Introduction</a:t>
            </a:r>
            <a:endParaRPr lang="en-GB" sz="2000" b="0" i="0" dirty="0">
              <a:solidFill>
                <a:srgbClr val="0D0D0D"/>
              </a:solidFill>
              <a:effectLst/>
              <a:latin typeface="Arial" panose="020B0604020202020204" pitchFamily="34" charset="0"/>
              <a:cs typeface="Arial" panose="020B0604020202020204" pitchFamily="34" charset="0"/>
            </a:endParaRPr>
          </a:p>
          <a:p>
            <a:pPr algn="l">
              <a:buFont typeface="+mj-lt"/>
              <a:buAutoNum type="arabicPeriod"/>
            </a:pPr>
            <a:r>
              <a:rPr lang="en-GB" sz="2000" b="0" i="0" dirty="0">
                <a:solidFill>
                  <a:srgbClr val="0D0D0D"/>
                </a:solidFill>
                <a:effectLst/>
                <a:latin typeface="Arial" panose="020B0604020202020204" pitchFamily="34" charset="0"/>
                <a:cs typeface="Arial" panose="020B0604020202020204" pitchFamily="34" charset="0"/>
              </a:rPr>
              <a:t>W3Schools. </a:t>
            </a:r>
            <a:r>
              <a:rPr lang="en-GB" sz="2000" b="0" i="1" dirty="0">
                <a:solidFill>
                  <a:srgbClr val="0D0D0D"/>
                </a:solidFill>
                <a:effectLst/>
                <a:latin typeface="Arial" panose="020B0604020202020204" pitchFamily="34" charset="0"/>
                <a:cs typeface="Arial" panose="020B0604020202020204" pitchFamily="34" charset="0"/>
              </a:rPr>
              <a:t>HTML DOM</a:t>
            </a:r>
            <a:r>
              <a:rPr lang="en-GB" sz="2000" b="0" i="0" dirty="0">
                <a:solidFill>
                  <a:srgbClr val="0D0D0D"/>
                </a:solidFill>
                <a:effectLst/>
                <a:latin typeface="Arial" panose="020B0604020202020204" pitchFamily="34" charset="0"/>
                <a:cs typeface="Arial" panose="020B0604020202020204" pitchFamily="34" charset="0"/>
              </a:rPr>
              <a:t>. Available at: </a:t>
            </a:r>
            <a:r>
              <a:rPr lang="en-GB" sz="2000" b="0" i="0" u="none" strike="noStrike" dirty="0">
                <a:solidFill>
                  <a:srgbClr val="0D0D0D"/>
                </a:solidFill>
                <a:effectLst/>
                <a:latin typeface="Arial" panose="020B0604020202020204" pitchFamily="34" charset="0"/>
                <a:cs typeface="Arial" panose="020B0604020202020204" pitchFamily="34" charset="0"/>
              </a:rPr>
              <a:t>https://www.w3schools.com/js/js_htmldom.asp</a:t>
            </a:r>
            <a:endParaRPr lang="en-GB" sz="2000" b="0" i="0" dirty="0">
              <a:solidFill>
                <a:srgbClr val="0D0D0D"/>
              </a:solidFill>
              <a:effectLst/>
              <a:latin typeface="Arial" panose="020B0604020202020204" pitchFamily="34" charset="0"/>
              <a:cs typeface="Arial" panose="020B0604020202020204" pitchFamily="34" charset="0"/>
            </a:endParaRPr>
          </a:p>
          <a:p>
            <a:pPr algn="l">
              <a:buFont typeface="+mj-lt"/>
              <a:buAutoNum type="arabicPeriod"/>
            </a:pPr>
            <a:r>
              <a:rPr lang="en-GB" sz="2000" b="0" i="0" dirty="0">
                <a:solidFill>
                  <a:srgbClr val="0D0D0D"/>
                </a:solidFill>
                <a:effectLst/>
                <a:latin typeface="Arial" panose="020B0604020202020204" pitchFamily="34" charset="0"/>
                <a:cs typeface="Arial" panose="020B0604020202020204" pitchFamily="34" charset="0"/>
              </a:rPr>
              <a:t>Eloquent JavaScript. </a:t>
            </a:r>
            <a:r>
              <a:rPr lang="en-GB" sz="2000" b="0" i="1" dirty="0">
                <a:solidFill>
                  <a:srgbClr val="0D0D0D"/>
                </a:solidFill>
                <a:effectLst/>
                <a:latin typeface="Arial" panose="020B0604020202020204" pitchFamily="34" charset="0"/>
                <a:cs typeface="Arial" panose="020B0604020202020204" pitchFamily="34" charset="0"/>
              </a:rPr>
              <a:t>The Document Object Model</a:t>
            </a:r>
            <a:r>
              <a:rPr lang="en-GB" sz="2000" b="0" i="0" dirty="0">
                <a:solidFill>
                  <a:srgbClr val="0D0D0D"/>
                </a:solidFill>
                <a:effectLst/>
                <a:latin typeface="Arial" panose="020B0604020202020204" pitchFamily="34" charset="0"/>
                <a:cs typeface="Arial" panose="020B0604020202020204" pitchFamily="34" charset="0"/>
              </a:rPr>
              <a:t>. Available at: </a:t>
            </a:r>
            <a:r>
              <a:rPr lang="en-GB" sz="2000" b="0" i="0" u="none" strike="noStrike" dirty="0">
                <a:solidFill>
                  <a:srgbClr val="0D0D0D"/>
                </a:solidFill>
                <a:effectLst/>
                <a:latin typeface="Arial" panose="020B0604020202020204" pitchFamily="34" charset="0"/>
                <a:cs typeface="Arial" panose="020B0604020202020204" pitchFamily="34" charset="0"/>
              </a:rPr>
              <a:t>https://eloquentjavascript.net/14_dom.html</a:t>
            </a:r>
            <a:endParaRPr lang="en-GB" sz="2000" b="0" i="0" dirty="0">
              <a:solidFill>
                <a:srgbClr val="0D0D0D"/>
              </a:solidFill>
              <a:effectLst/>
              <a:latin typeface="Arial" panose="020B0604020202020204" pitchFamily="34" charset="0"/>
              <a:cs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0479C05-8FD9-E4D9-35AD-0368D0C7EFCC}"/>
              </a:ext>
            </a:extLst>
          </p:cNvPr>
          <p:cNvSpPr>
            <a:spLocks noGrp="1" noChangeArrowheads="1"/>
          </p:cNvSpPr>
          <p:nvPr>
            <p:ph type="ctrTitle"/>
          </p:nvPr>
        </p:nvSpPr>
        <p:spPr>
          <a:xfrm>
            <a:off x="685800" y="2286000"/>
            <a:ext cx="7772400" cy="1143000"/>
          </a:xfrm>
        </p:spPr>
        <p:txBody>
          <a:bodyPr/>
          <a:lstStyle/>
          <a:p>
            <a:pPr eaLnBrk="1" hangingPunct="1"/>
            <a:r>
              <a:rPr lang="en-GB" altLang="en-US" dirty="0"/>
              <a:t>Topic 7 – JavaScript II</a:t>
            </a:r>
          </a:p>
        </p:txBody>
      </p:sp>
      <p:sp>
        <p:nvSpPr>
          <p:cNvPr id="59395" name="Rectangle 3">
            <a:extLst>
              <a:ext uri="{FF2B5EF4-FFF2-40B4-BE49-F238E27FC236}">
                <a16:creationId xmlns:a16="http://schemas.microsoft.com/office/drawing/2014/main" id="{8001C4AF-49D9-5B09-670D-3F7E675B7DC4}"/>
              </a:ext>
            </a:extLst>
          </p:cNvPr>
          <p:cNvSpPr>
            <a:spLocks noGrp="1" noChangeArrowheads="1"/>
          </p:cNvSpPr>
          <p:nvPr>
            <p:ph type="subTitle" idx="1"/>
          </p:nvPr>
        </p:nvSpPr>
        <p:spPr/>
        <p:txBody>
          <a:bodyPr/>
          <a:lstStyle/>
          <a:p>
            <a:pPr eaLnBrk="1" hangingPunct="1"/>
            <a:r>
              <a:rPr lang="en-GB" altLang="en-US"/>
              <a:t>Any Questions?</a:t>
            </a:r>
          </a:p>
          <a:p>
            <a:pPr eaLnBrk="1" hangingPunct="1"/>
            <a:endParaRPr lang="en-GB" altLang="en-US"/>
          </a:p>
        </p:txBody>
      </p:sp>
    </p:spTree>
  </p:cSld>
  <p:clrMapOvr>
    <a:masterClrMapping/>
  </p:clrMapOvr>
</p:sld>
</file>

<file path=ppt/theme/theme1.xml><?xml version="1.0" encoding="utf-8"?>
<a:theme xmlns:a="http://schemas.openxmlformats.org/drawingml/2006/main" name="Blank Presentation">
  <a:themeElements>
    <a:clrScheme name="Custom 11">
      <a:dk1>
        <a:srgbClr val="000000"/>
      </a:dk1>
      <a:lt1>
        <a:srgbClr val="FFFFFF"/>
      </a:lt1>
      <a:dk2>
        <a:srgbClr val="000000"/>
      </a:dk2>
      <a:lt2>
        <a:srgbClr val="3F3F3F"/>
      </a:lt2>
      <a:accent1>
        <a:srgbClr val="212167"/>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Gill Sans"/>
        <a:ea typeface="ＭＳ Ｐゴシック"/>
        <a:cs typeface=""/>
      </a:majorFont>
      <a:minorFont>
        <a:latin typeface="Gill Sans"/>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st 2">
  <a:themeElements>
    <a:clrScheme name="test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test 2">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32" charset="-128"/>
          </a:defRPr>
        </a:defPPr>
      </a:lstStyle>
    </a:lnDef>
  </a:objectDefaults>
  <a:extraClrSchemeLst>
    <a:extraClrScheme>
      <a:clrScheme name="test 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test 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test 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test 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test 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test 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test 2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test 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test 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test 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test 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test 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04219901A04064790C94E9A9AE89D33" ma:contentTypeVersion="0" ma:contentTypeDescription="Create a new document." ma:contentTypeScope="" ma:versionID="eacdb1d6c144f2184e6157b4238170fc">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E04B11-C029-4A4B-AA6A-73246B1B825D}">
  <ds:schemaRefs>
    <ds:schemaRef ds:uri="http://schemas.microsoft.com/sharepoint/v3/contenttype/forms"/>
  </ds:schemaRefs>
</ds:datastoreItem>
</file>

<file path=customXml/itemProps2.xml><?xml version="1.0" encoding="utf-8"?>
<ds:datastoreItem xmlns:ds="http://schemas.openxmlformats.org/officeDocument/2006/customXml" ds:itemID="{3DF5D989-5E7A-44EE-BB62-A8BCA07D22BF}">
  <ds:schemaRefs>
    <ds:schemaRef ds:uri="http://schemas.openxmlformats.org/package/2006/metadata/core-properties"/>
    <ds:schemaRef ds:uri="http://purl.org/dc/terms/"/>
    <ds:schemaRef ds:uri="http://schemas.microsoft.com/office/2006/documentManagement/types"/>
    <ds:schemaRef ds:uri="http://purl.org/dc/dcmitype/"/>
    <ds:schemaRef ds:uri="http://www.w3.org/XML/1998/namespace"/>
    <ds:schemaRef ds:uri="bdeceafc-5c0f-406d-b95f-35e6593d664b"/>
    <ds:schemaRef ds:uri="http://purl.org/dc/elements/1.1/"/>
    <ds:schemaRef ds:uri="http://schemas.microsoft.com/office/infopath/2007/PartnerControls"/>
    <ds:schemaRef ds:uri="dbeaa6b5-7a21-43b8-ab59-31e7cbf2c187"/>
    <ds:schemaRef ds:uri="http://schemas.microsoft.com/office/2006/metadata/properties"/>
  </ds:schemaRefs>
</ds:datastoreItem>
</file>

<file path=customXml/itemProps3.xml><?xml version="1.0" encoding="utf-8"?>
<ds:datastoreItem xmlns:ds="http://schemas.openxmlformats.org/officeDocument/2006/customXml" ds:itemID="{0CCC41EF-4428-43F0-9B27-D9C2951BF0B8}"/>
</file>

<file path=docProps/app.xml><?xml version="1.0" encoding="utf-8"?>
<Properties xmlns="http://schemas.openxmlformats.org/officeDocument/2006/extended-properties" xmlns:vt="http://schemas.openxmlformats.org/officeDocument/2006/docPropsVTypes">
  <Template>Eric:Users:Eric:Desktop:test 2.ppt</Template>
  <TotalTime>303</TotalTime>
  <Words>2542</Words>
  <Application>Microsoft Office PowerPoint</Application>
  <PresentationFormat>On-screen Show (4:3)</PresentationFormat>
  <Paragraphs>358</Paragraphs>
  <Slides>48</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48</vt:i4>
      </vt:variant>
    </vt:vector>
  </HeadingPairs>
  <TitlesOfParts>
    <vt:vector size="56" baseType="lpstr">
      <vt:lpstr>Arial MT</vt:lpstr>
      <vt:lpstr>Gill Sans</vt:lpstr>
      <vt:lpstr>Arial</vt:lpstr>
      <vt:lpstr>Times New Roman</vt:lpstr>
      <vt:lpstr>Trebuchet MS</vt:lpstr>
      <vt:lpstr>Wingdings</vt:lpstr>
      <vt:lpstr>Blank Presentation</vt:lpstr>
      <vt:lpstr>test 2</vt:lpstr>
      <vt:lpstr>PowerPoint Presentation</vt:lpstr>
      <vt:lpstr>Scope and Coverage</vt:lpstr>
      <vt:lpstr>Learning Outcomes</vt:lpstr>
      <vt:lpstr>Unit Roadmap</vt:lpstr>
      <vt:lpstr>DOM basics</vt:lpstr>
      <vt:lpstr>What is the DOM?</vt:lpstr>
      <vt:lpstr>DOM Hierarchy</vt:lpstr>
      <vt:lpstr>DOM Tree</vt:lpstr>
      <vt:lpstr>What is HTML DOM?</vt:lpstr>
      <vt:lpstr>DOM Methods</vt:lpstr>
      <vt:lpstr>The HTML DOM Document Object</vt:lpstr>
      <vt:lpstr>DOM Elements Methods</vt:lpstr>
      <vt:lpstr>Quiz - 1</vt:lpstr>
      <vt:lpstr>Access DOM elements</vt:lpstr>
      <vt:lpstr>Access An Element</vt:lpstr>
      <vt:lpstr>Access Elements</vt:lpstr>
      <vt:lpstr>getElementsByClassName()</vt:lpstr>
      <vt:lpstr>Access The Elements</vt:lpstr>
      <vt:lpstr>Previous/Next Sibling</vt:lpstr>
      <vt:lpstr>First/Last Child</vt:lpstr>
      <vt:lpstr>Get/update element</vt:lpstr>
      <vt:lpstr>GET/UPDATE Element </vt:lpstr>
      <vt:lpstr>GET/UPDATE Element - nodeValue</vt:lpstr>
      <vt:lpstr>GET/UPDATE Element – textContent and innerText</vt:lpstr>
      <vt:lpstr>GET/UPDATE Element – innerHTML</vt:lpstr>
      <vt:lpstr>Edit dom elements</vt:lpstr>
      <vt:lpstr>Add/Remove Elements</vt:lpstr>
      <vt:lpstr>Check Attribute and GET Value</vt:lpstr>
      <vt:lpstr>Create/Change Attributes</vt:lpstr>
      <vt:lpstr>Changing HTML Style</vt:lpstr>
      <vt:lpstr>Js events</vt:lpstr>
      <vt:lpstr>JS Events</vt:lpstr>
      <vt:lpstr>Common JS Events</vt:lpstr>
      <vt:lpstr>JS Event Types</vt:lpstr>
      <vt:lpstr>onload Event</vt:lpstr>
      <vt:lpstr>Mouse Event Types</vt:lpstr>
      <vt:lpstr>Focus/Form Event Types</vt:lpstr>
      <vt:lpstr>onchange Event</vt:lpstr>
      <vt:lpstr>onclick Event</vt:lpstr>
      <vt:lpstr>onmouseover / onmouseout Event</vt:lpstr>
      <vt:lpstr>onkeydown Event</vt:lpstr>
      <vt:lpstr>onkeyup Event</vt:lpstr>
      <vt:lpstr>Traditional DOM Event Handler</vt:lpstr>
      <vt:lpstr>Quiz - Traditional DOM Event Handler</vt:lpstr>
      <vt:lpstr>Event Listeners</vt:lpstr>
      <vt:lpstr>Event Listeners - Example</vt:lpstr>
      <vt:lpstr>References</vt:lpstr>
      <vt:lpstr>Topic 7 – JavaScript II</vt:lpstr>
    </vt:vector>
  </TitlesOfParts>
  <Company>True Creative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Eric Riley</dc:creator>
  <cp:lastModifiedBy>Liew Pei Ling</cp:lastModifiedBy>
  <cp:revision>93</cp:revision>
  <dcterms:created xsi:type="dcterms:W3CDTF">2008-01-18T13:21:43Z</dcterms:created>
  <dcterms:modified xsi:type="dcterms:W3CDTF">2024-03-07T06:38:39Z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0x010100104219901A04064790C94E9A9AE89D33</vt:lpwstr>
  </property>
</Properties>
</file>