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entation.xml" ContentType="application/vnd.openxmlformats-officedocument.presentationml.presentation.main+xml"/>
  <Override PartName="/ppt/slides/slide3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34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3"/>
    <p:sldMasterId id="2147483650" r:id="rId4"/>
  </p:sldMasterIdLst>
  <p:notesMasterIdLst>
    <p:notesMasterId r:id="rId42"/>
  </p:notesMasterIdLst>
  <p:handoutMasterIdLst>
    <p:handoutMasterId r:id="rId43"/>
  </p:handoutMasterIdLst>
  <p:sldIdLst>
    <p:sldId id="261" r:id="rId5"/>
    <p:sldId id="263" r:id="rId6"/>
    <p:sldId id="325" r:id="rId7"/>
    <p:sldId id="277" r:id="rId8"/>
    <p:sldId id="276" r:id="rId9"/>
    <p:sldId id="275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6" r:id="rId18"/>
    <p:sldId id="285" r:id="rId19"/>
    <p:sldId id="287" r:id="rId20"/>
    <p:sldId id="289" r:id="rId21"/>
    <p:sldId id="288" r:id="rId22"/>
    <p:sldId id="290" r:id="rId23"/>
    <p:sldId id="291" r:id="rId24"/>
    <p:sldId id="292" r:id="rId25"/>
    <p:sldId id="296" r:id="rId26"/>
    <p:sldId id="293" r:id="rId27"/>
    <p:sldId id="295" r:id="rId28"/>
    <p:sldId id="297" r:id="rId29"/>
    <p:sldId id="299" r:id="rId30"/>
    <p:sldId id="298" r:id="rId31"/>
    <p:sldId id="300" r:id="rId32"/>
    <p:sldId id="301" r:id="rId33"/>
    <p:sldId id="303" r:id="rId34"/>
    <p:sldId id="302" r:id="rId35"/>
    <p:sldId id="305" r:id="rId36"/>
    <p:sldId id="304" r:id="rId37"/>
    <p:sldId id="306" r:id="rId38"/>
    <p:sldId id="308" r:id="rId39"/>
    <p:sldId id="307" r:id="rId40"/>
    <p:sldId id="262" r:id="rId4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9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929"/>
    <a:srgbClr val="CB9535"/>
    <a:srgbClr val="974F8E"/>
    <a:srgbClr val="286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59A282-0970-4859-990A-8123C2882072}" v="28" dt="2024-03-07T07:22:01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1"/>
    <p:restoredTop sz="94648"/>
  </p:normalViewPr>
  <p:slideViewPr>
    <p:cSldViewPr>
      <p:cViewPr varScale="1">
        <p:scale>
          <a:sx n="67" d="100"/>
          <a:sy n="67" d="100"/>
        </p:scale>
        <p:origin x="66" y="354"/>
      </p:cViewPr>
      <p:guideLst>
        <p:guide orient="horz" pos="2160"/>
        <p:guide pos="2880"/>
        <p:guide pos="9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9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ew Pei Ling" userId="c3090c8e-0726-43ba-95b9-123e980a216d" providerId="ADAL" clId="{C359A282-0970-4859-990A-8123C2882072}"/>
    <pc:docChg chg="custSel modSld modMainMaster">
      <pc:chgData name="Liew Pei Ling" userId="c3090c8e-0726-43ba-95b9-123e980a216d" providerId="ADAL" clId="{C359A282-0970-4859-990A-8123C2882072}" dt="2024-03-07T07:22:10.297" v="332" actId="20577"/>
      <pc:docMkLst>
        <pc:docMk/>
      </pc:docMkLst>
      <pc:sldChg chg="modSp mod">
        <pc:chgData name="Liew Pei Ling" userId="c3090c8e-0726-43ba-95b9-123e980a216d" providerId="ADAL" clId="{C359A282-0970-4859-990A-8123C2882072}" dt="2024-03-07T04:39:29.331" v="307" actId="113"/>
        <pc:sldMkLst>
          <pc:docMk/>
          <pc:sldMk cId="0" sldId="262"/>
        </pc:sldMkLst>
        <pc:spChg chg="mod">
          <ac:chgData name="Liew Pei Ling" userId="c3090c8e-0726-43ba-95b9-123e980a216d" providerId="ADAL" clId="{C359A282-0970-4859-990A-8123C2882072}" dt="2024-03-07T04:39:29.331" v="307" actId="113"/>
          <ac:spMkLst>
            <pc:docMk/>
            <pc:sldMk cId="0" sldId="262"/>
            <ac:spMk id="27651" creationId="{3868FEF7-BD61-3F07-2EE3-EAB449200C7C}"/>
          </ac:spMkLst>
        </pc:spChg>
      </pc:sldChg>
      <pc:sldChg chg="modSp mod">
        <pc:chgData name="Liew Pei Ling" userId="c3090c8e-0726-43ba-95b9-123e980a216d" providerId="ADAL" clId="{C359A282-0970-4859-990A-8123C2882072}" dt="2024-03-07T04:40:32.332" v="308" actId="6549"/>
        <pc:sldMkLst>
          <pc:docMk/>
          <pc:sldMk cId="0" sldId="263"/>
        </pc:sldMkLst>
        <pc:spChg chg="mod">
          <ac:chgData name="Liew Pei Ling" userId="c3090c8e-0726-43ba-95b9-123e980a216d" providerId="ADAL" clId="{C359A282-0970-4859-990A-8123C2882072}" dt="2024-03-07T04:40:32.332" v="308" actId="6549"/>
          <ac:spMkLst>
            <pc:docMk/>
            <pc:sldMk cId="0" sldId="263"/>
            <ac:spMk id="8195" creationId="{62B02248-250C-EF64-5664-12C50015B197}"/>
          </ac:spMkLst>
        </pc:spChg>
      </pc:sldChg>
      <pc:sldChg chg="modSp mod">
        <pc:chgData name="Liew Pei Ling" userId="c3090c8e-0726-43ba-95b9-123e980a216d" providerId="ADAL" clId="{C359A282-0970-4859-990A-8123C2882072}" dt="2024-03-07T04:15:34.818" v="35" actId="5793"/>
        <pc:sldMkLst>
          <pc:docMk/>
          <pc:sldMk cId="0" sldId="275"/>
        </pc:sldMkLst>
        <pc:spChg chg="mod">
          <ac:chgData name="Liew Pei Ling" userId="c3090c8e-0726-43ba-95b9-123e980a216d" providerId="ADAL" clId="{C359A282-0970-4859-990A-8123C2882072}" dt="2024-03-07T04:15:06.946" v="29" actId="120"/>
          <ac:spMkLst>
            <pc:docMk/>
            <pc:sldMk cId="0" sldId="275"/>
            <ac:spMk id="15362" creationId="{BA29B0CA-0574-9339-1400-AE3FD8A12AC7}"/>
          </ac:spMkLst>
        </pc:spChg>
        <pc:spChg chg="mod">
          <ac:chgData name="Liew Pei Ling" userId="c3090c8e-0726-43ba-95b9-123e980a216d" providerId="ADAL" clId="{C359A282-0970-4859-990A-8123C2882072}" dt="2024-03-07T04:15:34.818" v="35" actId="5793"/>
          <ac:spMkLst>
            <pc:docMk/>
            <pc:sldMk cId="0" sldId="275"/>
            <ac:spMk id="15363" creationId="{FC6818A6-FD94-9BDA-374D-F036356F520F}"/>
          </ac:spMkLst>
        </pc:spChg>
      </pc:sldChg>
      <pc:sldChg chg="modSp mod">
        <pc:chgData name="Liew Pei Ling" userId="c3090c8e-0726-43ba-95b9-123e980a216d" providerId="ADAL" clId="{C359A282-0970-4859-990A-8123C2882072}" dt="2024-03-07T04:13:52.730" v="27" actId="12"/>
        <pc:sldMkLst>
          <pc:docMk/>
          <pc:sldMk cId="0" sldId="276"/>
        </pc:sldMkLst>
        <pc:spChg chg="mod">
          <ac:chgData name="Liew Pei Ling" userId="c3090c8e-0726-43ba-95b9-123e980a216d" providerId="ADAL" clId="{C359A282-0970-4859-990A-8123C2882072}" dt="2024-03-07T04:13:37.132" v="23" actId="120"/>
          <ac:spMkLst>
            <pc:docMk/>
            <pc:sldMk cId="0" sldId="276"/>
            <ac:spMk id="14338" creationId="{33E50EDD-0DA5-C2BF-F418-369AC8086E7B}"/>
          </ac:spMkLst>
        </pc:spChg>
        <pc:spChg chg="mod">
          <ac:chgData name="Liew Pei Ling" userId="c3090c8e-0726-43ba-95b9-123e980a216d" providerId="ADAL" clId="{C359A282-0970-4859-990A-8123C2882072}" dt="2024-03-07T04:13:52.730" v="27" actId="12"/>
          <ac:spMkLst>
            <pc:docMk/>
            <pc:sldMk cId="0" sldId="276"/>
            <ac:spMk id="14339" creationId="{8F88923C-9A3E-6D90-87DC-26439AB8B985}"/>
          </ac:spMkLst>
        </pc:spChg>
      </pc:sldChg>
      <pc:sldChg chg="modSp mod">
        <pc:chgData name="Liew Pei Ling" userId="c3090c8e-0726-43ba-95b9-123e980a216d" providerId="ADAL" clId="{C359A282-0970-4859-990A-8123C2882072}" dt="2024-03-07T04:12:45.498" v="21" actId="12"/>
        <pc:sldMkLst>
          <pc:docMk/>
          <pc:sldMk cId="0" sldId="277"/>
        </pc:sldMkLst>
        <pc:spChg chg="mod">
          <ac:chgData name="Liew Pei Ling" userId="c3090c8e-0726-43ba-95b9-123e980a216d" providerId="ADAL" clId="{C359A282-0970-4859-990A-8123C2882072}" dt="2024-03-07T04:12:26.857" v="17" actId="120"/>
          <ac:spMkLst>
            <pc:docMk/>
            <pc:sldMk cId="0" sldId="277"/>
            <ac:spMk id="13314" creationId="{870D957E-B876-623D-9C77-B9B31D0F5D7E}"/>
          </ac:spMkLst>
        </pc:spChg>
        <pc:spChg chg="mod">
          <ac:chgData name="Liew Pei Ling" userId="c3090c8e-0726-43ba-95b9-123e980a216d" providerId="ADAL" clId="{C359A282-0970-4859-990A-8123C2882072}" dt="2024-03-07T04:12:45.498" v="21" actId="12"/>
          <ac:spMkLst>
            <pc:docMk/>
            <pc:sldMk cId="0" sldId="277"/>
            <ac:spMk id="13315" creationId="{FF0C9FFC-7AD4-731B-714C-7C4C863D7044}"/>
          </ac:spMkLst>
        </pc:spChg>
      </pc:sldChg>
      <pc:sldChg chg="modSp mod">
        <pc:chgData name="Liew Pei Ling" userId="c3090c8e-0726-43ba-95b9-123e980a216d" providerId="ADAL" clId="{C359A282-0970-4859-990A-8123C2882072}" dt="2024-03-07T04:16:08.223" v="43" actId="12"/>
        <pc:sldMkLst>
          <pc:docMk/>
          <pc:sldMk cId="0" sldId="278"/>
        </pc:sldMkLst>
        <pc:spChg chg="mod">
          <ac:chgData name="Liew Pei Ling" userId="c3090c8e-0726-43ba-95b9-123e980a216d" providerId="ADAL" clId="{C359A282-0970-4859-990A-8123C2882072}" dt="2024-03-07T04:15:53.003" v="39" actId="120"/>
          <ac:spMkLst>
            <pc:docMk/>
            <pc:sldMk cId="0" sldId="278"/>
            <ac:spMk id="16386" creationId="{94C47B17-10E7-EE1C-9B54-6E01527C75B9}"/>
          </ac:spMkLst>
        </pc:spChg>
        <pc:spChg chg="mod">
          <ac:chgData name="Liew Pei Ling" userId="c3090c8e-0726-43ba-95b9-123e980a216d" providerId="ADAL" clId="{C359A282-0970-4859-990A-8123C2882072}" dt="2024-03-07T04:16:08.223" v="43" actId="12"/>
          <ac:spMkLst>
            <pc:docMk/>
            <pc:sldMk cId="0" sldId="278"/>
            <ac:spMk id="16387" creationId="{AAC7CFA5-790B-51F0-9846-AEAAC40351B2}"/>
          </ac:spMkLst>
        </pc:spChg>
      </pc:sldChg>
      <pc:sldChg chg="modSp mod">
        <pc:chgData name="Liew Pei Ling" userId="c3090c8e-0726-43ba-95b9-123e980a216d" providerId="ADAL" clId="{C359A282-0970-4859-990A-8123C2882072}" dt="2024-03-07T04:16:54.335" v="49" actId="12"/>
        <pc:sldMkLst>
          <pc:docMk/>
          <pc:sldMk cId="0" sldId="279"/>
        </pc:sldMkLst>
        <pc:spChg chg="mod">
          <ac:chgData name="Liew Pei Ling" userId="c3090c8e-0726-43ba-95b9-123e980a216d" providerId="ADAL" clId="{C359A282-0970-4859-990A-8123C2882072}" dt="2024-03-07T04:16:39.901" v="45" actId="120"/>
          <ac:spMkLst>
            <pc:docMk/>
            <pc:sldMk cId="0" sldId="279"/>
            <ac:spMk id="17410" creationId="{9DF201C1-113F-F465-CB11-C2A95F520761}"/>
          </ac:spMkLst>
        </pc:spChg>
        <pc:spChg chg="mod">
          <ac:chgData name="Liew Pei Ling" userId="c3090c8e-0726-43ba-95b9-123e980a216d" providerId="ADAL" clId="{C359A282-0970-4859-990A-8123C2882072}" dt="2024-03-07T04:16:54.335" v="49" actId="12"/>
          <ac:spMkLst>
            <pc:docMk/>
            <pc:sldMk cId="0" sldId="279"/>
            <ac:spMk id="17411" creationId="{008C9032-F910-A27D-1E2A-5701FC7C982C}"/>
          </ac:spMkLst>
        </pc:spChg>
      </pc:sldChg>
      <pc:sldChg chg="modSp mod">
        <pc:chgData name="Liew Pei Ling" userId="c3090c8e-0726-43ba-95b9-123e980a216d" providerId="ADAL" clId="{C359A282-0970-4859-990A-8123C2882072}" dt="2024-03-07T04:17:30.686" v="55" actId="1076"/>
        <pc:sldMkLst>
          <pc:docMk/>
          <pc:sldMk cId="0" sldId="280"/>
        </pc:sldMkLst>
        <pc:spChg chg="mod">
          <ac:chgData name="Liew Pei Ling" userId="c3090c8e-0726-43ba-95b9-123e980a216d" providerId="ADAL" clId="{C359A282-0970-4859-990A-8123C2882072}" dt="2024-03-07T04:17:05.964" v="51" actId="113"/>
          <ac:spMkLst>
            <pc:docMk/>
            <pc:sldMk cId="0" sldId="280"/>
            <ac:spMk id="18434" creationId="{9618A856-C07F-FF21-6692-42F629FC5A1A}"/>
          </ac:spMkLst>
        </pc:spChg>
        <pc:spChg chg="mod">
          <ac:chgData name="Liew Pei Ling" userId="c3090c8e-0726-43ba-95b9-123e980a216d" providerId="ADAL" clId="{C359A282-0970-4859-990A-8123C2882072}" dt="2024-03-07T04:17:30.686" v="55" actId="1076"/>
          <ac:spMkLst>
            <pc:docMk/>
            <pc:sldMk cId="0" sldId="280"/>
            <ac:spMk id="18435" creationId="{4A00E741-3683-1FBC-D036-81FEA7BA70B2}"/>
          </ac:spMkLst>
        </pc:spChg>
      </pc:sldChg>
      <pc:sldChg chg="modSp mod">
        <pc:chgData name="Liew Pei Ling" userId="c3090c8e-0726-43ba-95b9-123e980a216d" providerId="ADAL" clId="{C359A282-0970-4859-990A-8123C2882072}" dt="2024-03-07T04:18:08.948" v="60" actId="12"/>
        <pc:sldMkLst>
          <pc:docMk/>
          <pc:sldMk cId="0" sldId="281"/>
        </pc:sldMkLst>
        <pc:spChg chg="mod">
          <ac:chgData name="Liew Pei Ling" userId="c3090c8e-0726-43ba-95b9-123e980a216d" providerId="ADAL" clId="{C359A282-0970-4859-990A-8123C2882072}" dt="2024-03-07T04:17:53.917" v="57" actId="120"/>
          <ac:spMkLst>
            <pc:docMk/>
            <pc:sldMk cId="0" sldId="281"/>
            <ac:spMk id="19458" creationId="{3B1799AA-2423-348D-DB8D-61593F02CD02}"/>
          </ac:spMkLst>
        </pc:spChg>
        <pc:spChg chg="mod">
          <ac:chgData name="Liew Pei Ling" userId="c3090c8e-0726-43ba-95b9-123e980a216d" providerId="ADAL" clId="{C359A282-0970-4859-990A-8123C2882072}" dt="2024-03-07T04:18:08.948" v="60" actId="12"/>
          <ac:spMkLst>
            <pc:docMk/>
            <pc:sldMk cId="0" sldId="281"/>
            <ac:spMk id="19459" creationId="{8FFECD51-E631-DCCD-6F3A-A0F70C6D27AB}"/>
          </ac:spMkLst>
        </pc:spChg>
      </pc:sldChg>
      <pc:sldChg chg="modSp mod">
        <pc:chgData name="Liew Pei Ling" userId="c3090c8e-0726-43ba-95b9-123e980a216d" providerId="ADAL" clId="{C359A282-0970-4859-990A-8123C2882072}" dt="2024-03-07T04:19:07.081" v="65" actId="12"/>
        <pc:sldMkLst>
          <pc:docMk/>
          <pc:sldMk cId="0" sldId="282"/>
        </pc:sldMkLst>
        <pc:spChg chg="mod">
          <ac:chgData name="Liew Pei Ling" userId="c3090c8e-0726-43ba-95b9-123e980a216d" providerId="ADAL" clId="{C359A282-0970-4859-990A-8123C2882072}" dt="2024-03-07T04:18:53.927" v="62" actId="120"/>
          <ac:spMkLst>
            <pc:docMk/>
            <pc:sldMk cId="0" sldId="282"/>
            <ac:spMk id="20482" creationId="{B37EC671-3FE5-B8A9-EE86-5A20FF538613}"/>
          </ac:spMkLst>
        </pc:spChg>
        <pc:spChg chg="mod">
          <ac:chgData name="Liew Pei Ling" userId="c3090c8e-0726-43ba-95b9-123e980a216d" providerId="ADAL" clId="{C359A282-0970-4859-990A-8123C2882072}" dt="2024-03-07T04:19:07.081" v="65" actId="12"/>
          <ac:spMkLst>
            <pc:docMk/>
            <pc:sldMk cId="0" sldId="282"/>
            <ac:spMk id="20483" creationId="{1A4319C7-452B-BE6B-40C9-24A835D7C358}"/>
          </ac:spMkLst>
        </pc:spChg>
      </pc:sldChg>
      <pc:sldChg chg="modSp mod">
        <pc:chgData name="Liew Pei Ling" userId="c3090c8e-0726-43ba-95b9-123e980a216d" providerId="ADAL" clId="{C359A282-0970-4859-990A-8123C2882072}" dt="2024-03-07T04:19:58.214" v="72" actId="1076"/>
        <pc:sldMkLst>
          <pc:docMk/>
          <pc:sldMk cId="0" sldId="283"/>
        </pc:sldMkLst>
        <pc:spChg chg="mod">
          <ac:chgData name="Liew Pei Ling" userId="c3090c8e-0726-43ba-95b9-123e980a216d" providerId="ADAL" clId="{C359A282-0970-4859-990A-8123C2882072}" dt="2024-03-07T04:19:20.537" v="67" actId="113"/>
          <ac:spMkLst>
            <pc:docMk/>
            <pc:sldMk cId="0" sldId="283"/>
            <ac:spMk id="21506" creationId="{487CF57C-0589-BDC5-5CAB-D4BA37EA6A28}"/>
          </ac:spMkLst>
        </pc:spChg>
        <pc:spChg chg="mod">
          <ac:chgData name="Liew Pei Ling" userId="c3090c8e-0726-43ba-95b9-123e980a216d" providerId="ADAL" clId="{C359A282-0970-4859-990A-8123C2882072}" dt="2024-03-07T04:19:58.214" v="72" actId="1076"/>
          <ac:spMkLst>
            <pc:docMk/>
            <pc:sldMk cId="0" sldId="283"/>
            <ac:spMk id="21507" creationId="{FEBDF25F-C835-9BE7-65EF-702BF46BCAEC}"/>
          </ac:spMkLst>
        </pc:spChg>
      </pc:sldChg>
      <pc:sldChg chg="modSp mod">
        <pc:chgData name="Liew Pei Ling" userId="c3090c8e-0726-43ba-95b9-123e980a216d" providerId="ADAL" clId="{C359A282-0970-4859-990A-8123C2882072}" dt="2024-03-07T04:22:38.950" v="96" actId="207"/>
        <pc:sldMkLst>
          <pc:docMk/>
          <pc:sldMk cId="0" sldId="284"/>
        </pc:sldMkLst>
        <pc:spChg chg="mod">
          <ac:chgData name="Liew Pei Ling" userId="c3090c8e-0726-43ba-95b9-123e980a216d" providerId="ADAL" clId="{C359A282-0970-4859-990A-8123C2882072}" dt="2024-03-07T04:20:21.490" v="74" actId="113"/>
          <ac:spMkLst>
            <pc:docMk/>
            <pc:sldMk cId="0" sldId="284"/>
            <ac:spMk id="22530" creationId="{7BB13217-09FE-AE62-3B5E-3664E03D3470}"/>
          </ac:spMkLst>
        </pc:spChg>
        <pc:spChg chg="mod">
          <ac:chgData name="Liew Pei Ling" userId="c3090c8e-0726-43ba-95b9-123e980a216d" providerId="ADAL" clId="{C359A282-0970-4859-990A-8123C2882072}" dt="2024-03-07T04:22:38.950" v="96" actId="207"/>
          <ac:spMkLst>
            <pc:docMk/>
            <pc:sldMk cId="0" sldId="284"/>
            <ac:spMk id="22531" creationId="{D7426182-4077-3BF1-E89A-9722FEF33186}"/>
          </ac:spMkLst>
        </pc:spChg>
      </pc:sldChg>
      <pc:sldChg chg="modSp mod">
        <pc:chgData name="Liew Pei Ling" userId="c3090c8e-0726-43ba-95b9-123e980a216d" providerId="ADAL" clId="{C359A282-0970-4859-990A-8123C2882072}" dt="2024-03-07T04:23:09.807" v="103" actId="12"/>
        <pc:sldMkLst>
          <pc:docMk/>
          <pc:sldMk cId="0" sldId="285"/>
        </pc:sldMkLst>
        <pc:spChg chg="mod">
          <ac:chgData name="Liew Pei Ling" userId="c3090c8e-0726-43ba-95b9-123e980a216d" providerId="ADAL" clId="{C359A282-0970-4859-990A-8123C2882072}" dt="2024-03-07T04:22:51.622" v="98" actId="120"/>
          <ac:spMkLst>
            <pc:docMk/>
            <pc:sldMk cId="0" sldId="285"/>
            <ac:spMk id="24578" creationId="{6BF10E54-2C3A-45F5-E59D-E21800C3DDA4}"/>
          </ac:spMkLst>
        </pc:spChg>
        <pc:spChg chg="mod">
          <ac:chgData name="Liew Pei Ling" userId="c3090c8e-0726-43ba-95b9-123e980a216d" providerId="ADAL" clId="{C359A282-0970-4859-990A-8123C2882072}" dt="2024-03-07T04:23:09.807" v="103" actId="12"/>
          <ac:spMkLst>
            <pc:docMk/>
            <pc:sldMk cId="0" sldId="285"/>
            <ac:spMk id="24579" creationId="{BF3A00A9-5034-7D8F-3F9C-08AFAA7E0043}"/>
          </ac:spMkLst>
        </pc:spChg>
      </pc:sldChg>
      <pc:sldChg chg="modSp mod">
        <pc:chgData name="Liew Pei Ling" userId="c3090c8e-0726-43ba-95b9-123e980a216d" providerId="ADAL" clId="{C359A282-0970-4859-990A-8123C2882072}" dt="2024-03-07T04:22:26.232" v="95" actId="1076"/>
        <pc:sldMkLst>
          <pc:docMk/>
          <pc:sldMk cId="0" sldId="286"/>
        </pc:sldMkLst>
        <pc:spChg chg="mod">
          <ac:chgData name="Liew Pei Ling" userId="c3090c8e-0726-43ba-95b9-123e980a216d" providerId="ADAL" clId="{C359A282-0970-4859-990A-8123C2882072}" dt="2024-03-07T04:22:05.785" v="89" actId="120"/>
          <ac:spMkLst>
            <pc:docMk/>
            <pc:sldMk cId="0" sldId="286"/>
            <ac:spMk id="23554" creationId="{07F3BFBE-AA1C-4739-C89C-B1E57DC252D0}"/>
          </ac:spMkLst>
        </pc:spChg>
        <pc:spChg chg="mod">
          <ac:chgData name="Liew Pei Ling" userId="c3090c8e-0726-43ba-95b9-123e980a216d" providerId="ADAL" clId="{C359A282-0970-4859-990A-8123C2882072}" dt="2024-03-07T04:22:26.232" v="95" actId="1076"/>
          <ac:spMkLst>
            <pc:docMk/>
            <pc:sldMk cId="0" sldId="286"/>
            <ac:spMk id="23555" creationId="{52BAB618-7F9D-EBCA-080D-3749C5CEF39C}"/>
          </ac:spMkLst>
        </pc:spChg>
      </pc:sldChg>
      <pc:sldChg chg="modSp mod">
        <pc:chgData name="Liew Pei Ling" userId="c3090c8e-0726-43ba-95b9-123e980a216d" providerId="ADAL" clId="{C359A282-0970-4859-990A-8123C2882072}" dt="2024-03-07T04:23:34.688" v="109" actId="12"/>
        <pc:sldMkLst>
          <pc:docMk/>
          <pc:sldMk cId="4001616913" sldId="287"/>
        </pc:sldMkLst>
        <pc:spChg chg="mod">
          <ac:chgData name="Liew Pei Ling" userId="c3090c8e-0726-43ba-95b9-123e980a216d" providerId="ADAL" clId="{C359A282-0970-4859-990A-8123C2882072}" dt="2024-03-07T04:23:19.019" v="105" actId="113"/>
          <ac:spMkLst>
            <pc:docMk/>
            <pc:sldMk cId="4001616913" sldId="287"/>
            <ac:spMk id="24578" creationId="{6BF10E54-2C3A-45F5-E59D-E21800C3DDA4}"/>
          </ac:spMkLst>
        </pc:spChg>
        <pc:spChg chg="mod">
          <ac:chgData name="Liew Pei Ling" userId="c3090c8e-0726-43ba-95b9-123e980a216d" providerId="ADAL" clId="{C359A282-0970-4859-990A-8123C2882072}" dt="2024-03-07T04:23:34.688" v="109" actId="12"/>
          <ac:spMkLst>
            <pc:docMk/>
            <pc:sldMk cId="4001616913" sldId="287"/>
            <ac:spMk id="24579" creationId="{BF3A00A9-5034-7D8F-3F9C-08AFAA7E0043}"/>
          </ac:spMkLst>
        </pc:spChg>
      </pc:sldChg>
      <pc:sldChg chg="modSp mod">
        <pc:chgData name="Liew Pei Ling" userId="c3090c8e-0726-43ba-95b9-123e980a216d" providerId="ADAL" clId="{C359A282-0970-4859-990A-8123C2882072}" dt="2024-03-07T04:24:29.937" v="121" actId="12"/>
        <pc:sldMkLst>
          <pc:docMk/>
          <pc:sldMk cId="1651127761" sldId="288"/>
        </pc:sldMkLst>
        <pc:spChg chg="mod">
          <ac:chgData name="Liew Pei Ling" userId="c3090c8e-0726-43ba-95b9-123e980a216d" providerId="ADAL" clId="{C359A282-0970-4859-990A-8123C2882072}" dt="2024-03-07T04:24:14.378" v="117" actId="113"/>
          <ac:spMkLst>
            <pc:docMk/>
            <pc:sldMk cId="1651127761" sldId="288"/>
            <ac:spMk id="24578" creationId="{6BF10E54-2C3A-45F5-E59D-E21800C3DDA4}"/>
          </ac:spMkLst>
        </pc:spChg>
        <pc:spChg chg="mod">
          <ac:chgData name="Liew Pei Ling" userId="c3090c8e-0726-43ba-95b9-123e980a216d" providerId="ADAL" clId="{C359A282-0970-4859-990A-8123C2882072}" dt="2024-03-07T04:24:29.937" v="121" actId="12"/>
          <ac:spMkLst>
            <pc:docMk/>
            <pc:sldMk cId="1651127761" sldId="288"/>
            <ac:spMk id="24579" creationId="{BF3A00A9-5034-7D8F-3F9C-08AFAA7E0043}"/>
          </ac:spMkLst>
        </pc:spChg>
      </pc:sldChg>
      <pc:sldChg chg="modSp mod">
        <pc:chgData name="Liew Pei Ling" userId="c3090c8e-0726-43ba-95b9-123e980a216d" providerId="ADAL" clId="{C359A282-0970-4859-990A-8123C2882072}" dt="2024-03-07T04:24:05.282" v="115" actId="12"/>
        <pc:sldMkLst>
          <pc:docMk/>
          <pc:sldMk cId="141858917" sldId="289"/>
        </pc:sldMkLst>
        <pc:spChg chg="mod">
          <ac:chgData name="Liew Pei Ling" userId="c3090c8e-0726-43ba-95b9-123e980a216d" providerId="ADAL" clId="{C359A282-0970-4859-990A-8123C2882072}" dt="2024-03-07T04:23:48.486" v="111" actId="120"/>
          <ac:spMkLst>
            <pc:docMk/>
            <pc:sldMk cId="141858917" sldId="289"/>
            <ac:spMk id="24578" creationId="{6BF10E54-2C3A-45F5-E59D-E21800C3DDA4}"/>
          </ac:spMkLst>
        </pc:spChg>
        <pc:spChg chg="mod">
          <ac:chgData name="Liew Pei Ling" userId="c3090c8e-0726-43ba-95b9-123e980a216d" providerId="ADAL" clId="{C359A282-0970-4859-990A-8123C2882072}" dt="2024-03-07T04:24:05.282" v="115" actId="12"/>
          <ac:spMkLst>
            <pc:docMk/>
            <pc:sldMk cId="141858917" sldId="289"/>
            <ac:spMk id="24579" creationId="{BF3A00A9-5034-7D8F-3F9C-08AFAA7E0043}"/>
          </ac:spMkLst>
        </pc:spChg>
      </pc:sldChg>
      <pc:sldChg chg="modSp mod">
        <pc:chgData name="Liew Pei Ling" userId="c3090c8e-0726-43ba-95b9-123e980a216d" providerId="ADAL" clId="{C359A282-0970-4859-990A-8123C2882072}" dt="2024-03-07T04:24:59.897" v="127" actId="12"/>
        <pc:sldMkLst>
          <pc:docMk/>
          <pc:sldMk cId="1711488946" sldId="290"/>
        </pc:sldMkLst>
        <pc:spChg chg="mod">
          <ac:chgData name="Liew Pei Ling" userId="c3090c8e-0726-43ba-95b9-123e980a216d" providerId="ADAL" clId="{C359A282-0970-4859-990A-8123C2882072}" dt="2024-03-07T04:24:38.723" v="123" actId="120"/>
          <ac:spMkLst>
            <pc:docMk/>
            <pc:sldMk cId="1711488946" sldId="290"/>
            <ac:spMk id="24578" creationId="{6BF10E54-2C3A-45F5-E59D-E21800C3DDA4}"/>
          </ac:spMkLst>
        </pc:spChg>
        <pc:spChg chg="mod">
          <ac:chgData name="Liew Pei Ling" userId="c3090c8e-0726-43ba-95b9-123e980a216d" providerId="ADAL" clId="{C359A282-0970-4859-990A-8123C2882072}" dt="2024-03-07T04:24:59.897" v="127" actId="12"/>
          <ac:spMkLst>
            <pc:docMk/>
            <pc:sldMk cId="1711488946" sldId="290"/>
            <ac:spMk id="24579" creationId="{BF3A00A9-5034-7D8F-3F9C-08AFAA7E0043}"/>
          </ac:spMkLst>
        </pc:spChg>
      </pc:sldChg>
      <pc:sldChg chg="modSp mod">
        <pc:chgData name="Liew Pei Ling" userId="c3090c8e-0726-43ba-95b9-123e980a216d" providerId="ADAL" clId="{C359A282-0970-4859-990A-8123C2882072}" dt="2024-03-07T04:26:57.085" v="147" actId="6549"/>
        <pc:sldMkLst>
          <pc:docMk/>
          <pc:sldMk cId="2681282563" sldId="291"/>
        </pc:sldMkLst>
        <pc:spChg chg="mod">
          <ac:chgData name="Liew Pei Ling" userId="c3090c8e-0726-43ba-95b9-123e980a216d" providerId="ADAL" clId="{C359A282-0970-4859-990A-8123C2882072}" dt="2024-03-07T04:25:09.266" v="129" actId="113"/>
          <ac:spMkLst>
            <pc:docMk/>
            <pc:sldMk cId="2681282563" sldId="291"/>
            <ac:spMk id="24578" creationId="{6BF10E54-2C3A-45F5-E59D-E21800C3DDA4}"/>
          </ac:spMkLst>
        </pc:spChg>
        <pc:spChg chg="mod">
          <ac:chgData name="Liew Pei Ling" userId="c3090c8e-0726-43ba-95b9-123e980a216d" providerId="ADAL" clId="{C359A282-0970-4859-990A-8123C2882072}" dt="2024-03-07T04:26:57.085" v="147" actId="6549"/>
          <ac:spMkLst>
            <pc:docMk/>
            <pc:sldMk cId="2681282563" sldId="291"/>
            <ac:spMk id="24579" creationId="{BF3A00A9-5034-7D8F-3F9C-08AFAA7E0043}"/>
          </ac:spMkLst>
        </pc:spChg>
      </pc:sldChg>
      <pc:sldChg chg="modSp mod">
        <pc:chgData name="Liew Pei Ling" userId="c3090c8e-0726-43ba-95b9-123e980a216d" providerId="ADAL" clId="{C359A282-0970-4859-990A-8123C2882072}" dt="2024-03-07T04:27:39.415" v="159" actId="20577"/>
        <pc:sldMkLst>
          <pc:docMk/>
          <pc:sldMk cId="1660202307" sldId="292"/>
        </pc:sldMkLst>
        <pc:spChg chg="mod">
          <ac:chgData name="Liew Pei Ling" userId="c3090c8e-0726-43ba-95b9-123e980a216d" providerId="ADAL" clId="{C359A282-0970-4859-990A-8123C2882072}" dt="2024-03-07T04:25:49.067" v="138" actId="113"/>
          <ac:spMkLst>
            <pc:docMk/>
            <pc:sldMk cId="1660202307" sldId="292"/>
            <ac:spMk id="24578" creationId="{6BF10E54-2C3A-45F5-E59D-E21800C3DDA4}"/>
          </ac:spMkLst>
        </pc:spChg>
        <pc:spChg chg="mod">
          <ac:chgData name="Liew Pei Ling" userId="c3090c8e-0726-43ba-95b9-123e980a216d" providerId="ADAL" clId="{C359A282-0970-4859-990A-8123C2882072}" dt="2024-03-07T04:27:39.415" v="159" actId="20577"/>
          <ac:spMkLst>
            <pc:docMk/>
            <pc:sldMk cId="1660202307" sldId="292"/>
            <ac:spMk id="24579" creationId="{BF3A00A9-5034-7D8F-3F9C-08AFAA7E0043}"/>
          </ac:spMkLst>
        </pc:spChg>
      </pc:sldChg>
      <pc:sldChg chg="modSp mod">
        <pc:chgData name="Liew Pei Ling" userId="c3090c8e-0726-43ba-95b9-123e980a216d" providerId="ADAL" clId="{C359A282-0970-4859-990A-8123C2882072}" dt="2024-03-07T04:31:35.542" v="200" actId="20577"/>
        <pc:sldMkLst>
          <pc:docMk/>
          <pc:sldMk cId="639348279" sldId="293"/>
        </pc:sldMkLst>
        <pc:spChg chg="mod">
          <ac:chgData name="Liew Pei Ling" userId="c3090c8e-0726-43ba-95b9-123e980a216d" providerId="ADAL" clId="{C359A282-0970-4859-990A-8123C2882072}" dt="2024-03-07T04:31:08.846" v="193" actId="120"/>
          <ac:spMkLst>
            <pc:docMk/>
            <pc:sldMk cId="639348279" sldId="293"/>
            <ac:spMk id="2" creationId="{43A1278F-79A9-EDC5-4B82-BE2F6213B198}"/>
          </ac:spMkLst>
        </pc:spChg>
        <pc:spChg chg="mod">
          <ac:chgData name="Liew Pei Ling" userId="c3090c8e-0726-43ba-95b9-123e980a216d" providerId="ADAL" clId="{C359A282-0970-4859-990A-8123C2882072}" dt="2024-03-07T04:31:35.542" v="200" actId="20577"/>
          <ac:spMkLst>
            <pc:docMk/>
            <pc:sldMk cId="639348279" sldId="293"/>
            <ac:spMk id="3" creationId="{2973D6FE-BCFF-54DD-69B5-E71E27EE4C60}"/>
          </ac:spMkLst>
        </pc:spChg>
      </pc:sldChg>
      <pc:sldChg chg="modSp mod">
        <pc:chgData name="Liew Pei Ling" userId="c3090c8e-0726-43ba-95b9-123e980a216d" providerId="ADAL" clId="{C359A282-0970-4859-990A-8123C2882072}" dt="2024-03-07T04:32:09.774" v="207" actId="120"/>
        <pc:sldMkLst>
          <pc:docMk/>
          <pc:sldMk cId="4227202796" sldId="295"/>
        </pc:sldMkLst>
        <pc:spChg chg="mod">
          <ac:chgData name="Liew Pei Ling" userId="c3090c8e-0726-43ba-95b9-123e980a216d" providerId="ADAL" clId="{C359A282-0970-4859-990A-8123C2882072}" dt="2024-03-07T04:32:09.774" v="207" actId="120"/>
          <ac:spMkLst>
            <pc:docMk/>
            <pc:sldMk cId="4227202796" sldId="295"/>
            <ac:spMk id="2" creationId="{43A1278F-79A9-EDC5-4B82-BE2F6213B198}"/>
          </ac:spMkLst>
        </pc:spChg>
        <pc:spChg chg="mod">
          <ac:chgData name="Liew Pei Ling" userId="c3090c8e-0726-43ba-95b9-123e980a216d" providerId="ADAL" clId="{C359A282-0970-4859-990A-8123C2882072}" dt="2024-03-07T04:32:02.896" v="205" actId="20577"/>
          <ac:spMkLst>
            <pc:docMk/>
            <pc:sldMk cId="4227202796" sldId="295"/>
            <ac:spMk id="3" creationId="{2973D6FE-BCFF-54DD-69B5-E71E27EE4C60}"/>
          </ac:spMkLst>
        </pc:spChg>
      </pc:sldChg>
      <pc:sldChg chg="modSp mod">
        <pc:chgData name="Liew Pei Ling" userId="c3090c8e-0726-43ba-95b9-123e980a216d" providerId="ADAL" clId="{C359A282-0970-4859-990A-8123C2882072}" dt="2024-03-07T04:30:54.280" v="191" actId="948"/>
        <pc:sldMkLst>
          <pc:docMk/>
          <pc:sldMk cId="3841292961" sldId="296"/>
        </pc:sldMkLst>
        <pc:spChg chg="mod">
          <ac:chgData name="Liew Pei Ling" userId="c3090c8e-0726-43ba-95b9-123e980a216d" providerId="ADAL" clId="{C359A282-0970-4859-990A-8123C2882072}" dt="2024-03-07T04:27:47.650" v="161" actId="113"/>
          <ac:spMkLst>
            <pc:docMk/>
            <pc:sldMk cId="3841292961" sldId="296"/>
            <ac:spMk id="2" creationId="{43A1278F-79A9-EDC5-4B82-BE2F6213B198}"/>
          </ac:spMkLst>
        </pc:spChg>
        <pc:spChg chg="mod">
          <ac:chgData name="Liew Pei Ling" userId="c3090c8e-0726-43ba-95b9-123e980a216d" providerId="ADAL" clId="{C359A282-0970-4859-990A-8123C2882072}" dt="2024-03-07T04:30:54.280" v="191" actId="948"/>
          <ac:spMkLst>
            <pc:docMk/>
            <pc:sldMk cId="3841292961" sldId="296"/>
            <ac:spMk id="3" creationId="{2973D6FE-BCFF-54DD-69B5-E71E27EE4C60}"/>
          </ac:spMkLst>
        </pc:spChg>
      </pc:sldChg>
      <pc:sldChg chg="modSp mod">
        <pc:chgData name="Liew Pei Ling" userId="c3090c8e-0726-43ba-95b9-123e980a216d" providerId="ADAL" clId="{C359A282-0970-4859-990A-8123C2882072}" dt="2024-03-07T04:32:34.801" v="212" actId="113"/>
        <pc:sldMkLst>
          <pc:docMk/>
          <pc:sldMk cId="4250317348" sldId="297"/>
        </pc:sldMkLst>
        <pc:spChg chg="mod">
          <ac:chgData name="Liew Pei Ling" userId="c3090c8e-0726-43ba-95b9-123e980a216d" providerId="ADAL" clId="{C359A282-0970-4859-990A-8123C2882072}" dt="2024-03-07T04:32:34.801" v="212" actId="113"/>
          <ac:spMkLst>
            <pc:docMk/>
            <pc:sldMk cId="4250317348" sldId="297"/>
            <ac:spMk id="2" creationId="{43A1278F-79A9-EDC5-4B82-BE2F6213B198}"/>
          </ac:spMkLst>
        </pc:spChg>
        <pc:spChg chg="mod">
          <ac:chgData name="Liew Pei Ling" userId="c3090c8e-0726-43ba-95b9-123e980a216d" providerId="ADAL" clId="{C359A282-0970-4859-990A-8123C2882072}" dt="2024-03-07T04:32:30.141" v="210" actId="12"/>
          <ac:spMkLst>
            <pc:docMk/>
            <pc:sldMk cId="4250317348" sldId="297"/>
            <ac:spMk id="3" creationId="{2973D6FE-BCFF-54DD-69B5-E71E27EE4C60}"/>
          </ac:spMkLst>
        </pc:spChg>
      </pc:sldChg>
      <pc:sldChg chg="modSp mod">
        <pc:chgData name="Liew Pei Ling" userId="c3090c8e-0726-43ba-95b9-123e980a216d" providerId="ADAL" clId="{C359A282-0970-4859-990A-8123C2882072}" dt="2024-03-07T04:33:20.359" v="223" actId="12"/>
        <pc:sldMkLst>
          <pc:docMk/>
          <pc:sldMk cId="999082163" sldId="298"/>
        </pc:sldMkLst>
        <pc:spChg chg="mod">
          <ac:chgData name="Liew Pei Ling" userId="c3090c8e-0726-43ba-95b9-123e980a216d" providerId="ADAL" clId="{C359A282-0970-4859-990A-8123C2882072}" dt="2024-03-07T04:33:06.916" v="220" actId="120"/>
          <ac:spMkLst>
            <pc:docMk/>
            <pc:sldMk cId="999082163" sldId="298"/>
            <ac:spMk id="2" creationId="{43A1278F-79A9-EDC5-4B82-BE2F6213B198}"/>
          </ac:spMkLst>
        </pc:spChg>
        <pc:spChg chg="mod">
          <ac:chgData name="Liew Pei Ling" userId="c3090c8e-0726-43ba-95b9-123e980a216d" providerId="ADAL" clId="{C359A282-0970-4859-990A-8123C2882072}" dt="2024-03-07T04:33:20.359" v="223" actId="12"/>
          <ac:spMkLst>
            <pc:docMk/>
            <pc:sldMk cId="999082163" sldId="298"/>
            <ac:spMk id="3" creationId="{2973D6FE-BCFF-54DD-69B5-E71E27EE4C60}"/>
          </ac:spMkLst>
        </pc:spChg>
      </pc:sldChg>
      <pc:sldChg chg="modSp mod">
        <pc:chgData name="Liew Pei Ling" userId="c3090c8e-0726-43ba-95b9-123e980a216d" providerId="ADAL" clId="{C359A282-0970-4859-990A-8123C2882072}" dt="2024-03-07T04:33:01.017" v="218" actId="20577"/>
        <pc:sldMkLst>
          <pc:docMk/>
          <pc:sldMk cId="1045782097" sldId="299"/>
        </pc:sldMkLst>
        <pc:spChg chg="mod">
          <ac:chgData name="Liew Pei Ling" userId="c3090c8e-0726-43ba-95b9-123e980a216d" providerId="ADAL" clId="{C359A282-0970-4859-990A-8123C2882072}" dt="2024-03-07T04:32:44.675" v="214" actId="113"/>
          <ac:spMkLst>
            <pc:docMk/>
            <pc:sldMk cId="1045782097" sldId="299"/>
            <ac:spMk id="2" creationId="{43A1278F-79A9-EDC5-4B82-BE2F6213B198}"/>
          </ac:spMkLst>
        </pc:spChg>
        <pc:spChg chg="mod">
          <ac:chgData name="Liew Pei Ling" userId="c3090c8e-0726-43ba-95b9-123e980a216d" providerId="ADAL" clId="{C359A282-0970-4859-990A-8123C2882072}" dt="2024-03-07T04:33:01.017" v="218" actId="20577"/>
          <ac:spMkLst>
            <pc:docMk/>
            <pc:sldMk cId="1045782097" sldId="299"/>
            <ac:spMk id="3" creationId="{2973D6FE-BCFF-54DD-69B5-E71E27EE4C60}"/>
          </ac:spMkLst>
        </pc:spChg>
      </pc:sldChg>
      <pc:sldChg chg="modSp mod">
        <pc:chgData name="Liew Pei Ling" userId="c3090c8e-0726-43ba-95b9-123e980a216d" providerId="ADAL" clId="{C359A282-0970-4859-990A-8123C2882072}" dt="2024-03-07T04:33:49.458" v="228" actId="12"/>
        <pc:sldMkLst>
          <pc:docMk/>
          <pc:sldMk cId="3792963166" sldId="300"/>
        </pc:sldMkLst>
        <pc:spChg chg="mod">
          <ac:chgData name="Liew Pei Ling" userId="c3090c8e-0726-43ba-95b9-123e980a216d" providerId="ADAL" clId="{C359A282-0970-4859-990A-8123C2882072}" dt="2024-03-07T04:33:30.298" v="225" actId="113"/>
          <ac:spMkLst>
            <pc:docMk/>
            <pc:sldMk cId="3792963166" sldId="300"/>
            <ac:spMk id="2" creationId="{43A1278F-79A9-EDC5-4B82-BE2F6213B198}"/>
          </ac:spMkLst>
        </pc:spChg>
        <pc:spChg chg="mod">
          <ac:chgData name="Liew Pei Ling" userId="c3090c8e-0726-43ba-95b9-123e980a216d" providerId="ADAL" clId="{C359A282-0970-4859-990A-8123C2882072}" dt="2024-03-07T04:33:49.458" v="228" actId="12"/>
          <ac:spMkLst>
            <pc:docMk/>
            <pc:sldMk cId="3792963166" sldId="300"/>
            <ac:spMk id="3" creationId="{2973D6FE-BCFF-54DD-69B5-E71E27EE4C60}"/>
          </ac:spMkLst>
        </pc:spChg>
      </pc:sldChg>
      <pc:sldChg chg="modSp mod">
        <pc:chgData name="Liew Pei Ling" userId="c3090c8e-0726-43ba-95b9-123e980a216d" providerId="ADAL" clId="{C359A282-0970-4859-990A-8123C2882072}" dt="2024-03-07T04:34:36.294" v="237" actId="20577"/>
        <pc:sldMkLst>
          <pc:docMk/>
          <pc:sldMk cId="2403055279" sldId="301"/>
        </pc:sldMkLst>
        <pc:spChg chg="mod">
          <ac:chgData name="Liew Pei Ling" userId="c3090c8e-0726-43ba-95b9-123e980a216d" providerId="ADAL" clId="{C359A282-0970-4859-990A-8123C2882072}" dt="2024-03-07T04:33:59.727" v="230" actId="120"/>
          <ac:spMkLst>
            <pc:docMk/>
            <pc:sldMk cId="2403055279" sldId="301"/>
            <ac:spMk id="2" creationId="{43A1278F-79A9-EDC5-4B82-BE2F6213B198}"/>
          </ac:spMkLst>
        </pc:spChg>
        <pc:spChg chg="mod">
          <ac:chgData name="Liew Pei Ling" userId="c3090c8e-0726-43ba-95b9-123e980a216d" providerId="ADAL" clId="{C359A282-0970-4859-990A-8123C2882072}" dt="2024-03-07T04:34:36.294" v="237" actId="20577"/>
          <ac:spMkLst>
            <pc:docMk/>
            <pc:sldMk cId="2403055279" sldId="301"/>
            <ac:spMk id="3" creationId="{2973D6FE-BCFF-54DD-69B5-E71E27EE4C60}"/>
          </ac:spMkLst>
        </pc:spChg>
      </pc:sldChg>
      <pc:sldChg chg="modSp mod">
        <pc:chgData name="Liew Pei Ling" userId="c3090c8e-0726-43ba-95b9-123e980a216d" providerId="ADAL" clId="{C359A282-0970-4859-990A-8123C2882072}" dt="2024-03-07T04:35:20.939" v="247" actId="12"/>
        <pc:sldMkLst>
          <pc:docMk/>
          <pc:sldMk cId="766643046" sldId="302"/>
        </pc:sldMkLst>
        <pc:spChg chg="mod">
          <ac:chgData name="Liew Pei Ling" userId="c3090c8e-0726-43ba-95b9-123e980a216d" providerId="ADAL" clId="{C359A282-0970-4859-990A-8123C2882072}" dt="2024-03-07T04:35:05.834" v="244" actId="113"/>
          <ac:spMkLst>
            <pc:docMk/>
            <pc:sldMk cId="766643046" sldId="302"/>
            <ac:spMk id="2" creationId="{43A1278F-79A9-EDC5-4B82-BE2F6213B198}"/>
          </ac:spMkLst>
        </pc:spChg>
        <pc:spChg chg="mod">
          <ac:chgData name="Liew Pei Ling" userId="c3090c8e-0726-43ba-95b9-123e980a216d" providerId="ADAL" clId="{C359A282-0970-4859-990A-8123C2882072}" dt="2024-03-07T04:35:20.939" v="247" actId="12"/>
          <ac:spMkLst>
            <pc:docMk/>
            <pc:sldMk cId="766643046" sldId="302"/>
            <ac:spMk id="3" creationId="{2973D6FE-BCFF-54DD-69B5-E71E27EE4C60}"/>
          </ac:spMkLst>
        </pc:spChg>
      </pc:sldChg>
      <pc:sldChg chg="modSp mod">
        <pc:chgData name="Liew Pei Ling" userId="c3090c8e-0726-43ba-95b9-123e980a216d" providerId="ADAL" clId="{C359A282-0970-4859-990A-8123C2882072}" dt="2024-03-07T04:34:55.574" v="242" actId="12"/>
        <pc:sldMkLst>
          <pc:docMk/>
          <pc:sldMk cId="452992064" sldId="303"/>
        </pc:sldMkLst>
        <pc:spChg chg="mod">
          <ac:chgData name="Liew Pei Ling" userId="c3090c8e-0726-43ba-95b9-123e980a216d" providerId="ADAL" clId="{C359A282-0970-4859-990A-8123C2882072}" dt="2024-03-07T04:34:42.331" v="239" actId="113"/>
          <ac:spMkLst>
            <pc:docMk/>
            <pc:sldMk cId="452992064" sldId="303"/>
            <ac:spMk id="2" creationId="{43A1278F-79A9-EDC5-4B82-BE2F6213B198}"/>
          </ac:spMkLst>
        </pc:spChg>
        <pc:spChg chg="mod">
          <ac:chgData name="Liew Pei Ling" userId="c3090c8e-0726-43ba-95b9-123e980a216d" providerId="ADAL" clId="{C359A282-0970-4859-990A-8123C2882072}" dt="2024-03-07T04:34:55.574" v="242" actId="12"/>
          <ac:spMkLst>
            <pc:docMk/>
            <pc:sldMk cId="452992064" sldId="303"/>
            <ac:spMk id="3" creationId="{2973D6FE-BCFF-54DD-69B5-E71E27EE4C60}"/>
          </ac:spMkLst>
        </pc:spChg>
      </pc:sldChg>
      <pc:sldChg chg="modSp mod">
        <pc:chgData name="Liew Pei Ling" userId="c3090c8e-0726-43ba-95b9-123e980a216d" providerId="ADAL" clId="{C359A282-0970-4859-990A-8123C2882072}" dt="2024-03-07T04:36:02.295" v="259" actId="12"/>
        <pc:sldMkLst>
          <pc:docMk/>
          <pc:sldMk cId="3471245990" sldId="304"/>
        </pc:sldMkLst>
        <pc:spChg chg="mod">
          <ac:chgData name="Liew Pei Ling" userId="c3090c8e-0726-43ba-95b9-123e980a216d" providerId="ADAL" clId="{C359A282-0970-4859-990A-8123C2882072}" dt="2024-03-07T04:35:48.659" v="255" actId="113"/>
          <ac:spMkLst>
            <pc:docMk/>
            <pc:sldMk cId="3471245990" sldId="304"/>
            <ac:spMk id="2" creationId="{43A1278F-79A9-EDC5-4B82-BE2F6213B198}"/>
          </ac:spMkLst>
        </pc:spChg>
        <pc:spChg chg="mod">
          <ac:chgData name="Liew Pei Ling" userId="c3090c8e-0726-43ba-95b9-123e980a216d" providerId="ADAL" clId="{C359A282-0970-4859-990A-8123C2882072}" dt="2024-03-07T04:36:02.295" v="259" actId="12"/>
          <ac:spMkLst>
            <pc:docMk/>
            <pc:sldMk cId="3471245990" sldId="304"/>
            <ac:spMk id="3" creationId="{2973D6FE-BCFF-54DD-69B5-E71E27EE4C60}"/>
          </ac:spMkLst>
        </pc:spChg>
      </pc:sldChg>
      <pc:sldChg chg="modSp mod">
        <pc:chgData name="Liew Pei Ling" userId="c3090c8e-0726-43ba-95b9-123e980a216d" providerId="ADAL" clId="{C359A282-0970-4859-990A-8123C2882072}" dt="2024-03-07T04:35:42.609" v="253" actId="12"/>
        <pc:sldMkLst>
          <pc:docMk/>
          <pc:sldMk cId="2834676203" sldId="305"/>
        </pc:sldMkLst>
        <pc:spChg chg="mod">
          <ac:chgData name="Liew Pei Ling" userId="c3090c8e-0726-43ba-95b9-123e980a216d" providerId="ADAL" clId="{C359A282-0970-4859-990A-8123C2882072}" dt="2024-03-07T04:35:28.651" v="249" actId="113"/>
          <ac:spMkLst>
            <pc:docMk/>
            <pc:sldMk cId="2834676203" sldId="305"/>
            <ac:spMk id="2" creationId="{43A1278F-79A9-EDC5-4B82-BE2F6213B198}"/>
          </ac:spMkLst>
        </pc:spChg>
        <pc:spChg chg="mod">
          <ac:chgData name="Liew Pei Ling" userId="c3090c8e-0726-43ba-95b9-123e980a216d" providerId="ADAL" clId="{C359A282-0970-4859-990A-8123C2882072}" dt="2024-03-07T04:35:42.609" v="253" actId="12"/>
          <ac:spMkLst>
            <pc:docMk/>
            <pc:sldMk cId="2834676203" sldId="305"/>
            <ac:spMk id="3" creationId="{2973D6FE-BCFF-54DD-69B5-E71E27EE4C60}"/>
          </ac:spMkLst>
        </pc:spChg>
      </pc:sldChg>
      <pc:sldChg chg="modSp mod">
        <pc:chgData name="Liew Pei Ling" userId="c3090c8e-0726-43ba-95b9-123e980a216d" providerId="ADAL" clId="{C359A282-0970-4859-990A-8123C2882072}" dt="2024-03-07T04:36:20.222" v="265" actId="1076"/>
        <pc:sldMkLst>
          <pc:docMk/>
          <pc:sldMk cId="3227443780" sldId="306"/>
        </pc:sldMkLst>
        <pc:spChg chg="mod">
          <ac:chgData name="Liew Pei Ling" userId="c3090c8e-0726-43ba-95b9-123e980a216d" providerId="ADAL" clId="{C359A282-0970-4859-990A-8123C2882072}" dt="2024-03-07T04:36:07.811" v="261" actId="113"/>
          <ac:spMkLst>
            <pc:docMk/>
            <pc:sldMk cId="3227443780" sldId="306"/>
            <ac:spMk id="2" creationId="{43A1278F-79A9-EDC5-4B82-BE2F6213B198}"/>
          </ac:spMkLst>
        </pc:spChg>
        <pc:spChg chg="mod">
          <ac:chgData name="Liew Pei Ling" userId="c3090c8e-0726-43ba-95b9-123e980a216d" providerId="ADAL" clId="{C359A282-0970-4859-990A-8123C2882072}" dt="2024-03-07T04:36:20.222" v="265" actId="1076"/>
          <ac:spMkLst>
            <pc:docMk/>
            <pc:sldMk cId="3227443780" sldId="306"/>
            <ac:spMk id="3" creationId="{2973D6FE-BCFF-54DD-69B5-E71E27EE4C60}"/>
          </ac:spMkLst>
        </pc:spChg>
      </pc:sldChg>
      <pc:sldChg chg="modSp mod">
        <pc:chgData name="Liew Pei Ling" userId="c3090c8e-0726-43ba-95b9-123e980a216d" providerId="ADAL" clId="{C359A282-0970-4859-990A-8123C2882072}" dt="2024-03-07T04:36:58.409" v="277" actId="12"/>
        <pc:sldMkLst>
          <pc:docMk/>
          <pc:sldMk cId="1673617067" sldId="307"/>
        </pc:sldMkLst>
        <pc:spChg chg="mod">
          <ac:chgData name="Liew Pei Ling" userId="c3090c8e-0726-43ba-95b9-123e980a216d" providerId="ADAL" clId="{C359A282-0970-4859-990A-8123C2882072}" dt="2024-03-07T04:36:46.074" v="273" actId="113"/>
          <ac:spMkLst>
            <pc:docMk/>
            <pc:sldMk cId="1673617067" sldId="307"/>
            <ac:spMk id="2" creationId="{43A1278F-79A9-EDC5-4B82-BE2F6213B198}"/>
          </ac:spMkLst>
        </pc:spChg>
        <pc:spChg chg="mod">
          <ac:chgData name="Liew Pei Ling" userId="c3090c8e-0726-43ba-95b9-123e980a216d" providerId="ADAL" clId="{C359A282-0970-4859-990A-8123C2882072}" dt="2024-03-07T04:36:58.409" v="277" actId="12"/>
          <ac:spMkLst>
            <pc:docMk/>
            <pc:sldMk cId="1673617067" sldId="307"/>
            <ac:spMk id="3" creationId="{2973D6FE-BCFF-54DD-69B5-E71E27EE4C60}"/>
          </ac:spMkLst>
        </pc:spChg>
      </pc:sldChg>
      <pc:sldChg chg="modSp mod">
        <pc:chgData name="Liew Pei Ling" userId="c3090c8e-0726-43ba-95b9-123e980a216d" providerId="ADAL" clId="{C359A282-0970-4859-990A-8123C2882072}" dt="2024-03-07T04:36:40.987" v="271" actId="120"/>
        <pc:sldMkLst>
          <pc:docMk/>
          <pc:sldMk cId="1497322875" sldId="308"/>
        </pc:sldMkLst>
        <pc:spChg chg="mod">
          <ac:chgData name="Liew Pei Ling" userId="c3090c8e-0726-43ba-95b9-123e980a216d" providerId="ADAL" clId="{C359A282-0970-4859-990A-8123C2882072}" dt="2024-03-07T04:36:40.987" v="271" actId="120"/>
          <ac:spMkLst>
            <pc:docMk/>
            <pc:sldMk cId="1497322875" sldId="308"/>
            <ac:spMk id="2" creationId="{43A1278F-79A9-EDC5-4B82-BE2F6213B198}"/>
          </ac:spMkLst>
        </pc:spChg>
        <pc:spChg chg="mod">
          <ac:chgData name="Liew Pei Ling" userId="c3090c8e-0726-43ba-95b9-123e980a216d" providerId="ADAL" clId="{C359A282-0970-4859-990A-8123C2882072}" dt="2024-03-07T04:36:37.111" v="269" actId="1076"/>
          <ac:spMkLst>
            <pc:docMk/>
            <pc:sldMk cId="1497322875" sldId="308"/>
            <ac:spMk id="3" creationId="{2973D6FE-BCFF-54DD-69B5-E71E27EE4C60}"/>
          </ac:spMkLst>
        </pc:spChg>
      </pc:sldChg>
      <pc:sldChg chg="addSp delSp modSp mod">
        <pc:chgData name="Liew Pei Ling" userId="c3090c8e-0726-43ba-95b9-123e980a216d" providerId="ADAL" clId="{C359A282-0970-4859-990A-8123C2882072}" dt="2024-03-07T07:22:10.297" v="332" actId="20577"/>
        <pc:sldMkLst>
          <pc:docMk/>
          <pc:sldMk cId="0" sldId="325"/>
        </pc:sldMkLst>
        <pc:spChg chg="del">
          <ac:chgData name="Liew Pei Ling" userId="c3090c8e-0726-43ba-95b9-123e980a216d" providerId="ADAL" clId="{C359A282-0970-4859-990A-8123C2882072}" dt="2024-03-07T04:10:34.985" v="2" actId="478"/>
          <ac:spMkLst>
            <pc:docMk/>
            <pc:sldMk cId="0" sldId="325"/>
            <ac:spMk id="11267" creationId="{5B84BF16-901D-C4DF-8E87-200B57A6E0E8}"/>
          </ac:spMkLst>
        </pc:spChg>
        <pc:graphicFrameChg chg="del">
          <ac:chgData name="Liew Pei Ling" userId="c3090c8e-0726-43ba-95b9-123e980a216d" providerId="ADAL" clId="{C359A282-0970-4859-990A-8123C2882072}" dt="2024-03-07T04:10:32.022" v="1" actId="478"/>
          <ac:graphicFrameMkLst>
            <pc:docMk/>
            <pc:sldMk cId="0" sldId="325"/>
            <ac:graphicFrameMk id="2" creationId="{370DC211-583F-73CB-15C1-B7EB74C6E1A9}"/>
          </ac:graphicFrameMkLst>
        </pc:graphicFrameChg>
        <pc:graphicFrameChg chg="add mod modGraphic">
          <ac:chgData name="Liew Pei Ling" userId="c3090c8e-0726-43ba-95b9-123e980a216d" providerId="ADAL" clId="{C359A282-0970-4859-990A-8123C2882072}" dt="2024-03-07T07:22:10.297" v="332" actId="20577"/>
          <ac:graphicFrameMkLst>
            <pc:docMk/>
            <pc:sldMk cId="0" sldId="325"/>
            <ac:graphicFrameMk id="3" creationId="{28A7B108-0E7C-BFF2-6E7E-CDED06EF3728}"/>
          </ac:graphicFrameMkLst>
        </pc:graphicFrameChg>
      </pc:sldChg>
      <pc:sldMasterChg chg="modSp mod">
        <pc:chgData name="Liew Pei Ling" userId="c3090c8e-0726-43ba-95b9-123e980a216d" providerId="ADAL" clId="{C359A282-0970-4859-990A-8123C2882072}" dt="2024-03-07T04:44:07.041" v="323" actId="20577"/>
        <pc:sldMasterMkLst>
          <pc:docMk/>
          <pc:sldMasterMk cId="0" sldId="2147483648"/>
        </pc:sldMasterMkLst>
        <pc:spChg chg="mod">
          <ac:chgData name="Liew Pei Ling" userId="c3090c8e-0726-43ba-95b9-123e980a216d" providerId="ADAL" clId="{C359A282-0970-4859-990A-8123C2882072}" dt="2024-03-07T04:44:07.041" v="323" actId="20577"/>
          <ac:spMkLst>
            <pc:docMk/>
            <pc:sldMasterMk cId="0" sldId="2147483648"/>
            <ac:spMk id="2" creationId="{D497C8D1-DA61-CB8F-EBFC-7BB7AB84461B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32F9987-7F48-471C-0146-17C9934356F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Topic X – Topic Title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AD785DF-2F17-A747-0225-3DA26550CCA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Module Title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B68AE79E-F198-1DE6-48BF-B53B2DA5267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V0.0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2DFCD731-5C2D-F464-4C6C-8ECE69569D0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altLang="en-US"/>
              <a:t>Visuals Handout – Page </a:t>
            </a:r>
            <a:fld id="{2540ADB0-CCB9-4B27-96A6-57B2BCD83C3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5211127-25D3-393A-3C01-4692D990BE4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BD4751D-1EA2-2186-CEBA-99732D85366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8FDF254-524D-B898-6884-2A2A1E65B09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5B3A259-9AC1-4697-2DCC-68AD9B9DAF3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8B129E5D-C831-1026-31A3-B746DAD4599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5E056820-CDD7-E22B-A46B-D7DCAB45FE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F3E483D-5FD5-4979-ABD1-F6BBF79ED5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86F7BDB8-60BB-2061-22D3-06BD0034EA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A423DFD-9C8E-4C33-96F7-66BD913D25CA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E900F5F-CF49-10FA-700F-578E7C3868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88F9EFA-ACFF-ADDB-D23F-C328C2B8E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Title Master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D7B06B3E-19E4-F76E-6F9A-DB71203EC0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9B24152-0AFA-4711-B344-71037D3B9C8B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45DFAB2F-486F-B11D-8D6A-62DDCA4BA7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4DE00976-ADA9-A31C-BE96-2D5F5172B5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Slide Master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80B2C03B-A058-978F-EBDC-71D3C2BD15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26B6670-D93A-4CA0-BAD7-99455D0AB663}" type="slidenum">
              <a:rPr lang="en-US" altLang="en-US" sz="1200" smtClean="0"/>
              <a:pPr/>
              <a:t>37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77520E57-C6EB-D2B7-5C85-2E57F6E439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85DEB032-6DC3-5A5E-731E-1B5A54F9A5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End Slide Master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>
            <a:extLst>
              <a:ext uri="{FF2B5EF4-FFF2-40B4-BE49-F238E27FC236}">
                <a16:creationId xmlns:a16="http://schemas.microsoft.com/office/drawing/2014/main" id="{D84F0AE6-83FE-750B-435E-0AA7FB3B329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439025" y="6616700"/>
            <a:ext cx="1684338" cy="242888"/>
            <a:chOff x="4513" y="4156"/>
            <a:chExt cx="1061" cy="153"/>
          </a:xfrm>
        </p:grpSpPr>
        <p:sp>
          <p:nvSpPr>
            <p:cNvPr id="3" name="Rectangle 25">
              <a:extLst>
                <a:ext uri="{FF2B5EF4-FFF2-40B4-BE49-F238E27FC236}">
                  <a16:creationId xmlns:a16="http://schemas.microsoft.com/office/drawing/2014/main" id="{1CEB48E0-D6AF-9B92-D6B6-DA512F81C2B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513" y="4156"/>
              <a:ext cx="173" cy="1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>
                  <a:solidFill>
                    <a:srgbClr val="FFFFFF"/>
                  </a:solidFill>
                </a:rPr>
                <a:t>©</a:t>
              </a:r>
            </a:p>
          </p:txBody>
        </p:sp>
        <p:sp>
          <p:nvSpPr>
            <p:cNvPr id="4" name="Rectangle 26">
              <a:extLst>
                <a:ext uri="{FF2B5EF4-FFF2-40B4-BE49-F238E27FC236}">
                  <a16:creationId xmlns:a16="http://schemas.microsoft.com/office/drawing/2014/main" id="{D869292A-CFD8-8A5B-D9BF-ECCC8DC8A90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23" y="4156"/>
              <a:ext cx="951" cy="1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NCC Education Limited</a:t>
              </a:r>
            </a:p>
          </p:txBody>
        </p:sp>
      </p:grpSp>
      <p:pic>
        <p:nvPicPr>
          <p:cNvPr id="5" name="Picture 8">
            <a:extLst>
              <a:ext uri="{FF2B5EF4-FFF2-40B4-BE49-F238E27FC236}">
                <a16:creationId xmlns:a16="http://schemas.microsoft.com/office/drawing/2014/main" id="{D7150766-7A6B-D20C-B114-6F324A6BBD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8323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5215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206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6313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" y="1845717"/>
            <a:ext cx="4351338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845717"/>
            <a:ext cx="4352925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1100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1606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61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70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4824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844824"/>
            <a:ext cx="5111750" cy="5853113"/>
          </a:xfrm>
        </p:spPr>
        <p:txBody>
          <a:bodyPr/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019276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206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6327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F47929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54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190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50050" y="404813"/>
            <a:ext cx="2214563" cy="5472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8" y="404813"/>
            <a:ext cx="6494462" cy="5472112"/>
          </a:xfrm>
        </p:spPr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377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30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1E3E9372-B29F-496B-E2B4-C823FDE9CD0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5">
            <a:extLst>
              <a:ext uri="{FF2B5EF4-FFF2-40B4-BE49-F238E27FC236}">
                <a16:creationId xmlns:a16="http://schemas.microsoft.com/office/drawing/2014/main" id="{A5D7A961-F620-4892-16CA-8E287603A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3188" y="115888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D497C8D1-DA61-CB8F-EBFC-7BB7AB8446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35700" y="0"/>
            <a:ext cx="2908300" cy="2413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en-GB" altLang="en-US" sz="1000" dirty="0">
                <a:solidFill>
                  <a:schemeClr val="bg1"/>
                </a:solidFill>
                <a:latin typeface="Gill Sans" charset="0"/>
              </a:rPr>
              <a:t>Unit Summary Topic 12 - 12.</a:t>
            </a:r>
            <a:fld id="{BB318E4D-FB17-4C13-B96A-48870F99A65E}" type="slidenum">
              <a:rPr lang="en-GB" altLang="en-US" sz="1000" smtClean="0">
                <a:solidFill>
                  <a:schemeClr val="bg1"/>
                </a:solidFill>
                <a:latin typeface="Gill Sans" charset="0"/>
              </a:rPr>
              <a:pPr algn="r" eaLnBrk="1" hangingPunct="1">
                <a:defRPr/>
              </a:pPr>
              <a:t>‹#›</a:t>
            </a:fld>
            <a:endParaRPr lang="en-GB" altLang="en-US" sz="1000" dirty="0">
              <a:solidFill>
                <a:schemeClr val="bg1"/>
              </a:solidFill>
              <a:latin typeface="Gill Sans" charset="0"/>
            </a:endParaRPr>
          </a:p>
        </p:txBody>
      </p:sp>
      <p:sp>
        <p:nvSpPr>
          <p:cNvPr id="1029" name="Rectangle 22">
            <a:extLst>
              <a:ext uri="{FF2B5EF4-FFF2-40B4-BE49-F238E27FC236}">
                <a16:creationId xmlns:a16="http://schemas.microsoft.com/office/drawing/2014/main" id="{C866EC3C-71B8-2144-7FFD-797FC1765E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1846263"/>
            <a:ext cx="88566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3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9pPr>
    </p:titleStyle>
    <p:bodyStyle>
      <a:lvl1pPr marL="88900" indent="-88900" algn="l" rtl="0" eaLnBrk="0" fontAlgn="base" hangingPunct="0">
        <a:spcBef>
          <a:spcPct val="20000"/>
        </a:spcBef>
        <a:spcAft>
          <a:spcPct val="0"/>
        </a:spcAft>
        <a:defRPr sz="3000" i="1">
          <a:solidFill>
            <a:srgbClr val="002060"/>
          </a:solidFill>
          <a:latin typeface="+mn-lt"/>
          <a:ea typeface="+mn-ea"/>
          <a:cs typeface="ＭＳ Ｐゴシック" charset="0"/>
        </a:defRPr>
      </a:lvl1pPr>
      <a:lvl2pPr marL="533400" indent="-2651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800">
          <a:solidFill>
            <a:schemeClr val="bg2"/>
          </a:solidFill>
          <a:latin typeface="Arial" charset="0"/>
          <a:ea typeface="+mn-ea"/>
        </a:defRPr>
      </a:lvl2pPr>
      <a:lvl3pPr marL="1068388" indent="-355600" algn="l" rtl="0" eaLnBrk="0" fontAlgn="base" hangingPunct="0">
        <a:spcBef>
          <a:spcPct val="20000"/>
        </a:spcBef>
        <a:spcAft>
          <a:spcPct val="0"/>
        </a:spcAft>
        <a:buFont typeface="Gill Sans" charset="0"/>
        <a:buChar char="–"/>
        <a:defRPr sz="2400">
          <a:solidFill>
            <a:schemeClr val="bg2"/>
          </a:solidFill>
          <a:latin typeface="Arial" charset="0"/>
          <a:ea typeface="+mn-ea"/>
        </a:defRPr>
      </a:lvl3pPr>
      <a:lvl4pPr marL="1435100" indent="-187325" algn="l" rtl="0" eaLnBrk="0" fontAlgn="base" hangingPunct="0">
        <a:spcBef>
          <a:spcPct val="0"/>
        </a:spcBef>
        <a:spcAft>
          <a:spcPct val="0"/>
        </a:spcAft>
        <a:buChar char="•"/>
        <a:defRPr sz="2000">
          <a:solidFill>
            <a:schemeClr val="bg2"/>
          </a:solidFill>
          <a:latin typeface="Arial" charset="0"/>
          <a:ea typeface="+mn-ea"/>
        </a:defRPr>
      </a:lvl4pPr>
      <a:lvl5pPr marL="2098675" indent="-395288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5pPr>
      <a:lvl6pPr marL="25558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6pPr>
      <a:lvl7pPr marL="30130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7pPr>
      <a:lvl8pPr marL="34702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8pPr>
      <a:lvl9pPr marL="39274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5460BA37-0CC2-DF4A-EF75-CB6CAF40AE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4">
            <a:extLst>
              <a:ext uri="{FF2B5EF4-FFF2-40B4-BE49-F238E27FC236}">
                <a16:creationId xmlns:a16="http://schemas.microsoft.com/office/drawing/2014/main" id="{645C4DB9-4425-40D1-8A87-24A625EF7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2798763"/>
            <a:ext cx="5486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UNIT X</a:t>
            </a:r>
          </a:p>
        </p:txBody>
      </p:sp>
      <p:sp>
        <p:nvSpPr>
          <p:cNvPr id="2052" name="Rectangle 15">
            <a:extLst>
              <a:ext uri="{FF2B5EF4-FFF2-40B4-BE49-F238E27FC236}">
                <a16:creationId xmlns:a16="http://schemas.microsoft.com/office/drawing/2014/main" id="{0DC0F8E0-3607-08A1-7FB3-B4C462AEF3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35150" y="3794125"/>
            <a:ext cx="5486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Any Questions?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defRPr sz="2500">
          <a:solidFill>
            <a:schemeClr val="bg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8C605C7D-D829-A1AF-3A8A-BDBE4D2768C3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3492500" y="4365625"/>
            <a:ext cx="5975350" cy="965200"/>
          </a:xfrm>
        </p:spPr>
        <p:txBody>
          <a:bodyPr/>
          <a:lstStyle/>
          <a:p>
            <a:pPr algn="ctr" eaLnBrk="1" hangingPunct="1"/>
            <a:r>
              <a:rPr lang="en-GB" altLang="en-US" sz="1600" b="1" i="0" dirty="0">
                <a:solidFill>
                  <a:schemeClr val="bg1"/>
                </a:solidFill>
                <a:latin typeface="Arial" panose="020B0604020202020204" pitchFamily="34" charset="0"/>
              </a:rPr>
              <a:t>Front-End Web Development</a:t>
            </a:r>
          </a:p>
          <a:p>
            <a:pPr algn="ctr" eaLnBrk="1" hangingPunct="1"/>
            <a:r>
              <a:rPr lang="en-GB" altLang="en-US" sz="1600" b="1" i="0" dirty="0">
                <a:solidFill>
                  <a:schemeClr val="bg1"/>
                </a:solidFill>
                <a:latin typeface="Arial" panose="020B0604020202020204" pitchFamily="34" charset="0"/>
              </a:rPr>
              <a:t>Topic 12: Unit </a:t>
            </a:r>
            <a:r>
              <a:rPr lang="en-US" altLang="en-US" sz="1600" b="1" i="0" dirty="0">
                <a:solidFill>
                  <a:schemeClr val="bg1"/>
                </a:solidFill>
                <a:latin typeface="Arial" panose="020B0604020202020204" pitchFamily="34" charset="0"/>
              </a:rPr>
              <a:t>Summary</a:t>
            </a:r>
            <a:endParaRPr lang="en-GB" altLang="en-US" sz="1600" b="1" i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794BDF7A-3D22-F728-E599-8896EC8A67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Scope and Coverage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62B02248-250C-EF64-5664-12C50015B1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This topic will cover: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Recap the main topics of each week lecture for this unit.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FFBC930B-41A7-58C5-DE85-EC7E2741F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Unit Roadmap  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28A7B108-0E7C-BFF2-6E7E-CDED06EF37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0138612"/>
              </p:ext>
            </p:extLst>
          </p:nvPr>
        </p:nvGraphicFramePr>
        <p:xfrm>
          <a:off x="306477" y="1628800"/>
          <a:ext cx="8581936" cy="4136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7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2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79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0067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Overview of Web Application Architecture</a:t>
                      </a:r>
                      <a:endParaRPr lang="en-GB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II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18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Introduction to HTML5 </a:t>
                      </a:r>
                      <a:endParaRPr lang="en-GB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jQuery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44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Introduction to CSS</a:t>
                      </a:r>
                    </a:p>
                  </a:txBody>
                  <a:tcPr marL="51430" marR="51430" marT="0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0" marR="5143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- I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0" marR="5143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9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18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HTML and CSS</a:t>
                      </a:r>
                    </a:p>
                  </a:txBody>
                  <a:tcPr marL="51430" marR="5143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0" marR="5143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</a:t>
                      </a:r>
                      <a:r>
                        <a:rPr lang="en-US" sz="1800" kern="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Bootstrap - II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0" marR="5143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06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18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CSS Flexbox and Grid Layout </a:t>
                      </a:r>
                    </a:p>
                  </a:txBody>
                  <a:tcPr marL="51430" marR="5143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0" marR="5143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Code Review  and Testing. and Collaboration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0" marR="5143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9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sz="1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 Summary</a:t>
                      </a:r>
                      <a:endParaRPr lang="en-GB" sz="1800" b="1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870D957E-B876-623D-9C77-B9B31D0F5D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1</a:t>
            </a:r>
            <a:endParaRPr lang="en-GB" altLang="en-US" dirty="0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FF0C9FFC-7AD4-731B-714C-7C4C863D70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668" y="1484784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 to Web Development Technologies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Evolution of Web Technologies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Detailed history of the internet and Web, highlighting the development and significance of HTML, CSS, and JavaScript.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HTML, CSS, and JavaScript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Explains the core functions of these technologies in structuring, styling, and adding interactivity to web pages, respectively.</a:t>
            </a:r>
          </a:p>
          <a:p>
            <a:pPr algn="l"/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33E50EDD-0DA5-C2BF-F418-369AC8086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1</a:t>
            </a:r>
            <a:endParaRPr lang="en-GB" altLang="en-US" dirty="0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8F88923C-9A3E-6D90-87DC-26439AB8B9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8" y="1628800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 Application Architectures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From Monolithic to Microservices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Compares traditional monolithic architectures with modern microservices, illustrating the transition towards more modular and scalable designs.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Serverless Computing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 to serverless architecture, its advantages in cost and scalability, and scenarios where it's most beneficial.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BA29B0CA-0574-9339-1400-AE3FD8A12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1</a:t>
            </a:r>
            <a:endParaRPr lang="en-GB" altLang="en-US" dirty="0"/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FC6818A6-FD94-9BDA-374D-F036356F52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8" y="1412776"/>
            <a:ext cx="8856663" cy="4319587"/>
          </a:xfrm>
        </p:spPr>
        <p:txBody>
          <a:bodyPr/>
          <a:lstStyle/>
          <a:p>
            <a:pPr marL="0" indent="0"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Modern Web Development Practices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Responsive Design and UX/UI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Emphasizes the importance of responsive design for mobile compatibility and the role of UX/UI design in improving user satisfaction.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Security and Protocols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Discusses best practices for secure web development and the importance of understanding protocols like HTTP/HTTPS for protecting web applications.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94C47B17-10E7-EE1C-9B54-6E01527C7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2</a:t>
            </a:r>
            <a:endParaRPr lang="en-GB" altLang="en-US" dirty="0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AAC7CFA5-790B-51F0-9846-AEAAC40351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8" y="1556792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 to HTML5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 Fundamentals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Overview of HTML as the backbone of web development, structuring web pages with elements and tags.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Scope and Coverage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Covers HTML basics, document structure, text-level elements, lists, forms, and best practices.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9DF201C1-113F-F465-CB11-C2A95F5207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2</a:t>
            </a:r>
            <a:endParaRPr lang="en-GB" altLang="en-US" dirty="0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008C9032-F910-A27D-1E2A-5701FC7C98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468" y="1412776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 Elements and Document Structure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Text-level Elements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Discusses how to structure and format text, including headings, paragraphs, links, emphasis, and more for enhanced accessibility and SEO.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 Lists and Forms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 to creating ordered and unordered lists for content organization and forms for user interaction and data submission.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9618A856-C07F-FF21-6692-42F629FC5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2</a:t>
            </a:r>
            <a:endParaRPr lang="en-GB" altLang="en-US" dirty="0"/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4A00E741-3683-1FBC-D036-81FEA7BA70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668" y="1412776"/>
            <a:ext cx="8856663" cy="4319587"/>
          </a:xfrm>
        </p:spPr>
        <p:txBody>
          <a:bodyPr/>
          <a:lstStyle/>
          <a:p>
            <a:pPr algn="l"/>
            <a:r>
              <a:rPr lang="en-US" sz="2800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 Practices in HTML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Semantic HTML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2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Importance of using semantic elements for accessibility and search engine optimization.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 and Well-Formatted HTML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2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Emphasizes the need for valid, well-structured HTML code, using lowercase for element names, and ensuring proper tag closure.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Accessibility and Mobile Responsiveness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2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Strategies for making web content accessible and mobile-friendly.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3B1799AA-2423-348D-DB8D-61593F02CD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3</a:t>
            </a:r>
            <a:endParaRPr lang="en-GB" altLang="en-US" dirty="0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8FFECD51-E631-DCCD-6F3A-A0F70C6D27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8" y="1412776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 Fundamentals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 to CSS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Defines CSS as a stylesheet language for designing web pages, explaining its synergy with HTML for styling web content.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 Syntax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Breaks down the structure of CSS declarations, including selectors, properties, and values, illustrating how styles are applied to HTML elements.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37EC671-3FE5-B8A9-EE86-5A20FF5386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3</a:t>
            </a:r>
            <a:endParaRPr lang="en-GB" altLang="en-US" dirty="0"/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1A4319C7-452B-BE6B-40C9-24A835D7C3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668" y="1340768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 Selectors and Inclusion Methods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Selectors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Differentiates between id and class selectors, detailing their usage for applying styles to specific elements or groups.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Inclusion Methods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Discusses three ways to incorporate CSS into web pages: external stylesheets, internal stylesheets, and inline styles, highlighting the flexibility and use cases of each method.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487CF57C-0589-BDC5-5CAB-D4BA37EA6A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3</a:t>
            </a:r>
            <a:endParaRPr lang="en-GB" altLang="en-US" dirty="0"/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FEBDF25F-C835-9BE7-65EF-702BF46BCA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668" y="1556792"/>
            <a:ext cx="8856663" cy="4319587"/>
          </a:xfrm>
        </p:spPr>
        <p:txBody>
          <a:bodyPr/>
          <a:lstStyle/>
          <a:p>
            <a:pPr algn="l"/>
            <a:r>
              <a:rPr lang="en-GB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Advanced CSS Properties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Box Model</a:t>
            </a:r>
            <a:r>
              <a:rPr lang="en-GB" sz="2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GB" sz="2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Describes the CSS box model concept, including margins, borders, padding, and content, and its importance in layout design.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Styling Techniques</a:t>
            </a:r>
            <a:r>
              <a:rPr lang="en-GB" sz="2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GB" sz="2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Covers additional styling properties such as background manipulation, text formatting, font styles, and link styling, providing a comprehensive overview of CSS capabilities for enhancing web aesthetics and usability.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7BB13217-09FE-AE62-3B5E-3664E03D3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4</a:t>
            </a:r>
            <a:endParaRPr lang="en-GB" altLang="en-US" dirty="0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D7426182-4077-3BF1-E89A-9722FEF331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8" y="1700808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Understanding DIV and SPAN in HTML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week we covered topics on combination of HTML and CSS for front-end web development.</a:t>
            </a:r>
            <a:endParaRPr lang="en-US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 and SPAN Elements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 to DIV as a block-level container and SPAN as an inline container, highlighting their roles in HTML structure and CSS styling.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07F3BFBE-AA1C-4739-C89C-B1E57DC25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4</a:t>
            </a:r>
            <a:endParaRPr lang="en-GB" altLang="en-US" dirty="0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52BAB618-7F9D-EBCA-080D-3749C5CEF3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9082" y="1484784"/>
            <a:ext cx="9040812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 Selectors and Styling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 Selectors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Detailed breakdown of various CSS selectors including Class, ID, and Pseudo Classes, explaining how they target and style HTML elements.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Styling with HTML and CSS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Practical coding examples showing how to apply CSS styles to HTML elements for webpage layout and design.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6BF10E54-2C3A-45F5-E59D-E21800C3D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4</a:t>
            </a:r>
            <a:endParaRPr lang="en-GB" altLang="en-US" dirty="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BF3A00A9-5034-7D8F-3F9C-08AFAA7E0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294" y="1484784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Building a Website with HTML and CSS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Website Development Steps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Step-by-step guidance on creating a website structure using HTML and styling it with CSS, covering elements like headers, footers, and navigation was provided.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Practical Application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Demo of the integration of HTML structure with CSS styling, culminating in a fully styled website example was also learnt.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6BF10E54-2C3A-45F5-E59D-E21800C3D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5</a:t>
            </a:r>
            <a:endParaRPr lang="en-GB" altLang="en-US" dirty="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BF3A00A9-5034-7D8F-3F9C-08AFAA7E0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668" y="1484784"/>
            <a:ext cx="8856663" cy="4319587"/>
          </a:xfrm>
        </p:spPr>
        <p:txBody>
          <a:bodyPr/>
          <a:lstStyle/>
          <a:p>
            <a:pPr algn="l"/>
            <a:r>
              <a:rPr lang="en-US" sz="3200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 to CSS Flexbox and Grid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 Flexbox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3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one-dimensional layout method for arranging items in rows or columns, offering flexibility in alignment and spacing.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 Grid Layout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3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two-dimensional layout system capable of handling both rows and columns, ideal for complex web layouts.</a:t>
            </a:r>
          </a:p>
        </p:txBody>
      </p:sp>
    </p:spTree>
    <p:extLst>
      <p:ext uri="{BB962C8B-B14F-4D97-AF65-F5344CB8AC3E}">
        <p14:creationId xmlns:p14="http://schemas.microsoft.com/office/powerpoint/2010/main" val="4001616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6BF10E54-2C3A-45F5-E59D-E21800C3D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5</a:t>
            </a:r>
            <a:endParaRPr lang="en-GB" altLang="en-US" dirty="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BF3A00A9-5034-7D8F-3F9C-08AFAA7E0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8" y="1412776"/>
            <a:ext cx="8856663" cy="4319587"/>
          </a:xfrm>
        </p:spPr>
        <p:txBody>
          <a:bodyPr/>
          <a:lstStyle/>
          <a:p>
            <a:pPr marL="0" indent="0"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 Grid Layout Features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Grid Container and Items: </a:t>
            </a:r>
          </a:p>
          <a:p>
            <a:pPr lvl="1"/>
            <a:r>
              <a:rPr lang="en-US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 to grid containers and items, explaining how to create grid layouts with display: grid.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Grid Lines, Tracks, Cells, and Areas: </a:t>
            </a:r>
          </a:p>
          <a:p>
            <a:pPr lvl="1"/>
            <a:r>
              <a:rPr lang="en-US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Detailed explanation of grid components, including lines, tracks, cells, and areas, for precise layout control.</a:t>
            </a:r>
            <a:endParaRPr lang="en-GB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58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6BF10E54-2C3A-45F5-E59D-E21800C3D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5</a:t>
            </a:r>
            <a:endParaRPr lang="en-GB" altLang="en-US" dirty="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BF3A00A9-5034-7D8F-3F9C-08AFAA7E0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algn="l"/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 Flexbox Layout Features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Flex Container and Items: </a:t>
            </a:r>
          </a:p>
          <a:p>
            <a:pPr lvl="1"/>
            <a:r>
              <a:rPr lang="en-US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Overview of creating flex containers with display: flex and how child elements become flex items.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Alignment, Direction, and Order: </a:t>
            </a:r>
          </a:p>
          <a:p>
            <a:pPr lvl="1"/>
            <a:r>
              <a:rPr lang="en-US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Discussed flexbox properties for aligning items, setting their direction, and changing their visual order.</a:t>
            </a:r>
          </a:p>
        </p:txBody>
      </p:sp>
    </p:spTree>
    <p:extLst>
      <p:ext uri="{BB962C8B-B14F-4D97-AF65-F5344CB8AC3E}">
        <p14:creationId xmlns:p14="http://schemas.microsoft.com/office/powerpoint/2010/main" val="1651127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6BF10E54-2C3A-45F5-E59D-E21800C3D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6</a:t>
            </a:r>
            <a:endParaRPr lang="en-GB" altLang="en-US" dirty="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BF3A00A9-5034-7D8F-3F9C-08AFAA7E0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8" y="1484784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 to JavaScript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Basics of JavaScript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Overview of JavaScript as a pivotal programming language for the web, detailing its introduction in 1995 and adoption across all major web browsers.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Importance of JavaScript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Discussion on why JavaScript is crucial for web developers, alongside HTML and CSS, for programming web page behavior.</a:t>
            </a:r>
          </a:p>
        </p:txBody>
      </p:sp>
    </p:spTree>
    <p:extLst>
      <p:ext uri="{BB962C8B-B14F-4D97-AF65-F5344CB8AC3E}">
        <p14:creationId xmlns:p14="http://schemas.microsoft.com/office/powerpoint/2010/main" val="1711488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6BF10E54-2C3A-45F5-E59D-E21800C3D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6</a:t>
            </a:r>
            <a:endParaRPr lang="en-GB" altLang="en-US" dirty="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BF3A00A9-5034-7D8F-3F9C-08AFAA7E0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668" y="1556792"/>
            <a:ext cx="8856663" cy="4680074"/>
          </a:xfrm>
        </p:spPr>
        <p:txBody>
          <a:bodyPr/>
          <a:lstStyle/>
          <a:p>
            <a:pPr marL="0" indent="0" algn="l"/>
            <a:r>
              <a:rPr lang="en-US" sz="28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 JavaScript Concepts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JavaScript Syntax and Structure: </a:t>
            </a:r>
          </a:p>
          <a:p>
            <a:pPr lvl="1"/>
            <a:r>
              <a:rPr lang="en-US" sz="24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Examination of JavaScript syntax:</a:t>
            </a:r>
          </a:p>
          <a:p>
            <a:pPr lvl="2"/>
            <a:r>
              <a:rPr lang="en-US" sz="20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of the &lt;script&gt; tag for internal and external JavaScript</a:t>
            </a:r>
          </a:p>
          <a:p>
            <a:pPr lvl="2"/>
            <a:r>
              <a:rPr lang="en-US" sz="20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significance of semicolons and case sensitivity.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Variables and Data Types: </a:t>
            </a:r>
          </a:p>
          <a:p>
            <a:pPr lvl="1"/>
            <a:r>
              <a:rPr lang="en-US" sz="24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into JavaScript variables, data types (numbers, strings, Booleans), 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 </a:t>
            </a:r>
            <a:r>
              <a:rPr lang="en-US" sz="24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rules for naming variables.</a:t>
            </a:r>
          </a:p>
        </p:txBody>
      </p:sp>
    </p:spTree>
    <p:extLst>
      <p:ext uri="{BB962C8B-B14F-4D97-AF65-F5344CB8AC3E}">
        <p14:creationId xmlns:p14="http://schemas.microsoft.com/office/powerpoint/2010/main" val="2681282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6BF10E54-2C3A-45F5-E59D-E21800C3D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Week 6</a:t>
            </a:r>
            <a:endParaRPr lang="en-GB" altLang="en-US" dirty="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BF3A00A9-5034-7D8F-3F9C-08AFAA7E0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668" y="1412776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JavaScript Functions and Operators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Functions in JavaScript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unctions are reusable blocks of code.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Their syntax are important.</a:t>
            </a:r>
          </a:p>
          <a:p>
            <a:pPr lvl="1"/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hey contribute to modular coding practices.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JavaScript Operators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Various operators in JavaScript, including arithmetic, comparison, logical, and assignment operators.</a:t>
            </a:r>
          </a:p>
        </p:txBody>
      </p:sp>
    </p:spTree>
    <p:extLst>
      <p:ext uri="{BB962C8B-B14F-4D97-AF65-F5344CB8AC3E}">
        <p14:creationId xmlns:p14="http://schemas.microsoft.com/office/powerpoint/2010/main" val="1660202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8F-79A9-EDC5-4B82-BE2F6213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7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D6FE-BCFF-54DD-69B5-E71E27EE4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88" y="1556792"/>
            <a:ext cx="8856663" cy="4319587"/>
          </a:xfrm>
        </p:spPr>
        <p:txBody>
          <a:bodyPr/>
          <a:lstStyle/>
          <a:p>
            <a:pPr algn="l"/>
            <a:r>
              <a:rPr lang="en-US" sz="2800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DOM Introduction and Manipulation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DOM Overview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727200" lvl="1" indent="-4572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DOM is an application programming interface (API) for HTML and XML documents</a:t>
            </a:r>
          </a:p>
          <a:p>
            <a:pPr marL="727200" lvl="1" indent="-457200">
              <a:buFont typeface="Arial" panose="020B0604020202020204" pitchFamily="34" charset="0"/>
              <a:buChar char="•"/>
            </a:pPr>
            <a:r>
              <a:rPr lang="en-US" sz="2600" i="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epresenting the structure of a document as a tree of nodes.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Manipulating DOM Elements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725487" lvl="1" indent="-457200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methods to access, add, remove, and modify elements within the DOM tree.</a:t>
            </a:r>
          </a:p>
          <a:p>
            <a:pPr marL="725487" lvl="1" indent="-457200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nhances dynamic webpage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3841292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8F-79A9-EDC5-4B82-BE2F6213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7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D6FE-BCFF-54DD-69B5-E71E27EE4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88" y="1269206"/>
            <a:ext cx="8933308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JavaScript Events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Understanding JS Events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vents as actions or occurrences that can be detected and handled by JavaScript.</a:t>
            </a:r>
          </a:p>
          <a:p>
            <a:pPr lvl="1"/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llows interactive and responsive web designs.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Common JS Events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 are 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various user interaction events such as clicks, mouse movements, keyboard inputs.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Their handling is through event listeners for creating interactive user experiences.</a:t>
            </a:r>
          </a:p>
        </p:txBody>
      </p:sp>
    </p:spTree>
    <p:extLst>
      <p:ext uri="{BB962C8B-B14F-4D97-AF65-F5344CB8AC3E}">
        <p14:creationId xmlns:p14="http://schemas.microsoft.com/office/powerpoint/2010/main" val="639348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8F-79A9-EDC5-4B82-BE2F6213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7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D6FE-BCFF-54DD-69B5-E71E27EE4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66" y="1484784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Event Handling and Listeners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Traditional DOM Event Handlers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traditional way of attaching event handlers to elements have limitations.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Advanced Event Listeners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More flexible event listeners that can handle multiple functions for a single event, promoting advanced interaction and dynamic content updates on web pages.</a:t>
            </a:r>
          </a:p>
        </p:txBody>
      </p:sp>
    </p:spTree>
    <p:extLst>
      <p:ext uri="{BB962C8B-B14F-4D97-AF65-F5344CB8AC3E}">
        <p14:creationId xmlns:p14="http://schemas.microsoft.com/office/powerpoint/2010/main" val="4227202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8F-79A9-EDC5-4B82-BE2F6213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8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D6FE-BCFF-54DD-69B5-E71E27EE4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 to jQuery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Overview</a:t>
            </a:r>
            <a:r>
              <a:rPr lang="en-GB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GB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</a:t>
            </a:r>
            <a:r>
              <a:rPr lang="en-GB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 a lightweight, feature-rich JavaScript library that simplifies HTML DOM tree traversal, event handling, animating, and Ajax interactions for rapid web development.</a:t>
            </a:r>
          </a:p>
        </p:txBody>
      </p:sp>
    </p:spTree>
    <p:extLst>
      <p:ext uri="{BB962C8B-B14F-4D97-AF65-F5344CB8AC3E}">
        <p14:creationId xmlns:p14="http://schemas.microsoft.com/office/powerpoint/2010/main" val="4250317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8F-79A9-EDC5-4B82-BE2F6213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8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D6FE-BCFF-54DD-69B5-E71E27EE4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Syntax and Selectors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Syntax and Selectors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 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jQuery's simple syntax for selecting and manipulating DOM elements.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Discuss the universal selector, ID, class, and attribute selectors to efficiently target and manipulate web page elements.</a:t>
            </a:r>
          </a:p>
        </p:txBody>
      </p:sp>
    </p:spTree>
    <p:extLst>
      <p:ext uri="{BB962C8B-B14F-4D97-AF65-F5344CB8AC3E}">
        <p14:creationId xmlns:p14="http://schemas.microsoft.com/office/powerpoint/2010/main" val="1045782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8F-79A9-EDC5-4B82-BE2F6213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8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D6FE-BCFF-54DD-69B5-E71E27EE4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668" y="1484784"/>
            <a:ext cx="8856663" cy="4319587"/>
          </a:xfrm>
        </p:spPr>
        <p:txBody>
          <a:bodyPr/>
          <a:lstStyle/>
          <a:p>
            <a:pPr algn="l"/>
            <a:r>
              <a:rPr lang="en-US" sz="2400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Events, Effects, and UI Enhancements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Event Handling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jQuery's approach to event handling, enabling simpler interaction with user actions like clicks, mouse movements, and form submissions.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Effects and Animations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Using jQuery to create visual effects like hide/show, fade in/out, and slide up/down animations.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UI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 UI, a collection of user interface interactions, widgets, and themes built on top of the jQuery JavaScript Library to build rich, interactive web applications.</a:t>
            </a:r>
          </a:p>
        </p:txBody>
      </p:sp>
    </p:spTree>
    <p:extLst>
      <p:ext uri="{BB962C8B-B14F-4D97-AF65-F5344CB8AC3E}">
        <p14:creationId xmlns:p14="http://schemas.microsoft.com/office/powerpoint/2010/main" val="9990821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8F-79A9-EDC5-4B82-BE2F6213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9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D6FE-BCFF-54DD-69B5-E71E27EE4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 to Bootstrap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Overview</a:t>
            </a:r>
            <a:r>
              <a:rPr lang="en-GB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</a:t>
            </a:r>
            <a:r>
              <a:rPr lang="en-GB" i="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 a free, open-source framework for HTML, CSS, and JavaScript, developed by Twitter, for creating responsive web applications compatible with various server-side technologies.</a:t>
            </a:r>
          </a:p>
        </p:txBody>
      </p:sp>
    </p:spTree>
    <p:extLst>
      <p:ext uri="{BB962C8B-B14F-4D97-AF65-F5344CB8AC3E}">
        <p14:creationId xmlns:p14="http://schemas.microsoft.com/office/powerpoint/2010/main" val="3792963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8F-79A9-EDC5-4B82-BE2F6213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9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D6FE-BCFF-54DD-69B5-E71E27EE4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88" y="1412776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 Features of Bootstrap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Responsive Design</a:t>
            </a:r>
            <a:r>
              <a:rPr lang="en-US" sz="2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2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Bootstrap's mobile-first approach.</a:t>
            </a:r>
          </a:p>
          <a:p>
            <a:pPr lvl="1"/>
            <a:r>
              <a:rPr lang="en-US" sz="26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upported by all popular browsers.</a:t>
            </a:r>
          </a:p>
          <a:p>
            <a:pPr lvl="1"/>
            <a:r>
              <a:rPr lang="en-US" sz="26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asy to learn with basic HTML and CSS knowledge.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Components and Grid System</a:t>
            </a:r>
            <a:r>
              <a:rPr lang="en-US" sz="2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26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 </a:t>
            </a:r>
            <a:r>
              <a:rPr lang="en-US" sz="2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Bootstrap's extensive list of components (e.g., navigation bars, forms, buttons) and its flexible 12-column grid system for layout management.</a:t>
            </a:r>
          </a:p>
        </p:txBody>
      </p:sp>
    </p:spTree>
    <p:extLst>
      <p:ext uri="{BB962C8B-B14F-4D97-AF65-F5344CB8AC3E}">
        <p14:creationId xmlns:p14="http://schemas.microsoft.com/office/powerpoint/2010/main" val="2403055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8F-79A9-EDC5-4B82-BE2F6213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9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D6FE-BCFF-54DD-69B5-E71E27EE4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Utilities and Customization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Utilities for Layout</a:t>
            </a:r>
            <a:r>
              <a:rPr lang="en-GB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GB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Bootstrap's utilities for margins, paddings, display properties, and responsiveness.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Customization and JavaScript Plugins</a:t>
            </a:r>
            <a:r>
              <a:rPr lang="en-GB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GB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 </a:t>
            </a:r>
            <a:r>
              <a:rPr lang="en-GB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ability to customize Bootstrap components and utilize its jQuery plugins for added interactivity.</a:t>
            </a:r>
          </a:p>
        </p:txBody>
      </p:sp>
    </p:spTree>
    <p:extLst>
      <p:ext uri="{BB962C8B-B14F-4D97-AF65-F5344CB8AC3E}">
        <p14:creationId xmlns:p14="http://schemas.microsoft.com/office/powerpoint/2010/main" val="4529920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8F-79A9-EDC5-4B82-BE2F6213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10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D6FE-BCFF-54DD-69B5-E71E27EE4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668" y="1412776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Forms and Controls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Forms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 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Bootstrap's form layouts (vertical, inline, and horizontal) and form controls, enhancing the user experience with responsive and stylized input elements.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Form Controls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Discuss the customization and styling of text inputs, text areas, select menus, checkboxes, and radio buttons for consistency across web browsers.</a:t>
            </a:r>
          </a:p>
        </p:txBody>
      </p:sp>
    </p:spTree>
    <p:extLst>
      <p:ext uri="{BB962C8B-B14F-4D97-AF65-F5344CB8AC3E}">
        <p14:creationId xmlns:p14="http://schemas.microsoft.com/office/powerpoint/2010/main" val="7666430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8F-79A9-EDC5-4B82-BE2F6213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10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D6FE-BCFF-54DD-69B5-E71E27EE4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668" y="1484784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 Buttons and Utilities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Buttons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Bootstrap's button styling options, including sizes, states (active, disabled), and the use of button tags for various actions in a webpage.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Utilities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Bootstrap's utility classes for layout adjustments, visibility control, and image styling (rounded, circle, thumbnail) to enhance frontend design.</a:t>
            </a:r>
          </a:p>
        </p:txBody>
      </p:sp>
    </p:spTree>
    <p:extLst>
      <p:ext uri="{BB962C8B-B14F-4D97-AF65-F5344CB8AC3E}">
        <p14:creationId xmlns:p14="http://schemas.microsoft.com/office/powerpoint/2010/main" val="28346762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8F-79A9-EDC5-4B82-BE2F6213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10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D6FE-BCFF-54DD-69B5-E71E27EE4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88" y="1700808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Advanced Components - Bootstrap Cards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Cards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concept of Bootstrap cards as flexible containers for displaying a variety of content, including images, text, lists, and links, with options for customization in layout, sizing, and alignment.</a:t>
            </a:r>
          </a:p>
        </p:txBody>
      </p:sp>
    </p:spTree>
    <p:extLst>
      <p:ext uri="{BB962C8B-B14F-4D97-AF65-F5344CB8AC3E}">
        <p14:creationId xmlns:p14="http://schemas.microsoft.com/office/powerpoint/2010/main" val="34712459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8F-79A9-EDC5-4B82-BE2F6213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D6FE-BCFF-54DD-69B5-E71E27EE4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88" y="1700808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Code Review and Testing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Importance of Testing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is a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necessity of testing in identifying bugs and ensuring software quality.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Types of Testing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Describe various testing types, including functionality, GUI, security, compatibility, performance, usability, and crowd testing.</a:t>
            </a:r>
          </a:p>
        </p:txBody>
      </p:sp>
    </p:spTree>
    <p:extLst>
      <p:ext uri="{BB962C8B-B14F-4D97-AF65-F5344CB8AC3E}">
        <p14:creationId xmlns:p14="http://schemas.microsoft.com/office/powerpoint/2010/main" val="3227443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8F-79A9-EDC5-4B82-BE2F6213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D6FE-BCFF-54DD-69B5-E71E27EE4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88" y="1700808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Software Development Life Cycle (SDLC)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SDLC Overview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utline its phases from planning and requirements to development, testing, and maintenance.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SDLC Models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 the d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etails on different SDLC models, including Waterfall, Iterative, and Agile, highlighting their characteristics and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497322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78F-79A9-EDC5-4B82-BE2F6213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D6FE-BCFF-54DD-69B5-E71E27EE4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8" y="1484784"/>
            <a:ext cx="8856663" cy="4319587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Version Control and Collaboration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Version Control Basics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Version control is essential for managing code changes and collaboration among developers.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 and GitHub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Focuses on Git for version control and GitHub for project collaboration, covering basic commands and workflows for efficient team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1673617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3868FEF7-BD61-3F07-2EE3-EAB449200C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31640" y="2348880"/>
            <a:ext cx="6400800" cy="1752600"/>
          </a:xfrm>
        </p:spPr>
        <p:txBody>
          <a:bodyPr/>
          <a:lstStyle/>
          <a:p>
            <a:pPr eaLnBrk="1" hangingPunct="1"/>
            <a:r>
              <a:rPr lang="en-GB" altLang="en-US" sz="3200" dirty="0"/>
              <a:t>Topic 12: Unit Summary </a:t>
            </a:r>
          </a:p>
          <a:p>
            <a:pPr eaLnBrk="1" hangingPunct="1"/>
            <a:endParaRPr lang="en-GB" altLang="en-US" sz="3200" dirty="0"/>
          </a:p>
          <a:p>
            <a:pPr eaLnBrk="1" hangingPunct="1"/>
            <a:r>
              <a:rPr lang="en-GB" altLang="en-US" sz="3200" dirty="0"/>
              <a:t>Any Questions?</a:t>
            </a:r>
          </a:p>
          <a:p>
            <a:pPr eaLnBrk="1" hangingPunct="1"/>
            <a:endParaRPr lang="en-GB" altLang="en-US" sz="3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Custom 11">
      <a:dk1>
        <a:srgbClr val="000000"/>
      </a:dk1>
      <a:lt1>
        <a:srgbClr val="FFFFFF"/>
      </a:lt1>
      <a:dk2>
        <a:srgbClr val="000000"/>
      </a:dk2>
      <a:lt2>
        <a:srgbClr val="3F3F3F"/>
      </a:lt2>
      <a:accent1>
        <a:srgbClr val="212167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Gill Sans"/>
        <a:ea typeface="ＭＳ Ｐゴシック"/>
        <a:cs typeface=""/>
      </a:majorFont>
      <a:minorFont>
        <a:latin typeface="Gill San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st 2">
  <a:themeElements>
    <a:clrScheme name="test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st 2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test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219901A04064790C94E9A9AE89D33" ma:contentTypeVersion="0" ma:contentTypeDescription="Create a new document." ma:contentTypeScope="" ma:versionID="eacdb1d6c144f2184e6157b4238170f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CE04B11-C029-4A4B-AA6A-73246B1B82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FF5492-9728-4198-9D73-1D6A8CE4A508}"/>
</file>

<file path=customXml/itemProps3.xml><?xml version="1.0" encoding="utf-8"?>
<ds:datastoreItem xmlns:ds="http://schemas.openxmlformats.org/officeDocument/2006/customXml" ds:itemID="{936388B0-C5E7-48D4-83A0-CE1F1FA85A51}"/>
</file>

<file path=docProps/app.xml><?xml version="1.0" encoding="utf-8"?>
<Properties xmlns="http://schemas.openxmlformats.org/officeDocument/2006/extended-properties" xmlns:vt="http://schemas.openxmlformats.org/officeDocument/2006/docPropsVTypes">
  <Template>Eric:Users:Eric:Desktop:test 2.ppt</Template>
  <TotalTime>45</TotalTime>
  <Words>1959</Words>
  <Application>Microsoft Office PowerPoint</Application>
  <PresentationFormat>On-screen Show (4:3)</PresentationFormat>
  <Paragraphs>248</Paragraphs>
  <Slides>37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ＭＳ Ｐゴシック</vt:lpstr>
      <vt:lpstr>Arial</vt:lpstr>
      <vt:lpstr>Gill Sans</vt:lpstr>
      <vt:lpstr>Söhne</vt:lpstr>
      <vt:lpstr>Times New Roman</vt:lpstr>
      <vt:lpstr>Blank Presentation</vt:lpstr>
      <vt:lpstr>test 2</vt:lpstr>
      <vt:lpstr>PowerPoint Presentation</vt:lpstr>
      <vt:lpstr>Scope and Coverage</vt:lpstr>
      <vt:lpstr>The Unit Roadmap  </vt:lpstr>
      <vt:lpstr>Week 1</vt:lpstr>
      <vt:lpstr>Week 1</vt:lpstr>
      <vt:lpstr>Week 1</vt:lpstr>
      <vt:lpstr>Week 2</vt:lpstr>
      <vt:lpstr>Week 2</vt:lpstr>
      <vt:lpstr>Week 2</vt:lpstr>
      <vt:lpstr>Week 3</vt:lpstr>
      <vt:lpstr>Week 3</vt:lpstr>
      <vt:lpstr>Week 3</vt:lpstr>
      <vt:lpstr>Week 4</vt:lpstr>
      <vt:lpstr>Week 4</vt:lpstr>
      <vt:lpstr>Week 4</vt:lpstr>
      <vt:lpstr>Week 5</vt:lpstr>
      <vt:lpstr>Week 5</vt:lpstr>
      <vt:lpstr>Week 5</vt:lpstr>
      <vt:lpstr>Week 6</vt:lpstr>
      <vt:lpstr>Week 6</vt:lpstr>
      <vt:lpstr>Week 6</vt:lpstr>
      <vt:lpstr>Week 7</vt:lpstr>
      <vt:lpstr>Week 7</vt:lpstr>
      <vt:lpstr>Week 7</vt:lpstr>
      <vt:lpstr>Week 8</vt:lpstr>
      <vt:lpstr>Week 8</vt:lpstr>
      <vt:lpstr>Week 8</vt:lpstr>
      <vt:lpstr>Week 9</vt:lpstr>
      <vt:lpstr>Week 9</vt:lpstr>
      <vt:lpstr>Week 9</vt:lpstr>
      <vt:lpstr>Week 10</vt:lpstr>
      <vt:lpstr>Week 10</vt:lpstr>
      <vt:lpstr>Week 10</vt:lpstr>
      <vt:lpstr>Week 11</vt:lpstr>
      <vt:lpstr>Week 11</vt:lpstr>
      <vt:lpstr>Week 11</vt:lpstr>
      <vt:lpstr>PowerPoint Presentation</vt:lpstr>
    </vt:vector>
  </TitlesOfParts>
  <Company>True Creative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Riley</dc:creator>
  <cp:lastModifiedBy>Chris Beaumont</cp:lastModifiedBy>
  <cp:revision>79</cp:revision>
  <dcterms:created xsi:type="dcterms:W3CDTF">2008-01-18T13:21:43Z</dcterms:created>
  <dcterms:modified xsi:type="dcterms:W3CDTF">2024-03-07T13:04:09Z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0x010100104219901A04064790C94E9A9AE89D33</vt:lpwstr>
  </property>
</Properties>
</file>